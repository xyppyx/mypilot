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61" userDrawn="1">
          <p15:clr>
            <a:srgbClr val="A4A3A4"/>
          </p15:clr>
        </p15:guide>
        <p15:guide id="2" pos="7219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31" userDrawn="1">
          <p15:clr>
            <a:srgbClr val="A4A3A4"/>
          </p15:clr>
        </p15:guide>
        <p15:guide id="5" orient="horz" pos="3906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5553" autoAdjust="0"/>
  </p:normalViewPr>
  <p:slideViewPr>
    <p:cSldViewPr snapToGrid="0" showGuides="1">
      <p:cViewPr varScale="1">
        <p:scale>
          <a:sx n="122" d="100"/>
          <a:sy n="122" d="100"/>
        </p:scale>
        <p:origin x="424" y="192"/>
      </p:cViewPr>
      <p:guideLst>
        <p:guide pos="461"/>
        <p:guide pos="7219"/>
        <p:guide orient="horz" pos="648"/>
        <p:guide orient="horz" pos="731"/>
        <p:guide orient="horz" pos="3906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备注占位符 5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zh-CN" sz="1200">
                <a:latin typeface="Arial"/>
                <a:ea typeface="微软雅黑"/>
                <a:cs typeface="微软雅黑"/>
                <a:sym typeface="Arial"/>
              </a:rPr>
              <a:t>Accepts diverse input formats including pptx, ppt, doc, docx, txt, pdf, and md, allowing flexible uploading of various course documents</a:t>
            </a:r>
            <a:endParaRPr/>
          </a:p>
          <a:p>
            <a:r>
              <a:rPr lang="zh-CN" sz="1200">
                <a:latin typeface="Arial"/>
                <a:ea typeface="微软雅黑"/>
                <a:cs typeface="微软雅黑"/>
                <a:sym typeface="Arial"/>
              </a:rPr>
              <a:t>Enables customizable retrieval parameters (relevance threshold and top-k); enforces maximum threshold of 0.5 to ensure high-quality results</a:t>
            </a:r>
            <a:endParaRPr/>
          </a:p>
          <a:p>
            <a:r>
              <a:rPr lang="zh-CN" sz="3766">
                <a:latin typeface="Arial"/>
                <a:ea typeface="微软雅黑"/>
                <a:cs typeface="微软雅黑"/>
                <a:sym typeface="Arial"/>
              </a:rPr>
              <a:t>Combines static materials embedded in the JAR package (automatically parsed on first launch) and user-uploaded files</a:t>
            </a:r>
            <a:r>
              <a:rPr lang="zh-CN" sz="1200">
                <a:latin typeface="Arial"/>
                <a:ea typeface="微软雅黑"/>
                <a:cs typeface="微软雅黑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ManageService	</a:t>
            </a:r>
            <a:r>
              <a:rPr lang="en-US" b="1"/>
              <a:t>Acts as the bridge between the View and Service Layers</a:t>
            </a:r>
            <a:r>
              <a:rPr lang="en-US"/>
              <a:t>, handling complex UI state management, coordinating services, and routing Action requests to the correct business service.
</a:t>
            </a:r>
            <a:endParaRPr/>
          </a:p>
          <a:p>
            <a:r>
              <a:rPr lang="en-US"/>
              <a:t>
ChatService	The core of this layer</a:t>
            </a:r>
            <a:endParaRPr/>
          </a:p>
          <a:p>
            <a:r>
              <a:rPr lang="en-US"/>
              <a:t>	(1)</a:t>
            </a:r>
            <a:r>
              <a:rPr lang="en-US" b="1"/>
              <a:t>create update read delete</a:t>
            </a:r>
            <a:r>
              <a:rPr lang="en-US"/>
              <a:t> chat session by ChatRepoInterface, so that </a:t>
            </a:r>
            <a:r>
              <a:rPr lang="en-US" b="1"/>
              <a:t>manage the life cycle</a:t>
            </a:r>
            <a:r>
              <a:rPr lang="en-US"/>
              <a:t> of multi-turn dialogues</a:t>
            </a:r>
            <a:endParaRPr/>
          </a:p>
          <a:p>
            <a:r>
              <a:rPr lang="en-US"/>
              <a:t>	(2)</a:t>
            </a:r>
            <a:r>
              <a:t>Based on the provided Chat Option, it will choose whether to invoke RAG or the Edit Service, and provide necessary code context, chat context and user instruction for them</a:t>
            </a:r>
          </a:p>
          <a:p>
            <a:r>
              <a:rPr lang="en-US"/>
              <a:t>	(3)use TokenEvaluater to evaluate current token usage, when it reach the token threshold, History Compressor will be invoked to compress the chat context into 6-dimension summary</a:t>
            </a:r>
            <a:endParaRPr/>
          </a:p>
          <a:p>
            <a:r>
              <a:rPr lang="en-US"/>
              <a:t>
RagService	Implements the RAG pipeline, which contains many rag infrastructure</a:t>
            </a:r>
            <a:endParaRPr/>
          </a:p>
          <a:p>
            <a:r>
              <a:rPr lang="en-US"/>
              <a:t>
EditService	Implements the core logic for the F2 Extended Feature.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备注占位符 3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chemeClr val="tx1">
                    <a:alpha val="100000"/>
                  </a:schemeClr>
                </a:solidFill>
                <a:latin typeface="Arial"/>
                <a:ea typeface="微软雅黑"/>
                <a:cs typeface="+mn-cs"/>
                <a:sym typeface="Arial"/>
              </a:rPr>
              <a:t>ASK:</a:t>
            </a:r>
            <a:r>
              <a:rPr lang="zh-CN">
                <a:solidFill>
                  <a:schemeClr val="tx1">
                    <a:alpha val="100000"/>
                  </a:schemeClr>
                </a:solidFill>
                <a:latin typeface="Arial"/>
                <a:ea typeface="微软雅黑"/>
                <a:cs typeface="+mn-cs"/>
                <a:sym typeface="Arial"/>
              </a:rPr>
              <a:t>Designed for retrieving precise information from course materials such as API usage explanations, code examples, and concept clarifications.</a:t>
            </a:r>
            <a:endParaRPr/>
          </a:p>
          <a:p>
            <a:r>
              <a:rPr lang="en-US">
                <a:solidFill>
                  <a:schemeClr val="tx1">
                    <a:alpha val="100000"/>
                  </a:schemeClr>
                </a:solidFill>
                <a:latin typeface="Arial"/>
                <a:ea typeface="微软雅黑"/>
                <a:cs typeface="+mn-cs"/>
                <a:sym typeface="Arial"/>
              </a:rPr>
              <a:t>EDIT:</a:t>
            </a:r>
            <a:r>
              <a:rPr lang="zh-CN">
                <a:solidFill>
                  <a:schemeClr val="tx1">
                    <a:alpha val="100000"/>
                  </a:schemeClr>
                </a:solidFill>
                <a:latin typeface="Arial"/>
                <a:ea typeface="微软雅黑"/>
                <a:cs typeface="+mn-cs"/>
                <a:sym typeface="Arial"/>
              </a:rPr>
              <a:t>Intended for performing significant code changes like refactoring, debugging, and optimization with full review capability before application.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bg>
      <p:bgPr>
        <a:solidFill>
          <a:schemeClr val="accent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03"/>
          <p:cNvGrpSpPr/>
          <p:nvPr/>
        </p:nvGrpSpPr>
        <p:grpSpPr>
          <a:xfrm>
            <a:off x="-52" y="0"/>
            <a:ext cx="12197255" cy="6881355"/>
            <a:chOff x="-52" y="0"/>
            <a:chExt cx="12197255" cy="6881355"/>
          </a:xfrm>
        </p:grpSpPr>
        <p:grpSp>
          <p:nvGrpSpPr>
            <p:cNvPr id="3" name="组合 131"/>
            <p:cNvGrpSpPr/>
            <p:nvPr/>
          </p:nvGrpSpPr>
          <p:grpSpPr>
            <a:xfrm>
              <a:off x="8633218" y="0"/>
              <a:ext cx="1838088" cy="1726220"/>
              <a:chOff x="8633218" y="0"/>
              <a:chExt cx="1838088" cy="1726220"/>
            </a:xfrm>
          </p:grpSpPr>
          <p:sp>
            <p:nvSpPr>
              <p:cNvPr id="4" name="任意形状 41"/>
              <p:cNvSpPr/>
              <p:nvPr/>
            </p:nvSpPr>
            <p:spPr>
              <a:xfrm>
                <a:off x="9360176" y="83031"/>
                <a:ext cx="1111130" cy="859428"/>
              </a:xfrm>
              <a:custGeom>
                <a:avLst/>
                <a:gdLst>
                  <a:gd name="connsiteX0" fmla="*/ 660067 w 714546"/>
                  <a:gd name="connsiteY0" fmla="*/ 232410 h 552681"/>
                  <a:gd name="connsiteX1" fmla="*/ 472520 w 714546"/>
                  <a:gd name="connsiteY1" fmla="*/ 163449 h 552681"/>
                  <a:gd name="connsiteX2" fmla="*/ 360887 w 714546"/>
                  <a:gd name="connsiteY2" fmla="*/ 7620 h 552681"/>
                  <a:gd name="connsiteX3" fmla="*/ 142669 w 714546"/>
                  <a:gd name="connsiteY3" fmla="*/ 0 h 552681"/>
                  <a:gd name="connsiteX4" fmla="*/ 74470 w 714546"/>
                  <a:gd name="connsiteY4" fmla="*/ 177165 h 552681"/>
                  <a:gd name="connsiteX5" fmla="*/ 842 w 714546"/>
                  <a:gd name="connsiteY5" fmla="*/ 352997 h 552681"/>
                  <a:gd name="connsiteX6" fmla="*/ 61993 w 714546"/>
                  <a:gd name="connsiteY6" fmla="*/ 458819 h 552681"/>
                  <a:gd name="connsiteX7" fmla="*/ 225918 w 714546"/>
                  <a:gd name="connsiteY7" fmla="*/ 511016 h 552681"/>
                  <a:gd name="connsiteX8" fmla="*/ 289450 w 714546"/>
                  <a:gd name="connsiteY8" fmla="*/ 485394 h 552681"/>
                  <a:gd name="connsiteX9" fmla="*/ 536719 w 714546"/>
                  <a:gd name="connsiteY9" fmla="*/ 548164 h 552681"/>
                  <a:gd name="connsiteX10" fmla="*/ 706168 w 714546"/>
                  <a:gd name="connsiteY10" fmla="*/ 408718 h 552681"/>
                  <a:gd name="connsiteX11" fmla="*/ 660067 w 714546"/>
                  <a:gd name="connsiteY11" fmla="*/ 232410 h 552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4546" h="552681">
                    <a:moveTo>
                      <a:pt x="660067" y="232410"/>
                    </a:moveTo>
                    <a:cubicBezTo>
                      <a:pt x="606156" y="188024"/>
                      <a:pt x="529480" y="201263"/>
                      <a:pt x="472520" y="163449"/>
                    </a:cubicBezTo>
                    <a:cubicBezTo>
                      <a:pt x="418704" y="127730"/>
                      <a:pt x="387938" y="64008"/>
                      <a:pt x="360887" y="7620"/>
                    </a:cubicBezTo>
                    <a:lnTo>
                      <a:pt x="142669" y="0"/>
                    </a:lnTo>
                    <a:cubicBezTo>
                      <a:pt x="153814" y="64198"/>
                      <a:pt x="113523" y="124968"/>
                      <a:pt x="74470" y="177165"/>
                    </a:cubicBezTo>
                    <a:cubicBezTo>
                      <a:pt x="35418" y="229362"/>
                      <a:pt x="-6492" y="288227"/>
                      <a:pt x="842" y="352997"/>
                    </a:cubicBezTo>
                    <a:cubicBezTo>
                      <a:pt x="5509" y="394430"/>
                      <a:pt x="30560" y="431387"/>
                      <a:pt x="61993" y="458819"/>
                    </a:cubicBezTo>
                    <a:cubicBezTo>
                      <a:pt x="106570" y="497777"/>
                      <a:pt x="167434" y="520446"/>
                      <a:pt x="225918" y="511016"/>
                    </a:cubicBezTo>
                    <a:cubicBezTo>
                      <a:pt x="248587" y="507397"/>
                      <a:pt x="270495" y="498443"/>
                      <a:pt x="289450" y="485394"/>
                    </a:cubicBezTo>
                    <a:cubicBezTo>
                      <a:pt x="350314" y="539496"/>
                      <a:pt x="463757" y="563404"/>
                      <a:pt x="536719" y="548164"/>
                    </a:cubicBezTo>
                    <a:cubicBezTo>
                      <a:pt x="611585" y="532448"/>
                      <a:pt x="681594" y="481203"/>
                      <a:pt x="706168" y="408718"/>
                    </a:cubicBezTo>
                    <a:cubicBezTo>
                      <a:pt x="726361" y="348996"/>
                      <a:pt x="709693" y="273368"/>
                      <a:pt x="660067" y="232410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" name="任意形状 42"/>
              <p:cNvSpPr/>
              <p:nvPr/>
            </p:nvSpPr>
            <p:spPr>
              <a:xfrm>
                <a:off x="9752064" y="305794"/>
                <a:ext cx="316077" cy="495593"/>
              </a:xfrm>
              <a:custGeom>
                <a:avLst/>
                <a:gdLst>
                  <a:gd name="connsiteX0" fmla="*/ 203263 w 203263"/>
                  <a:gd name="connsiteY0" fmla="*/ 216122 h 318706"/>
                  <a:gd name="connsiteX1" fmla="*/ 197358 w 203263"/>
                  <a:gd name="connsiteY1" fmla="*/ 296609 h 318706"/>
                  <a:gd name="connsiteX2" fmla="*/ 0 w 203263"/>
                  <a:gd name="connsiteY2" fmla="*/ 318707 h 318706"/>
                  <a:gd name="connsiteX3" fmla="*/ 12763 w 203263"/>
                  <a:gd name="connsiteY3" fmla="*/ 254889 h 318706"/>
                  <a:gd name="connsiteX4" fmla="*/ 4572 w 203263"/>
                  <a:gd name="connsiteY4" fmla="*/ 111919 h 318706"/>
                  <a:gd name="connsiteX5" fmla="*/ 124111 w 203263"/>
                  <a:gd name="connsiteY5" fmla="*/ 0 h 318706"/>
                  <a:gd name="connsiteX6" fmla="*/ 203263 w 203263"/>
                  <a:gd name="connsiteY6" fmla="*/ 216122 h 318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3263" h="318706">
                    <a:moveTo>
                      <a:pt x="203263" y="216122"/>
                    </a:moveTo>
                    <a:lnTo>
                      <a:pt x="197358" y="296609"/>
                    </a:lnTo>
                    <a:lnTo>
                      <a:pt x="0" y="318707"/>
                    </a:lnTo>
                    <a:lnTo>
                      <a:pt x="12763" y="254889"/>
                    </a:lnTo>
                    <a:lnTo>
                      <a:pt x="4572" y="111919"/>
                    </a:lnTo>
                    <a:lnTo>
                      <a:pt x="124111" y="0"/>
                    </a:lnTo>
                    <a:lnTo>
                      <a:pt x="203263" y="216122"/>
                    </a:lnTo>
                    <a:close/>
                  </a:path>
                </a:pathLst>
              </a:custGeom>
              <a:solidFill>
                <a:srgbClr val="FFB78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" name="任意形状 106"/>
              <p:cNvSpPr/>
              <p:nvPr/>
            </p:nvSpPr>
            <p:spPr>
              <a:xfrm>
                <a:off x="9759619" y="434211"/>
                <a:ext cx="121602" cy="191070"/>
              </a:xfrm>
              <a:custGeom>
                <a:avLst/>
                <a:gdLst>
                  <a:gd name="connsiteX0" fmla="*/ 55394 w 121602"/>
                  <a:gd name="connsiteY0" fmla="*/ 0 h 191070"/>
                  <a:gd name="connsiteX1" fmla="*/ 121602 w 121602"/>
                  <a:gd name="connsiteY1" fmla="*/ 23106 h 191070"/>
                  <a:gd name="connsiteX2" fmla="*/ 121602 w 121602"/>
                  <a:gd name="connsiteY2" fmla="*/ 23254 h 191070"/>
                  <a:gd name="connsiteX3" fmla="*/ 7997 w 121602"/>
                  <a:gd name="connsiteY3" fmla="*/ 191070 h 191070"/>
                  <a:gd name="connsiteX4" fmla="*/ 0 w 121602"/>
                  <a:gd name="connsiteY4" fmla="*/ 52137 h 191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602" h="191070">
                    <a:moveTo>
                      <a:pt x="55394" y="0"/>
                    </a:moveTo>
                    <a:cubicBezTo>
                      <a:pt x="77612" y="7702"/>
                      <a:pt x="98941" y="15404"/>
                      <a:pt x="121602" y="23106"/>
                    </a:cubicBezTo>
                    <a:lnTo>
                      <a:pt x="121602" y="23254"/>
                    </a:lnTo>
                    <a:cubicBezTo>
                      <a:pt x="109013" y="91684"/>
                      <a:pt x="66059" y="153151"/>
                      <a:pt x="7997" y="191070"/>
                    </a:cubicBezTo>
                    <a:lnTo>
                      <a:pt x="0" y="52137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" name="任意形状 108"/>
              <p:cNvSpPr/>
              <p:nvPr/>
            </p:nvSpPr>
            <p:spPr>
              <a:xfrm>
                <a:off x="9538744" y="0"/>
                <a:ext cx="421422" cy="552856"/>
              </a:xfrm>
              <a:custGeom>
                <a:avLst/>
                <a:gdLst>
                  <a:gd name="connsiteX0" fmla="*/ 91093 w 421422"/>
                  <a:gd name="connsiteY0" fmla="*/ 0 h 552856"/>
                  <a:gd name="connsiteX1" fmla="*/ 300374 w 421422"/>
                  <a:gd name="connsiteY1" fmla="*/ 0 h 552856"/>
                  <a:gd name="connsiteX2" fmla="*/ 306804 w 421422"/>
                  <a:gd name="connsiteY2" fmla="*/ 3213 h 552856"/>
                  <a:gd name="connsiteX3" fmla="*/ 339366 w 421422"/>
                  <a:gd name="connsiteY3" fmla="*/ 29711 h 552856"/>
                  <a:gd name="connsiteX4" fmla="*/ 417719 w 421422"/>
                  <a:gd name="connsiteY4" fmla="*/ 185232 h 552856"/>
                  <a:gd name="connsiteX5" fmla="*/ 420384 w 421422"/>
                  <a:gd name="connsiteY5" fmla="*/ 199155 h 552856"/>
                  <a:gd name="connsiteX6" fmla="*/ 421422 w 421422"/>
                  <a:gd name="connsiteY6" fmla="*/ 205968 h 552856"/>
                  <a:gd name="connsiteX7" fmla="*/ 421422 w 421422"/>
                  <a:gd name="connsiteY7" fmla="*/ 206710 h 552856"/>
                  <a:gd name="connsiteX8" fmla="*/ 418015 w 421422"/>
                  <a:gd name="connsiteY8" fmla="*/ 220336 h 552856"/>
                  <a:gd name="connsiteX9" fmla="*/ 353141 w 421422"/>
                  <a:gd name="connsiteY9" fmla="*/ 474353 h 552856"/>
                  <a:gd name="connsiteX10" fmla="*/ 102085 w 421422"/>
                  <a:gd name="connsiteY10" fmla="*/ 518195 h 552856"/>
                  <a:gd name="connsiteX11" fmla="*/ 5514 w 421422"/>
                  <a:gd name="connsiteY11" fmla="*/ 165385 h 552856"/>
                  <a:gd name="connsiteX12" fmla="*/ 7588 w 421422"/>
                  <a:gd name="connsiteY12" fmla="*/ 152646 h 552856"/>
                  <a:gd name="connsiteX13" fmla="*/ 7884 w 421422"/>
                  <a:gd name="connsiteY13" fmla="*/ 150721 h 552856"/>
                  <a:gd name="connsiteX14" fmla="*/ 8032 w 421422"/>
                  <a:gd name="connsiteY14" fmla="*/ 151018 h 552856"/>
                  <a:gd name="connsiteX15" fmla="*/ 12031 w 421422"/>
                  <a:gd name="connsiteY15" fmla="*/ 132652 h 552856"/>
                  <a:gd name="connsiteX16" fmla="*/ 82786 w 421422"/>
                  <a:gd name="connsiteY16" fmla="*/ 4971 h 552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21422" h="552856">
                    <a:moveTo>
                      <a:pt x="91093" y="0"/>
                    </a:moveTo>
                    <a:lnTo>
                      <a:pt x="300374" y="0"/>
                    </a:lnTo>
                    <a:lnTo>
                      <a:pt x="306804" y="3213"/>
                    </a:lnTo>
                    <a:cubicBezTo>
                      <a:pt x="318852" y="11086"/>
                      <a:pt x="329664" y="20047"/>
                      <a:pt x="339366" y="29711"/>
                    </a:cubicBezTo>
                    <a:cubicBezTo>
                      <a:pt x="390021" y="80218"/>
                      <a:pt x="410313" y="150276"/>
                      <a:pt x="417719" y="185232"/>
                    </a:cubicBezTo>
                    <a:cubicBezTo>
                      <a:pt x="418904" y="190861"/>
                      <a:pt x="419792" y="195600"/>
                      <a:pt x="420384" y="199155"/>
                    </a:cubicBezTo>
                    <a:cubicBezTo>
                      <a:pt x="420977" y="202413"/>
                      <a:pt x="421274" y="204783"/>
                      <a:pt x="421422" y="205968"/>
                    </a:cubicBezTo>
                    <a:cubicBezTo>
                      <a:pt x="421422" y="206413"/>
                      <a:pt x="421422" y="206710"/>
                      <a:pt x="421422" y="206710"/>
                    </a:cubicBezTo>
                    <a:lnTo>
                      <a:pt x="418015" y="220336"/>
                    </a:lnTo>
                    <a:lnTo>
                      <a:pt x="353141" y="474353"/>
                    </a:lnTo>
                    <a:cubicBezTo>
                      <a:pt x="353141" y="474353"/>
                      <a:pt x="243091" y="616543"/>
                      <a:pt x="102085" y="518195"/>
                    </a:cubicBezTo>
                    <a:cubicBezTo>
                      <a:pt x="23733" y="463541"/>
                      <a:pt x="-15222" y="299577"/>
                      <a:pt x="5514" y="165385"/>
                    </a:cubicBezTo>
                    <a:cubicBezTo>
                      <a:pt x="6107" y="161090"/>
                      <a:pt x="6847" y="156793"/>
                      <a:pt x="7588" y="152646"/>
                    </a:cubicBezTo>
                    <a:lnTo>
                      <a:pt x="7884" y="150721"/>
                    </a:lnTo>
                    <a:lnTo>
                      <a:pt x="8032" y="151018"/>
                    </a:lnTo>
                    <a:cubicBezTo>
                      <a:pt x="9217" y="144797"/>
                      <a:pt x="10549" y="138724"/>
                      <a:pt x="12031" y="132652"/>
                    </a:cubicBezTo>
                    <a:cubicBezTo>
                      <a:pt x="24806" y="79886"/>
                      <a:pt x="47912" y="34118"/>
                      <a:pt x="82786" y="4971"/>
                    </a:cubicBezTo>
                    <a:close/>
                  </a:path>
                </a:pathLst>
              </a:custGeom>
              <a:solidFill>
                <a:srgbClr val="FFB78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" name="任意形状 110"/>
              <p:cNvSpPr/>
              <p:nvPr/>
            </p:nvSpPr>
            <p:spPr>
              <a:xfrm>
                <a:off x="9651494" y="248623"/>
                <a:ext cx="35251" cy="126787"/>
              </a:xfrm>
              <a:custGeom>
                <a:avLst/>
                <a:gdLst>
                  <a:gd name="connsiteX0" fmla="*/ 14812 w 35251"/>
                  <a:gd name="connsiteY0" fmla="*/ 0 h 126787"/>
                  <a:gd name="connsiteX1" fmla="*/ 18071 w 35251"/>
                  <a:gd name="connsiteY1" fmla="*/ 98497 h 126787"/>
                  <a:gd name="connsiteX2" fmla="*/ 22958 w 35251"/>
                  <a:gd name="connsiteY2" fmla="*/ 108568 h 126787"/>
                  <a:gd name="connsiteX3" fmla="*/ 33623 w 35251"/>
                  <a:gd name="connsiteY3" fmla="*/ 111828 h 126787"/>
                  <a:gd name="connsiteX4" fmla="*/ 35251 w 35251"/>
                  <a:gd name="connsiteY4" fmla="*/ 126492 h 126787"/>
                  <a:gd name="connsiteX5" fmla="*/ 31993 w 35251"/>
                  <a:gd name="connsiteY5" fmla="*/ 126639 h 126787"/>
                  <a:gd name="connsiteX6" fmla="*/ 31993 w 35251"/>
                  <a:gd name="connsiteY6" fmla="*/ 126787 h 126787"/>
                  <a:gd name="connsiteX7" fmla="*/ 13182 w 35251"/>
                  <a:gd name="connsiteY7" fmla="*/ 119825 h 126787"/>
                  <a:gd name="connsiteX8" fmla="*/ 3259 w 35251"/>
                  <a:gd name="connsiteY8" fmla="*/ 98941 h 126787"/>
                  <a:gd name="connsiteX9" fmla="*/ 0 w 35251"/>
                  <a:gd name="connsiteY9" fmla="*/ 445 h 126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5251" h="126787">
                    <a:moveTo>
                      <a:pt x="14812" y="0"/>
                    </a:moveTo>
                    <a:lnTo>
                      <a:pt x="18071" y="98497"/>
                    </a:lnTo>
                    <a:cubicBezTo>
                      <a:pt x="18071" y="102496"/>
                      <a:pt x="19847" y="106051"/>
                      <a:pt x="22958" y="108568"/>
                    </a:cubicBezTo>
                    <a:cubicBezTo>
                      <a:pt x="25921" y="111088"/>
                      <a:pt x="29771" y="112273"/>
                      <a:pt x="33623" y="111828"/>
                    </a:cubicBezTo>
                    <a:lnTo>
                      <a:pt x="35251" y="126492"/>
                    </a:lnTo>
                    <a:cubicBezTo>
                      <a:pt x="34215" y="126492"/>
                      <a:pt x="33178" y="126639"/>
                      <a:pt x="31993" y="126639"/>
                    </a:cubicBezTo>
                    <a:lnTo>
                      <a:pt x="31993" y="126787"/>
                    </a:lnTo>
                    <a:cubicBezTo>
                      <a:pt x="25179" y="126787"/>
                      <a:pt x="18366" y="124270"/>
                      <a:pt x="13182" y="119825"/>
                    </a:cubicBezTo>
                    <a:cubicBezTo>
                      <a:pt x="7110" y="114642"/>
                      <a:pt x="3555" y="106940"/>
                      <a:pt x="3259" y="98941"/>
                    </a:cubicBezTo>
                    <a:lnTo>
                      <a:pt x="0" y="445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" name="任意形状 112"/>
              <p:cNvSpPr/>
              <p:nvPr/>
            </p:nvSpPr>
            <p:spPr>
              <a:xfrm>
                <a:off x="9732711" y="235397"/>
                <a:ext cx="19450" cy="26896"/>
              </a:xfrm>
              <a:custGeom>
                <a:avLst/>
                <a:gdLst>
                  <a:gd name="connsiteX0" fmla="*/ 8243 w 19450"/>
                  <a:gd name="connsiteY0" fmla="*/ 44 h 26896"/>
                  <a:gd name="connsiteX1" fmla="*/ 19353 w 19450"/>
                  <a:gd name="connsiteY1" fmla="*/ 12338 h 26896"/>
                  <a:gd name="connsiteX2" fmla="*/ 11206 w 19450"/>
                  <a:gd name="connsiteY2" fmla="*/ 26853 h 26896"/>
                  <a:gd name="connsiteX3" fmla="*/ 98 w 19450"/>
                  <a:gd name="connsiteY3" fmla="*/ 14560 h 26896"/>
                  <a:gd name="connsiteX4" fmla="*/ 8243 w 19450"/>
                  <a:gd name="connsiteY4" fmla="*/ 44 h 26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50" h="26896">
                    <a:moveTo>
                      <a:pt x="8243" y="44"/>
                    </a:moveTo>
                    <a:cubicBezTo>
                      <a:pt x="13576" y="-549"/>
                      <a:pt x="18612" y="4931"/>
                      <a:pt x="19353" y="12338"/>
                    </a:cubicBezTo>
                    <a:cubicBezTo>
                      <a:pt x="20093" y="19743"/>
                      <a:pt x="16538" y="26260"/>
                      <a:pt x="11206" y="26853"/>
                    </a:cubicBezTo>
                    <a:cubicBezTo>
                      <a:pt x="5873" y="27445"/>
                      <a:pt x="986" y="21965"/>
                      <a:pt x="98" y="14560"/>
                    </a:cubicBezTo>
                    <a:cubicBezTo>
                      <a:pt x="-644" y="7153"/>
                      <a:pt x="2911" y="636"/>
                      <a:pt x="8243" y="44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" name="任意形状 114"/>
              <p:cNvSpPr/>
              <p:nvPr/>
            </p:nvSpPr>
            <p:spPr>
              <a:xfrm>
                <a:off x="9586966" y="251837"/>
                <a:ext cx="19450" cy="26896"/>
              </a:xfrm>
              <a:custGeom>
                <a:avLst/>
                <a:gdLst>
                  <a:gd name="connsiteX0" fmla="*/ 8243 w 19450"/>
                  <a:gd name="connsiteY0" fmla="*/ 44 h 26896"/>
                  <a:gd name="connsiteX1" fmla="*/ 19353 w 19450"/>
                  <a:gd name="connsiteY1" fmla="*/ 12338 h 26896"/>
                  <a:gd name="connsiteX2" fmla="*/ 11206 w 19450"/>
                  <a:gd name="connsiteY2" fmla="*/ 26853 h 26896"/>
                  <a:gd name="connsiteX3" fmla="*/ 98 w 19450"/>
                  <a:gd name="connsiteY3" fmla="*/ 14560 h 26896"/>
                  <a:gd name="connsiteX4" fmla="*/ 8243 w 19450"/>
                  <a:gd name="connsiteY4" fmla="*/ 44 h 26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50" h="26896">
                    <a:moveTo>
                      <a:pt x="8243" y="44"/>
                    </a:moveTo>
                    <a:cubicBezTo>
                      <a:pt x="13576" y="-549"/>
                      <a:pt x="18465" y="4931"/>
                      <a:pt x="19353" y="12338"/>
                    </a:cubicBezTo>
                    <a:cubicBezTo>
                      <a:pt x="20093" y="19743"/>
                      <a:pt x="16538" y="26260"/>
                      <a:pt x="11206" y="26853"/>
                    </a:cubicBezTo>
                    <a:cubicBezTo>
                      <a:pt x="5873" y="27445"/>
                      <a:pt x="986" y="21965"/>
                      <a:pt x="98" y="14560"/>
                    </a:cubicBezTo>
                    <a:cubicBezTo>
                      <a:pt x="-644" y="7153"/>
                      <a:pt x="2911" y="636"/>
                      <a:pt x="8243" y="44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" name="任意形状 116"/>
              <p:cNvSpPr/>
              <p:nvPr/>
            </p:nvSpPr>
            <p:spPr>
              <a:xfrm>
                <a:off x="9716814" y="362523"/>
                <a:ext cx="31329" cy="44138"/>
              </a:xfrm>
              <a:custGeom>
                <a:avLst/>
                <a:gdLst>
                  <a:gd name="connsiteX0" fmla="*/ 29919 w 31329"/>
                  <a:gd name="connsiteY0" fmla="*/ 0 h 44138"/>
                  <a:gd name="connsiteX1" fmla="*/ 26216 w 31329"/>
                  <a:gd name="connsiteY1" fmla="*/ 28142 h 44138"/>
                  <a:gd name="connsiteX2" fmla="*/ 2665 w 31329"/>
                  <a:gd name="connsiteY2" fmla="*/ 44138 h 44138"/>
                  <a:gd name="connsiteX3" fmla="*/ 2518 w 31329"/>
                  <a:gd name="connsiteY3" fmla="*/ 43990 h 44138"/>
                  <a:gd name="connsiteX4" fmla="*/ 0 w 31329"/>
                  <a:gd name="connsiteY4" fmla="*/ 29476 h 44138"/>
                  <a:gd name="connsiteX5" fmla="*/ 13479 w 31329"/>
                  <a:gd name="connsiteY5" fmla="*/ 20292 h 44138"/>
                  <a:gd name="connsiteX6" fmla="*/ 15699 w 31329"/>
                  <a:gd name="connsiteY6" fmla="*/ 4147 h 44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329" h="44138">
                    <a:moveTo>
                      <a:pt x="29919" y="0"/>
                    </a:moveTo>
                    <a:cubicBezTo>
                      <a:pt x="32733" y="9332"/>
                      <a:pt x="31253" y="19849"/>
                      <a:pt x="26216" y="28142"/>
                    </a:cubicBezTo>
                    <a:cubicBezTo>
                      <a:pt x="21032" y="36438"/>
                      <a:pt x="12294" y="42362"/>
                      <a:pt x="2665" y="44138"/>
                    </a:cubicBezTo>
                    <a:lnTo>
                      <a:pt x="2518" y="43990"/>
                    </a:lnTo>
                    <a:lnTo>
                      <a:pt x="0" y="29476"/>
                    </a:lnTo>
                    <a:cubicBezTo>
                      <a:pt x="5480" y="28438"/>
                      <a:pt x="10517" y="25031"/>
                      <a:pt x="13479" y="20292"/>
                    </a:cubicBezTo>
                    <a:cubicBezTo>
                      <a:pt x="16441" y="15552"/>
                      <a:pt x="17181" y="9480"/>
                      <a:pt x="15699" y="4147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" name="任意形状 118"/>
              <p:cNvSpPr/>
              <p:nvPr/>
            </p:nvSpPr>
            <p:spPr>
              <a:xfrm>
                <a:off x="9703072" y="182006"/>
                <a:ext cx="73897" cy="23035"/>
              </a:xfrm>
              <a:custGeom>
                <a:avLst/>
                <a:gdLst>
                  <a:gd name="connsiteX0" fmla="*/ 55805 w 73897"/>
                  <a:gd name="connsiteY0" fmla="*/ 1299 h 23035"/>
                  <a:gd name="connsiteX1" fmla="*/ 55805 w 73897"/>
                  <a:gd name="connsiteY1" fmla="*/ 1446 h 23035"/>
                  <a:gd name="connsiteX2" fmla="*/ 67951 w 73897"/>
                  <a:gd name="connsiteY2" fmla="*/ 4556 h 23035"/>
                  <a:gd name="connsiteX3" fmla="*/ 73875 w 73897"/>
                  <a:gd name="connsiteY3" fmla="*/ 11963 h 23035"/>
                  <a:gd name="connsiteX4" fmla="*/ 59212 w 73897"/>
                  <a:gd name="connsiteY4" fmla="*/ 20849 h 23035"/>
                  <a:gd name="connsiteX5" fmla="*/ 13889 w 73897"/>
                  <a:gd name="connsiteY5" fmla="*/ 20997 h 23035"/>
                  <a:gd name="connsiteX6" fmla="*/ 855 w 73897"/>
                  <a:gd name="connsiteY6" fmla="*/ 14925 h 23035"/>
                  <a:gd name="connsiteX7" fmla="*/ 17740 w 73897"/>
                  <a:gd name="connsiteY7" fmla="*/ 1594 h 23035"/>
                  <a:gd name="connsiteX8" fmla="*/ 55805 w 73897"/>
                  <a:gd name="connsiteY8" fmla="*/ 1299 h 23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3897" h="23035">
                    <a:moveTo>
                      <a:pt x="55805" y="1299"/>
                    </a:moveTo>
                    <a:lnTo>
                      <a:pt x="55805" y="1446"/>
                    </a:lnTo>
                    <a:cubicBezTo>
                      <a:pt x="60101" y="2039"/>
                      <a:pt x="64396" y="2928"/>
                      <a:pt x="67951" y="4556"/>
                    </a:cubicBezTo>
                    <a:cubicBezTo>
                      <a:pt x="71505" y="6186"/>
                      <a:pt x="74171" y="9148"/>
                      <a:pt x="73875" y="11963"/>
                    </a:cubicBezTo>
                    <a:cubicBezTo>
                      <a:pt x="73430" y="16702"/>
                      <a:pt x="66026" y="19517"/>
                      <a:pt x="59212" y="20849"/>
                    </a:cubicBezTo>
                    <a:cubicBezTo>
                      <a:pt x="44697" y="23664"/>
                      <a:pt x="28848" y="23812"/>
                      <a:pt x="13889" y="20997"/>
                    </a:cubicBezTo>
                    <a:cubicBezTo>
                      <a:pt x="8557" y="20109"/>
                      <a:pt x="2928" y="18332"/>
                      <a:pt x="855" y="14925"/>
                    </a:cubicBezTo>
                    <a:cubicBezTo>
                      <a:pt x="-3737" y="6926"/>
                      <a:pt x="11370" y="2631"/>
                      <a:pt x="17740" y="1594"/>
                    </a:cubicBezTo>
                    <a:cubicBezTo>
                      <a:pt x="29886" y="-479"/>
                      <a:pt x="43512" y="-479"/>
                      <a:pt x="55805" y="1299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形状 120"/>
              <p:cNvSpPr/>
              <p:nvPr/>
            </p:nvSpPr>
            <p:spPr>
              <a:xfrm>
                <a:off x="9558261" y="196634"/>
                <a:ext cx="63760" cy="24046"/>
              </a:xfrm>
              <a:custGeom>
                <a:avLst/>
                <a:gdLst>
                  <a:gd name="connsiteX0" fmla="*/ 47020 w 63760"/>
                  <a:gd name="connsiteY0" fmla="*/ 0 h 24046"/>
                  <a:gd name="connsiteX1" fmla="*/ 57834 w 63760"/>
                  <a:gd name="connsiteY1" fmla="*/ 1185 h 24046"/>
                  <a:gd name="connsiteX2" fmla="*/ 63758 w 63760"/>
                  <a:gd name="connsiteY2" fmla="*/ 7110 h 24046"/>
                  <a:gd name="connsiteX3" fmla="*/ 52057 w 63760"/>
                  <a:gd name="connsiteY3" fmla="*/ 17329 h 24046"/>
                  <a:gd name="connsiteX4" fmla="*/ 12955 w 63760"/>
                  <a:gd name="connsiteY4" fmla="*/ 23994 h 24046"/>
                  <a:gd name="connsiteX5" fmla="*/ 1106 w 63760"/>
                  <a:gd name="connsiteY5" fmla="*/ 20441 h 24046"/>
                  <a:gd name="connsiteX6" fmla="*/ 14140 w 63760"/>
                  <a:gd name="connsiteY6" fmla="*/ 5925 h 24046"/>
                  <a:gd name="connsiteX7" fmla="*/ 47020 w 63760"/>
                  <a:gd name="connsiteY7" fmla="*/ 148 h 24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760" h="24046">
                    <a:moveTo>
                      <a:pt x="47020" y="0"/>
                    </a:moveTo>
                    <a:cubicBezTo>
                      <a:pt x="50724" y="0"/>
                      <a:pt x="54575" y="0"/>
                      <a:pt x="57834" y="1185"/>
                    </a:cubicBezTo>
                    <a:cubicBezTo>
                      <a:pt x="61092" y="2222"/>
                      <a:pt x="63758" y="4444"/>
                      <a:pt x="63758" y="7110"/>
                    </a:cubicBezTo>
                    <a:cubicBezTo>
                      <a:pt x="63906" y="11552"/>
                      <a:pt x="57834" y="15107"/>
                      <a:pt x="52057" y="17329"/>
                    </a:cubicBezTo>
                    <a:cubicBezTo>
                      <a:pt x="39763" y="22069"/>
                      <a:pt x="26137" y="24439"/>
                      <a:pt x="12955" y="23994"/>
                    </a:cubicBezTo>
                    <a:cubicBezTo>
                      <a:pt x="8363" y="23994"/>
                      <a:pt x="3178" y="23254"/>
                      <a:pt x="1106" y="20441"/>
                    </a:cubicBezTo>
                    <a:cubicBezTo>
                      <a:pt x="-3782" y="13922"/>
                      <a:pt x="8808" y="7850"/>
                      <a:pt x="14140" y="5925"/>
                    </a:cubicBezTo>
                    <a:cubicBezTo>
                      <a:pt x="24359" y="2222"/>
                      <a:pt x="36061" y="297"/>
                      <a:pt x="47020" y="148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" name="任意形状 122"/>
              <p:cNvSpPr/>
              <p:nvPr/>
            </p:nvSpPr>
            <p:spPr>
              <a:xfrm>
                <a:off x="9666737" y="0"/>
                <a:ext cx="289727" cy="189292"/>
              </a:xfrm>
              <a:custGeom>
                <a:avLst/>
                <a:gdLst>
                  <a:gd name="connsiteX0" fmla="*/ 0 w 289727"/>
                  <a:gd name="connsiteY0" fmla="*/ 0 h 189292"/>
                  <a:gd name="connsiteX1" fmla="*/ 172700 w 289727"/>
                  <a:gd name="connsiteY1" fmla="*/ 0 h 189292"/>
                  <a:gd name="connsiteX2" fmla="*/ 178309 w 289727"/>
                  <a:gd name="connsiteY2" fmla="*/ 2776 h 189292"/>
                  <a:gd name="connsiteX3" fmla="*/ 211374 w 289727"/>
                  <a:gd name="connsiteY3" fmla="*/ 29561 h 189292"/>
                  <a:gd name="connsiteX4" fmla="*/ 289727 w 289727"/>
                  <a:gd name="connsiteY4" fmla="*/ 185083 h 189292"/>
                  <a:gd name="connsiteX5" fmla="*/ 78663 w 289727"/>
                  <a:gd name="connsiteY5" fmla="*/ 137834 h 189292"/>
                  <a:gd name="connsiteX6" fmla="*/ 23638 w 289727"/>
                  <a:gd name="connsiteY6" fmla="*/ 67516 h 189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9727" h="189292">
                    <a:moveTo>
                      <a:pt x="0" y="0"/>
                    </a:moveTo>
                    <a:lnTo>
                      <a:pt x="172700" y="0"/>
                    </a:lnTo>
                    <a:lnTo>
                      <a:pt x="178309" y="2776"/>
                    </a:lnTo>
                    <a:cubicBezTo>
                      <a:pt x="190545" y="10723"/>
                      <a:pt x="201524" y="19786"/>
                      <a:pt x="211374" y="29561"/>
                    </a:cubicBezTo>
                    <a:cubicBezTo>
                      <a:pt x="262029" y="80070"/>
                      <a:pt x="282322" y="150127"/>
                      <a:pt x="289727" y="185083"/>
                    </a:cubicBezTo>
                    <a:cubicBezTo>
                      <a:pt x="215374" y="196635"/>
                      <a:pt x="135835" y="185527"/>
                      <a:pt x="78663" y="137834"/>
                    </a:cubicBezTo>
                    <a:cubicBezTo>
                      <a:pt x="55408" y="118356"/>
                      <a:pt x="37449" y="94250"/>
                      <a:pt x="23638" y="67516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任意形状 124"/>
              <p:cNvSpPr/>
              <p:nvPr/>
            </p:nvSpPr>
            <p:spPr>
              <a:xfrm>
                <a:off x="9902994" y="183993"/>
                <a:ext cx="118640" cy="170420"/>
              </a:xfrm>
              <a:custGeom>
                <a:avLst/>
                <a:gdLst>
                  <a:gd name="connsiteX0" fmla="*/ 42065 w 118640"/>
                  <a:gd name="connsiteY0" fmla="*/ 51 h 170420"/>
                  <a:gd name="connsiteX1" fmla="*/ 89462 w 118640"/>
                  <a:gd name="connsiteY1" fmla="*/ 18121 h 170420"/>
                  <a:gd name="connsiteX2" fmla="*/ 108123 w 118640"/>
                  <a:gd name="connsiteY2" fmla="*/ 126393 h 170420"/>
                  <a:gd name="connsiteX3" fmla="*/ 5925 w 118640"/>
                  <a:gd name="connsiteY3" fmla="*/ 166680 h 170420"/>
                  <a:gd name="connsiteX4" fmla="*/ 0 w 118640"/>
                  <a:gd name="connsiteY4" fmla="*/ 26267 h 170420"/>
                  <a:gd name="connsiteX5" fmla="*/ 42065 w 118640"/>
                  <a:gd name="connsiteY5" fmla="*/ 51 h 170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8640" h="170420">
                    <a:moveTo>
                      <a:pt x="42065" y="51"/>
                    </a:moveTo>
                    <a:cubicBezTo>
                      <a:pt x="59394" y="-690"/>
                      <a:pt x="76428" y="6716"/>
                      <a:pt x="89462" y="18121"/>
                    </a:cubicBezTo>
                    <a:cubicBezTo>
                      <a:pt x="119380" y="44189"/>
                      <a:pt x="127527" y="91883"/>
                      <a:pt x="108123" y="126393"/>
                    </a:cubicBezTo>
                    <a:cubicBezTo>
                      <a:pt x="88721" y="160903"/>
                      <a:pt x="43694" y="178677"/>
                      <a:pt x="5925" y="166680"/>
                    </a:cubicBezTo>
                    <a:lnTo>
                      <a:pt x="0" y="26267"/>
                    </a:lnTo>
                    <a:cubicBezTo>
                      <a:pt x="7407" y="10566"/>
                      <a:pt x="24736" y="792"/>
                      <a:pt x="42065" y="51"/>
                    </a:cubicBezTo>
                    <a:close/>
                  </a:path>
                </a:pathLst>
              </a:custGeom>
              <a:solidFill>
                <a:srgbClr val="FFB78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形状 126"/>
              <p:cNvSpPr/>
              <p:nvPr/>
            </p:nvSpPr>
            <p:spPr>
              <a:xfrm>
                <a:off x="9928173" y="227146"/>
                <a:ext cx="43990" cy="70356"/>
              </a:xfrm>
              <a:custGeom>
                <a:avLst/>
                <a:gdLst>
                  <a:gd name="connsiteX0" fmla="*/ 42657 w 43990"/>
                  <a:gd name="connsiteY0" fmla="*/ 0 h 70356"/>
                  <a:gd name="connsiteX1" fmla="*/ 43990 w 43990"/>
                  <a:gd name="connsiteY1" fmla="*/ 14812 h 70356"/>
                  <a:gd name="connsiteX2" fmla="*/ 21181 w 43990"/>
                  <a:gd name="connsiteY2" fmla="*/ 16737 h 70356"/>
                  <a:gd name="connsiteX3" fmla="*/ 41472 w 43990"/>
                  <a:gd name="connsiteY3" fmla="*/ 69763 h 70356"/>
                  <a:gd name="connsiteX4" fmla="*/ 26661 w 43990"/>
                  <a:gd name="connsiteY4" fmla="*/ 70356 h 70356"/>
                  <a:gd name="connsiteX5" fmla="*/ 0 w 43990"/>
                  <a:gd name="connsiteY5" fmla="*/ 16441 h 70356"/>
                  <a:gd name="connsiteX6" fmla="*/ 4147 w 43990"/>
                  <a:gd name="connsiteY6" fmla="*/ 3407 h 70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990" h="70356">
                    <a:moveTo>
                      <a:pt x="42657" y="0"/>
                    </a:moveTo>
                    <a:lnTo>
                      <a:pt x="43990" y="14812"/>
                    </a:lnTo>
                    <a:lnTo>
                      <a:pt x="21181" y="16737"/>
                    </a:lnTo>
                    <a:cubicBezTo>
                      <a:pt x="33326" y="31696"/>
                      <a:pt x="40732" y="50507"/>
                      <a:pt x="41472" y="69763"/>
                    </a:cubicBezTo>
                    <a:lnTo>
                      <a:pt x="26661" y="70356"/>
                    </a:lnTo>
                    <a:cubicBezTo>
                      <a:pt x="25771" y="49767"/>
                      <a:pt x="15849" y="29623"/>
                      <a:pt x="0" y="16441"/>
                    </a:cubicBezTo>
                    <a:lnTo>
                      <a:pt x="4147" y="3407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任意形状 128"/>
              <p:cNvSpPr/>
              <p:nvPr/>
            </p:nvSpPr>
            <p:spPr>
              <a:xfrm>
                <a:off x="9546333" y="0"/>
                <a:ext cx="141340" cy="152646"/>
              </a:xfrm>
              <a:custGeom>
                <a:avLst/>
                <a:gdLst>
                  <a:gd name="connsiteX0" fmla="*/ 83109 w 141340"/>
                  <a:gd name="connsiteY0" fmla="*/ 0 h 152646"/>
                  <a:gd name="connsiteX1" fmla="*/ 141340 w 141340"/>
                  <a:gd name="connsiteY1" fmla="*/ 0 h 152646"/>
                  <a:gd name="connsiteX2" fmla="*/ 120955 w 141340"/>
                  <a:gd name="connsiteY2" fmla="*/ 45559 h 152646"/>
                  <a:gd name="connsiteX3" fmla="*/ 69021 w 141340"/>
                  <a:gd name="connsiteY3" fmla="*/ 107174 h 152646"/>
                  <a:gd name="connsiteX4" fmla="*/ 0 w 141340"/>
                  <a:gd name="connsiteY4" fmla="*/ 152646 h 152646"/>
                  <a:gd name="connsiteX5" fmla="*/ 295 w 141340"/>
                  <a:gd name="connsiteY5" fmla="*/ 150721 h 152646"/>
                  <a:gd name="connsiteX6" fmla="*/ 295 w 141340"/>
                  <a:gd name="connsiteY6" fmla="*/ 150868 h 152646"/>
                  <a:gd name="connsiteX7" fmla="*/ 4295 w 141340"/>
                  <a:gd name="connsiteY7" fmla="*/ 132502 h 152646"/>
                  <a:gd name="connsiteX8" fmla="*/ 75051 w 141340"/>
                  <a:gd name="connsiteY8" fmla="*/ 4822 h 152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340" h="152646">
                    <a:moveTo>
                      <a:pt x="83109" y="0"/>
                    </a:moveTo>
                    <a:lnTo>
                      <a:pt x="141340" y="0"/>
                    </a:lnTo>
                    <a:lnTo>
                      <a:pt x="120955" y="45559"/>
                    </a:lnTo>
                    <a:cubicBezTo>
                      <a:pt x="106643" y="68405"/>
                      <a:pt x="89165" y="89252"/>
                      <a:pt x="69021" y="107174"/>
                    </a:cubicBezTo>
                    <a:cubicBezTo>
                      <a:pt x="48434" y="125540"/>
                      <a:pt x="25031" y="140944"/>
                      <a:pt x="0" y="152646"/>
                    </a:cubicBezTo>
                    <a:lnTo>
                      <a:pt x="295" y="150721"/>
                    </a:lnTo>
                    <a:lnTo>
                      <a:pt x="295" y="150868"/>
                    </a:lnTo>
                    <a:cubicBezTo>
                      <a:pt x="1480" y="144648"/>
                      <a:pt x="2815" y="138574"/>
                      <a:pt x="4295" y="132502"/>
                    </a:cubicBezTo>
                    <a:cubicBezTo>
                      <a:pt x="17070" y="79736"/>
                      <a:pt x="40177" y="33969"/>
                      <a:pt x="75051" y="4822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8" name="组合 55"/>
              <p:cNvGrpSpPr/>
              <p:nvPr/>
            </p:nvGrpSpPr>
            <p:grpSpPr>
              <a:xfrm>
                <a:off x="8633218" y="818370"/>
                <a:ext cx="283032" cy="338199"/>
                <a:chOff x="9289267" y="468959"/>
                <a:chExt cx="182012" cy="217489"/>
              </a:xfrm>
            </p:grpSpPr>
            <p:sp>
              <p:nvSpPr>
                <p:cNvPr id="19" name="任意形状 56"/>
                <p:cNvSpPr/>
                <p:nvPr/>
              </p:nvSpPr>
              <p:spPr>
                <a:xfrm>
                  <a:off x="9289267" y="468959"/>
                  <a:ext cx="182012" cy="217489"/>
                </a:xfrm>
                <a:custGeom>
                  <a:avLst/>
                  <a:gdLst>
                    <a:gd name="connsiteX0" fmla="*/ 117147 w 182012"/>
                    <a:gd name="connsiteY0" fmla="*/ 62994 h 217489"/>
                    <a:gd name="connsiteX1" fmla="*/ 139245 w 182012"/>
                    <a:gd name="connsiteY1" fmla="*/ 10416 h 217489"/>
                    <a:gd name="connsiteX2" fmla="*/ 157628 w 182012"/>
                    <a:gd name="connsiteY2" fmla="*/ 66423 h 217489"/>
                    <a:gd name="connsiteX3" fmla="*/ 182012 w 182012"/>
                    <a:gd name="connsiteY3" fmla="*/ 137003 h 217489"/>
                    <a:gd name="connsiteX4" fmla="*/ 56282 w 182012"/>
                    <a:gd name="connsiteY4" fmla="*/ 217490 h 217489"/>
                    <a:gd name="connsiteX5" fmla="*/ 1323 w 182012"/>
                    <a:gd name="connsiteY5" fmla="*/ 50897 h 217489"/>
                    <a:gd name="connsiteX6" fmla="*/ 16373 w 182012"/>
                    <a:gd name="connsiteY6" fmla="*/ 45754 h 217489"/>
                    <a:gd name="connsiteX7" fmla="*/ 13229 w 182012"/>
                    <a:gd name="connsiteY7" fmla="*/ 23084 h 217489"/>
                    <a:gd name="connsiteX8" fmla="*/ 28279 w 182012"/>
                    <a:gd name="connsiteY8" fmla="*/ 17941 h 217489"/>
                    <a:gd name="connsiteX9" fmla="*/ 35423 w 182012"/>
                    <a:gd name="connsiteY9" fmla="*/ 415 h 217489"/>
                    <a:gd name="connsiteX10" fmla="*/ 117147 w 182012"/>
                    <a:gd name="connsiteY10" fmla="*/ 62899 h 2174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82012" h="217489">
                      <a:moveTo>
                        <a:pt x="117147" y="62994"/>
                      </a:moveTo>
                      <a:cubicBezTo>
                        <a:pt x="112480" y="40134"/>
                        <a:pt x="118100" y="6511"/>
                        <a:pt x="139245" y="10416"/>
                      </a:cubicBezTo>
                      <a:cubicBezTo>
                        <a:pt x="161343" y="14512"/>
                        <a:pt x="152009" y="41182"/>
                        <a:pt x="157628" y="66423"/>
                      </a:cubicBezTo>
                      <a:cubicBezTo>
                        <a:pt x="163343" y="91664"/>
                        <a:pt x="182012" y="137003"/>
                        <a:pt x="182012" y="137003"/>
                      </a:cubicBezTo>
                      <a:lnTo>
                        <a:pt x="56282" y="217490"/>
                      </a:lnTo>
                      <a:cubicBezTo>
                        <a:pt x="56282" y="217490"/>
                        <a:pt x="-10107" y="68233"/>
                        <a:pt x="1323" y="50897"/>
                      </a:cubicBezTo>
                      <a:cubicBezTo>
                        <a:pt x="8181" y="40515"/>
                        <a:pt x="16373" y="45754"/>
                        <a:pt x="16373" y="45754"/>
                      </a:cubicBezTo>
                      <a:cubicBezTo>
                        <a:pt x="16373" y="45754"/>
                        <a:pt x="7800" y="31466"/>
                        <a:pt x="13229" y="23084"/>
                      </a:cubicBezTo>
                      <a:cubicBezTo>
                        <a:pt x="18659" y="14702"/>
                        <a:pt x="28279" y="17941"/>
                        <a:pt x="28279" y="17941"/>
                      </a:cubicBezTo>
                      <a:cubicBezTo>
                        <a:pt x="28279" y="17941"/>
                        <a:pt x="22754" y="4511"/>
                        <a:pt x="35423" y="415"/>
                      </a:cubicBezTo>
                      <a:cubicBezTo>
                        <a:pt x="49329" y="-4062"/>
                        <a:pt x="84667" y="28418"/>
                        <a:pt x="117147" y="62899"/>
                      </a:cubicBezTo>
                      <a:close/>
                    </a:path>
                  </a:pathLst>
                </a:custGeom>
                <a:solidFill>
                  <a:srgbClr val="FFB78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任意形状 57"/>
                <p:cNvSpPr/>
                <p:nvPr/>
              </p:nvSpPr>
              <p:spPr>
                <a:xfrm>
                  <a:off x="9314784" y="482995"/>
                  <a:ext cx="54959" cy="55435"/>
                </a:xfrm>
                <a:custGeom>
                  <a:avLst/>
                  <a:gdLst>
                    <a:gd name="connsiteX0" fmla="*/ 47339 w 54959"/>
                    <a:gd name="connsiteY0" fmla="*/ 55435 h 55435"/>
                    <a:gd name="connsiteX1" fmla="*/ 0 w 54959"/>
                    <a:gd name="connsiteY1" fmla="*/ 7810 h 55435"/>
                    <a:gd name="connsiteX2" fmla="*/ 5429 w 54959"/>
                    <a:gd name="connsiteY2" fmla="*/ 0 h 55435"/>
                    <a:gd name="connsiteX3" fmla="*/ 54959 w 54959"/>
                    <a:gd name="connsiteY3" fmla="*/ 49720 h 55435"/>
                    <a:gd name="connsiteX4" fmla="*/ 47339 w 54959"/>
                    <a:gd name="connsiteY4" fmla="*/ 55435 h 554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959" h="55435">
                      <a:moveTo>
                        <a:pt x="47339" y="55435"/>
                      </a:moveTo>
                      <a:cubicBezTo>
                        <a:pt x="25051" y="25527"/>
                        <a:pt x="286" y="8001"/>
                        <a:pt x="0" y="7810"/>
                      </a:cubicBezTo>
                      <a:lnTo>
                        <a:pt x="5429" y="0"/>
                      </a:lnTo>
                      <a:cubicBezTo>
                        <a:pt x="6477" y="762"/>
                        <a:pt x="31814" y="18574"/>
                        <a:pt x="54959" y="49720"/>
                      </a:cubicBezTo>
                      <a:lnTo>
                        <a:pt x="47339" y="55435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任意形状 58"/>
                <p:cNvSpPr/>
                <p:nvPr/>
              </p:nvSpPr>
              <p:spPr>
                <a:xfrm>
                  <a:off x="9302306" y="511379"/>
                  <a:ext cx="43529" cy="48482"/>
                </a:xfrm>
                <a:custGeom>
                  <a:avLst/>
                  <a:gdLst>
                    <a:gd name="connsiteX0" fmla="*/ 35719 w 43529"/>
                    <a:gd name="connsiteY0" fmla="*/ 48482 h 48482"/>
                    <a:gd name="connsiteX1" fmla="*/ 0 w 43529"/>
                    <a:gd name="connsiteY1" fmla="*/ 6763 h 48482"/>
                    <a:gd name="connsiteX2" fmla="*/ 6763 w 43529"/>
                    <a:gd name="connsiteY2" fmla="*/ 0 h 48482"/>
                    <a:gd name="connsiteX3" fmla="*/ 43529 w 43529"/>
                    <a:gd name="connsiteY3" fmla="*/ 42958 h 48482"/>
                    <a:gd name="connsiteX4" fmla="*/ 35814 w 43529"/>
                    <a:gd name="connsiteY4" fmla="*/ 48482 h 484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529" h="48482">
                      <a:moveTo>
                        <a:pt x="35719" y="48482"/>
                      </a:moveTo>
                      <a:cubicBezTo>
                        <a:pt x="20574" y="27337"/>
                        <a:pt x="190" y="6953"/>
                        <a:pt x="0" y="6763"/>
                      </a:cubicBezTo>
                      <a:lnTo>
                        <a:pt x="6763" y="0"/>
                      </a:lnTo>
                      <a:cubicBezTo>
                        <a:pt x="7620" y="857"/>
                        <a:pt x="27908" y="21146"/>
                        <a:pt x="43529" y="42958"/>
                      </a:cubicBezTo>
                      <a:lnTo>
                        <a:pt x="35814" y="48482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任意形状 59"/>
                <p:cNvSpPr/>
                <p:nvPr/>
              </p:nvSpPr>
              <p:spPr>
                <a:xfrm>
                  <a:off x="9395977" y="551384"/>
                  <a:ext cx="22247" cy="53625"/>
                </a:xfrm>
                <a:custGeom>
                  <a:avLst/>
                  <a:gdLst>
                    <a:gd name="connsiteX0" fmla="*/ 2341 w 22247"/>
                    <a:gd name="connsiteY0" fmla="*/ 53626 h 53625"/>
                    <a:gd name="connsiteX1" fmla="*/ 15485 w 22247"/>
                    <a:gd name="connsiteY1" fmla="*/ 0 h 53625"/>
                    <a:gd name="connsiteX2" fmla="*/ 22248 w 22247"/>
                    <a:gd name="connsiteY2" fmla="*/ 6763 h 53625"/>
                    <a:gd name="connsiteX3" fmla="*/ 11485 w 22247"/>
                    <a:gd name="connsiteY3" fmla="*/ 50768 h 53625"/>
                    <a:gd name="connsiteX4" fmla="*/ 2436 w 22247"/>
                    <a:gd name="connsiteY4" fmla="*/ 53626 h 53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247" h="53625">
                      <a:moveTo>
                        <a:pt x="2341" y="53626"/>
                      </a:moveTo>
                      <a:cubicBezTo>
                        <a:pt x="-3470" y="35243"/>
                        <a:pt x="1769" y="13621"/>
                        <a:pt x="15485" y="0"/>
                      </a:cubicBezTo>
                      <a:lnTo>
                        <a:pt x="22248" y="6763"/>
                      </a:lnTo>
                      <a:cubicBezTo>
                        <a:pt x="11008" y="18002"/>
                        <a:pt x="6722" y="35624"/>
                        <a:pt x="11485" y="50768"/>
                      </a:cubicBezTo>
                      <a:lnTo>
                        <a:pt x="2436" y="53626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3" name="任意形状 60"/>
              <p:cNvSpPr/>
              <p:nvPr/>
            </p:nvSpPr>
            <p:spPr>
              <a:xfrm>
                <a:off x="8649347" y="534206"/>
                <a:ext cx="1718285" cy="1192014"/>
              </a:xfrm>
              <a:custGeom>
                <a:avLst/>
                <a:gdLst>
                  <a:gd name="connsiteX0" fmla="*/ 1079659 w 1104995"/>
                  <a:gd name="connsiteY0" fmla="*/ 4752 h 766561"/>
                  <a:gd name="connsiteX1" fmla="*/ 891350 w 1104995"/>
                  <a:gd name="connsiteY1" fmla="*/ 18944 h 766561"/>
                  <a:gd name="connsiteX2" fmla="*/ 720090 w 1104995"/>
                  <a:gd name="connsiteY2" fmla="*/ 92001 h 766561"/>
                  <a:gd name="connsiteX3" fmla="*/ 497586 w 1104995"/>
                  <a:gd name="connsiteY3" fmla="*/ 153247 h 766561"/>
                  <a:gd name="connsiteX4" fmla="*/ 307753 w 1104995"/>
                  <a:gd name="connsiteY4" fmla="*/ 441092 h 766561"/>
                  <a:gd name="connsiteX5" fmla="*/ 190691 w 1104995"/>
                  <a:gd name="connsiteY5" fmla="*/ 287454 h 766561"/>
                  <a:gd name="connsiteX6" fmla="*/ 0 w 1104995"/>
                  <a:gd name="connsiteY6" fmla="*/ 382609 h 766561"/>
                  <a:gd name="connsiteX7" fmla="*/ 310420 w 1104995"/>
                  <a:gd name="connsiteY7" fmla="*/ 766561 h 766561"/>
                  <a:gd name="connsiteX8" fmla="*/ 608457 w 1104995"/>
                  <a:gd name="connsiteY8" fmla="*/ 563488 h 766561"/>
                  <a:gd name="connsiteX9" fmla="*/ 639889 w 1104995"/>
                  <a:gd name="connsiteY9" fmla="*/ 520340 h 766561"/>
                  <a:gd name="connsiteX10" fmla="*/ 667703 w 1104995"/>
                  <a:gd name="connsiteY10" fmla="*/ 477001 h 766561"/>
                  <a:gd name="connsiteX11" fmla="*/ 1104995 w 1104995"/>
                  <a:gd name="connsiteY11" fmla="*/ 399468 h 766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04995" h="766561">
                    <a:moveTo>
                      <a:pt x="1079659" y="4752"/>
                    </a:moveTo>
                    <a:cubicBezTo>
                      <a:pt x="1029272" y="-11441"/>
                      <a:pt x="891350" y="18944"/>
                      <a:pt x="891350" y="18944"/>
                    </a:cubicBezTo>
                    <a:cubicBezTo>
                      <a:pt x="891350" y="18944"/>
                      <a:pt x="841629" y="166963"/>
                      <a:pt x="720090" y="92001"/>
                    </a:cubicBezTo>
                    <a:cubicBezTo>
                      <a:pt x="720090" y="92001"/>
                      <a:pt x="536829" y="116385"/>
                      <a:pt x="497586" y="153247"/>
                    </a:cubicBezTo>
                    <a:cubicBezTo>
                      <a:pt x="458343" y="190108"/>
                      <a:pt x="307753" y="441092"/>
                      <a:pt x="307753" y="441092"/>
                    </a:cubicBezTo>
                    <a:lnTo>
                      <a:pt x="190691" y="287454"/>
                    </a:lnTo>
                    <a:lnTo>
                      <a:pt x="0" y="382609"/>
                    </a:lnTo>
                    <a:cubicBezTo>
                      <a:pt x="0" y="382609"/>
                      <a:pt x="104775" y="766561"/>
                      <a:pt x="310420" y="766561"/>
                    </a:cubicBezTo>
                    <a:cubicBezTo>
                      <a:pt x="434816" y="766561"/>
                      <a:pt x="544449" y="646451"/>
                      <a:pt x="608457" y="563488"/>
                    </a:cubicBezTo>
                    <a:cubicBezTo>
                      <a:pt x="620649" y="547677"/>
                      <a:pt x="631222" y="533008"/>
                      <a:pt x="639889" y="520340"/>
                    </a:cubicBezTo>
                    <a:cubicBezTo>
                      <a:pt x="657797" y="494242"/>
                      <a:pt x="667703" y="477001"/>
                      <a:pt x="667703" y="477001"/>
                    </a:cubicBezTo>
                    <a:lnTo>
                      <a:pt x="1104995" y="399468"/>
                    </a:lnTo>
                  </a:path>
                </a:pathLst>
              </a:custGeom>
              <a:solidFill>
                <a:schemeClr val="accent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形状 61"/>
              <p:cNvSpPr/>
              <p:nvPr/>
            </p:nvSpPr>
            <p:spPr>
              <a:xfrm>
                <a:off x="9564402" y="1004158"/>
                <a:ext cx="95829" cy="387913"/>
              </a:xfrm>
              <a:custGeom>
                <a:avLst/>
                <a:gdLst>
                  <a:gd name="connsiteX0" fmla="*/ 0 w 61626"/>
                  <a:gd name="connsiteY0" fmla="*/ 0 h 249459"/>
                  <a:gd name="connsiteX1" fmla="*/ 16383 w 61626"/>
                  <a:gd name="connsiteY1" fmla="*/ 249460 h 249459"/>
                  <a:gd name="connsiteX2" fmla="*/ 61627 w 61626"/>
                  <a:gd name="connsiteY2" fmla="*/ 235172 h 249459"/>
                  <a:gd name="connsiteX3" fmla="*/ 0 w 61626"/>
                  <a:gd name="connsiteY3" fmla="*/ 0 h 249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626" h="249459">
                    <a:moveTo>
                      <a:pt x="0" y="0"/>
                    </a:moveTo>
                    <a:lnTo>
                      <a:pt x="16383" y="249460"/>
                    </a:lnTo>
                    <a:lnTo>
                      <a:pt x="61627" y="2351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55B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" name="任意形状 130"/>
              <p:cNvSpPr/>
              <p:nvPr/>
            </p:nvSpPr>
            <p:spPr>
              <a:xfrm>
                <a:off x="9826092" y="0"/>
                <a:ext cx="125570" cy="87198"/>
              </a:xfrm>
              <a:custGeom>
                <a:avLst/>
                <a:gdLst>
                  <a:gd name="connsiteX0" fmla="*/ 9086 w 125570"/>
                  <a:gd name="connsiteY0" fmla="*/ 0 h 87198"/>
                  <a:gd name="connsiteX1" fmla="*/ 120564 w 125570"/>
                  <a:gd name="connsiteY1" fmla="*/ 0 h 87198"/>
                  <a:gd name="connsiteX2" fmla="*/ 121039 w 125570"/>
                  <a:gd name="connsiteY2" fmla="*/ 531 h 87198"/>
                  <a:gd name="connsiteX3" fmla="*/ 103265 w 125570"/>
                  <a:gd name="connsiteY3" fmla="*/ 72812 h 87198"/>
                  <a:gd name="connsiteX4" fmla="*/ 28763 w 125570"/>
                  <a:gd name="connsiteY4" fmla="*/ 78144 h 87198"/>
                  <a:gd name="connsiteX5" fmla="*/ 28763 w 125570"/>
                  <a:gd name="connsiteY5" fmla="*/ 78293 h 87198"/>
                  <a:gd name="connsiteX6" fmla="*/ 2122 w 125570"/>
                  <a:gd name="connsiteY6" fmla="*/ 11696 h 87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70" h="87198">
                    <a:moveTo>
                      <a:pt x="9086" y="0"/>
                    </a:moveTo>
                    <a:lnTo>
                      <a:pt x="120564" y="0"/>
                    </a:lnTo>
                    <a:lnTo>
                      <a:pt x="121039" y="531"/>
                    </a:lnTo>
                    <a:cubicBezTo>
                      <a:pt x="131259" y="25119"/>
                      <a:pt x="123706" y="55779"/>
                      <a:pt x="103265" y="72812"/>
                    </a:cubicBezTo>
                    <a:cubicBezTo>
                      <a:pt x="82826" y="89845"/>
                      <a:pt x="51426" y="91920"/>
                      <a:pt x="28763" y="78144"/>
                    </a:cubicBezTo>
                    <a:lnTo>
                      <a:pt x="28763" y="78293"/>
                    </a:lnTo>
                    <a:cubicBezTo>
                      <a:pt x="3140" y="62667"/>
                      <a:pt x="-4155" y="35672"/>
                      <a:pt x="2122" y="11696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6" name="组合 28"/>
            <p:cNvGrpSpPr/>
            <p:nvPr/>
          </p:nvGrpSpPr>
          <p:grpSpPr>
            <a:xfrm>
              <a:off x="1264129" y="1153171"/>
              <a:ext cx="9651042" cy="4824396"/>
              <a:chOff x="1240543" y="962552"/>
              <a:chExt cx="9651042" cy="4824396"/>
            </a:xfrm>
          </p:grpSpPr>
          <p:sp>
            <p:nvSpPr>
              <p:cNvPr id="27" name="任意形状 10"/>
              <p:cNvSpPr/>
              <p:nvPr/>
            </p:nvSpPr>
            <p:spPr>
              <a:xfrm>
                <a:off x="1240543" y="1304832"/>
                <a:ext cx="9651042" cy="4482116"/>
              </a:xfrm>
              <a:custGeom>
                <a:avLst/>
                <a:gdLst>
                  <a:gd name="connsiteX0" fmla="*/ 0 w 8825621"/>
                  <a:gd name="connsiteY0" fmla="*/ 0 h 5372986"/>
                  <a:gd name="connsiteX1" fmla="*/ 8825621 w 8825621"/>
                  <a:gd name="connsiteY1" fmla="*/ 0 h 5372986"/>
                  <a:gd name="connsiteX2" fmla="*/ 8825621 w 8825621"/>
                  <a:gd name="connsiteY2" fmla="*/ 5372986 h 5372986"/>
                  <a:gd name="connsiteX3" fmla="*/ 0 w 8825621"/>
                  <a:gd name="connsiteY3" fmla="*/ 5372986 h 5372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25621" h="5372986">
                    <a:moveTo>
                      <a:pt x="0" y="0"/>
                    </a:moveTo>
                    <a:lnTo>
                      <a:pt x="8825621" y="0"/>
                    </a:lnTo>
                    <a:lnTo>
                      <a:pt x="8825621" y="5372986"/>
                    </a:lnTo>
                    <a:lnTo>
                      <a:pt x="0" y="5372986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28" name="任意形状 14"/>
              <p:cNvSpPr/>
              <p:nvPr/>
            </p:nvSpPr>
            <p:spPr>
              <a:xfrm>
                <a:off x="1240543" y="962552"/>
                <a:ext cx="9651042" cy="457846"/>
              </a:xfrm>
              <a:custGeom>
                <a:avLst/>
                <a:gdLst>
                  <a:gd name="connsiteX0" fmla="*/ 0 w 8825621"/>
                  <a:gd name="connsiteY0" fmla="*/ 0 h 696498"/>
                  <a:gd name="connsiteX1" fmla="*/ 8825621 w 8825621"/>
                  <a:gd name="connsiteY1" fmla="*/ 0 h 696498"/>
                  <a:gd name="connsiteX2" fmla="*/ 8825621 w 8825621"/>
                  <a:gd name="connsiteY2" fmla="*/ 696498 h 696498"/>
                  <a:gd name="connsiteX3" fmla="*/ 0 w 8825621"/>
                  <a:gd name="connsiteY3" fmla="*/ 696498 h 696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25621" h="696498">
                    <a:moveTo>
                      <a:pt x="0" y="0"/>
                    </a:moveTo>
                    <a:lnTo>
                      <a:pt x="8825621" y="0"/>
                    </a:lnTo>
                    <a:lnTo>
                      <a:pt x="8825621" y="696498"/>
                    </a:lnTo>
                    <a:lnTo>
                      <a:pt x="0" y="696498"/>
                    </a:lnTo>
                    <a:close/>
                  </a:path>
                </a:pathLst>
              </a:custGeom>
              <a:solidFill>
                <a:schemeClr val="accent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" name="任意形状 24"/>
              <p:cNvSpPr/>
              <p:nvPr/>
            </p:nvSpPr>
            <p:spPr>
              <a:xfrm>
                <a:off x="1607520" y="1071052"/>
                <a:ext cx="224360" cy="224360"/>
              </a:xfrm>
              <a:custGeom>
                <a:avLst/>
                <a:gdLst>
                  <a:gd name="connsiteX0" fmla="*/ 318399 w 318398"/>
                  <a:gd name="connsiteY0" fmla="*/ 159200 h 318399"/>
                  <a:gd name="connsiteX1" fmla="*/ 159199 w 318398"/>
                  <a:gd name="connsiteY1" fmla="*/ 318399 h 318399"/>
                  <a:gd name="connsiteX2" fmla="*/ 0 w 318398"/>
                  <a:gd name="connsiteY2" fmla="*/ 159200 h 318399"/>
                  <a:gd name="connsiteX3" fmla="*/ 159199 w 318398"/>
                  <a:gd name="connsiteY3" fmla="*/ 0 h 318399"/>
                  <a:gd name="connsiteX4" fmla="*/ 318399 w 318398"/>
                  <a:gd name="connsiteY4" fmla="*/ 159200 h 318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8398" h="318399">
                    <a:moveTo>
                      <a:pt x="318399" y="159200"/>
                    </a:moveTo>
                    <a:cubicBezTo>
                      <a:pt x="318399" y="247123"/>
                      <a:pt x="247123" y="318399"/>
                      <a:pt x="159199" y="318399"/>
                    </a:cubicBezTo>
                    <a:cubicBezTo>
                      <a:pt x="71276" y="318399"/>
                      <a:pt x="0" y="247123"/>
                      <a:pt x="0" y="159200"/>
                    </a:cubicBezTo>
                    <a:cubicBezTo>
                      <a:pt x="0" y="71276"/>
                      <a:pt x="71276" y="0"/>
                      <a:pt x="159199" y="0"/>
                    </a:cubicBezTo>
                    <a:cubicBezTo>
                      <a:pt x="247123" y="0"/>
                      <a:pt x="318399" y="71276"/>
                      <a:pt x="318399" y="15920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任意形状 26"/>
              <p:cNvSpPr/>
              <p:nvPr/>
            </p:nvSpPr>
            <p:spPr>
              <a:xfrm>
                <a:off x="2086677" y="1071052"/>
                <a:ext cx="224360" cy="224360"/>
              </a:xfrm>
              <a:custGeom>
                <a:avLst/>
                <a:gdLst>
                  <a:gd name="connsiteX0" fmla="*/ 318399 w 318398"/>
                  <a:gd name="connsiteY0" fmla="*/ 159200 h 318399"/>
                  <a:gd name="connsiteX1" fmla="*/ 159199 w 318398"/>
                  <a:gd name="connsiteY1" fmla="*/ 318399 h 318399"/>
                  <a:gd name="connsiteX2" fmla="*/ 0 w 318398"/>
                  <a:gd name="connsiteY2" fmla="*/ 159200 h 318399"/>
                  <a:gd name="connsiteX3" fmla="*/ 159199 w 318398"/>
                  <a:gd name="connsiteY3" fmla="*/ 0 h 318399"/>
                  <a:gd name="connsiteX4" fmla="*/ 318399 w 318398"/>
                  <a:gd name="connsiteY4" fmla="*/ 159200 h 318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8398" h="318399">
                    <a:moveTo>
                      <a:pt x="318399" y="159200"/>
                    </a:moveTo>
                    <a:cubicBezTo>
                      <a:pt x="318399" y="247123"/>
                      <a:pt x="247123" y="318399"/>
                      <a:pt x="159199" y="318399"/>
                    </a:cubicBezTo>
                    <a:cubicBezTo>
                      <a:pt x="71276" y="318399"/>
                      <a:pt x="0" y="247123"/>
                      <a:pt x="0" y="159200"/>
                    </a:cubicBezTo>
                    <a:cubicBezTo>
                      <a:pt x="0" y="71276"/>
                      <a:pt x="71276" y="0"/>
                      <a:pt x="159199" y="0"/>
                    </a:cubicBezTo>
                    <a:cubicBezTo>
                      <a:pt x="247123" y="0"/>
                      <a:pt x="318399" y="71276"/>
                      <a:pt x="318399" y="1592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" name="任意形状 27"/>
              <p:cNvSpPr/>
              <p:nvPr/>
            </p:nvSpPr>
            <p:spPr>
              <a:xfrm>
                <a:off x="2565834" y="1071052"/>
                <a:ext cx="224360" cy="224360"/>
              </a:xfrm>
              <a:custGeom>
                <a:avLst/>
                <a:gdLst>
                  <a:gd name="connsiteX0" fmla="*/ 318399 w 318398"/>
                  <a:gd name="connsiteY0" fmla="*/ 159200 h 318399"/>
                  <a:gd name="connsiteX1" fmla="*/ 159199 w 318398"/>
                  <a:gd name="connsiteY1" fmla="*/ 318399 h 318399"/>
                  <a:gd name="connsiteX2" fmla="*/ 0 w 318398"/>
                  <a:gd name="connsiteY2" fmla="*/ 159200 h 318399"/>
                  <a:gd name="connsiteX3" fmla="*/ 159199 w 318398"/>
                  <a:gd name="connsiteY3" fmla="*/ 0 h 318399"/>
                  <a:gd name="connsiteX4" fmla="*/ 318399 w 318398"/>
                  <a:gd name="connsiteY4" fmla="*/ 159200 h 318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8398" h="318399">
                    <a:moveTo>
                      <a:pt x="318399" y="159200"/>
                    </a:moveTo>
                    <a:cubicBezTo>
                      <a:pt x="318399" y="247123"/>
                      <a:pt x="247123" y="318399"/>
                      <a:pt x="159199" y="318399"/>
                    </a:cubicBezTo>
                    <a:cubicBezTo>
                      <a:pt x="71276" y="318399"/>
                      <a:pt x="0" y="247123"/>
                      <a:pt x="0" y="159200"/>
                    </a:cubicBezTo>
                    <a:cubicBezTo>
                      <a:pt x="0" y="71276"/>
                      <a:pt x="71276" y="0"/>
                      <a:pt x="159199" y="0"/>
                    </a:cubicBezTo>
                    <a:cubicBezTo>
                      <a:pt x="247123" y="0"/>
                      <a:pt x="318399" y="71276"/>
                      <a:pt x="318399" y="15920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pic>
          <p:nvPicPr>
            <p:cNvPr id="32" name="图形 71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4601" y="2226251"/>
              <a:ext cx="3318425" cy="4605108"/>
            </a:xfrm>
            <a:prstGeom prst="rect">
              <a:avLst/>
            </a:prstGeom>
          </p:spPr>
        </p:pic>
        <p:grpSp>
          <p:nvGrpSpPr>
            <p:cNvPr id="33" name="组合 165"/>
            <p:cNvGrpSpPr/>
            <p:nvPr/>
          </p:nvGrpSpPr>
          <p:grpSpPr>
            <a:xfrm>
              <a:off x="555911" y="2109846"/>
              <a:ext cx="2449042" cy="4574280"/>
              <a:chOff x="555911" y="2109846"/>
              <a:chExt cx="2449042" cy="4574280"/>
            </a:xfrm>
          </p:grpSpPr>
          <p:grpSp>
            <p:nvGrpSpPr>
              <p:cNvPr id="34" name="组合 133"/>
              <p:cNvGrpSpPr/>
              <p:nvPr/>
            </p:nvGrpSpPr>
            <p:grpSpPr>
              <a:xfrm>
                <a:off x="2664898" y="3263968"/>
                <a:ext cx="340055" cy="380389"/>
                <a:chOff x="2664898" y="3263968"/>
                <a:chExt cx="340055" cy="380389"/>
              </a:xfrm>
            </p:grpSpPr>
            <p:sp>
              <p:nvSpPr>
                <p:cNvPr id="35" name="任意形状 134"/>
                <p:cNvSpPr/>
                <p:nvPr/>
              </p:nvSpPr>
              <p:spPr>
                <a:xfrm>
                  <a:off x="2664898" y="3263968"/>
                  <a:ext cx="340055" cy="380389"/>
                </a:xfrm>
                <a:custGeom>
                  <a:avLst/>
                  <a:gdLst>
                    <a:gd name="connsiteX0" fmla="*/ 149274 w 340055"/>
                    <a:gd name="connsiteY0" fmla="*/ 97888 h 380389"/>
                    <a:gd name="connsiteX1" fmla="*/ 147815 w 340055"/>
                    <a:gd name="connsiteY1" fmla="*/ 804 h 380389"/>
                    <a:gd name="connsiteX2" fmla="*/ 83146 w 340055"/>
                    <a:gd name="connsiteY2" fmla="*/ 77628 h 380389"/>
                    <a:gd name="connsiteX3" fmla="*/ 0 w 340055"/>
                    <a:gd name="connsiteY3" fmla="*/ 173579 h 380389"/>
                    <a:gd name="connsiteX4" fmla="*/ 147653 w 340055"/>
                    <a:gd name="connsiteY4" fmla="*/ 380390 h 380389"/>
                    <a:gd name="connsiteX5" fmla="*/ 339877 w 340055"/>
                    <a:gd name="connsiteY5" fmla="*/ 152184 h 380389"/>
                    <a:gd name="connsiteX6" fmla="*/ 319293 w 340055"/>
                    <a:gd name="connsiteY6" fmla="*/ 134518 h 380389"/>
                    <a:gd name="connsiteX7" fmla="*/ 338743 w 340055"/>
                    <a:gd name="connsiteY7" fmla="*/ 100806 h 380389"/>
                    <a:gd name="connsiteX8" fmla="*/ 318159 w 340055"/>
                    <a:gd name="connsiteY8" fmla="*/ 83139 h 380389"/>
                    <a:gd name="connsiteX9" fmla="*/ 317834 w 340055"/>
                    <a:gd name="connsiteY9" fmla="*/ 51048 h 380389"/>
                    <a:gd name="connsiteX10" fmla="*/ 149112 w 340055"/>
                    <a:gd name="connsiteY10" fmla="*/ 97888 h 38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40055" h="380389">
                      <a:moveTo>
                        <a:pt x="149274" y="97888"/>
                      </a:moveTo>
                      <a:cubicBezTo>
                        <a:pt x="171154" y="64662"/>
                        <a:pt x="183634" y="8097"/>
                        <a:pt x="147815" y="804"/>
                      </a:cubicBezTo>
                      <a:cubicBezTo>
                        <a:pt x="110375" y="-6814"/>
                        <a:pt x="108268" y="41323"/>
                        <a:pt x="83146" y="77628"/>
                      </a:cubicBezTo>
                      <a:cubicBezTo>
                        <a:pt x="58186" y="113934"/>
                        <a:pt x="0" y="173579"/>
                        <a:pt x="0" y="173579"/>
                      </a:cubicBezTo>
                      <a:lnTo>
                        <a:pt x="147653" y="380390"/>
                      </a:lnTo>
                      <a:cubicBezTo>
                        <a:pt x="147653" y="380390"/>
                        <a:pt x="346847" y="186707"/>
                        <a:pt x="339877" y="152184"/>
                      </a:cubicBezTo>
                      <a:cubicBezTo>
                        <a:pt x="335663" y="131438"/>
                        <a:pt x="319293" y="134518"/>
                        <a:pt x="319293" y="134518"/>
                      </a:cubicBezTo>
                      <a:cubicBezTo>
                        <a:pt x="319293" y="134518"/>
                        <a:pt x="341822" y="117338"/>
                        <a:pt x="338743" y="100806"/>
                      </a:cubicBezTo>
                      <a:cubicBezTo>
                        <a:pt x="335663" y="84274"/>
                        <a:pt x="318159" y="83139"/>
                        <a:pt x="318159" y="83139"/>
                      </a:cubicBezTo>
                      <a:cubicBezTo>
                        <a:pt x="318159" y="83139"/>
                        <a:pt x="335501" y="65473"/>
                        <a:pt x="317834" y="51048"/>
                      </a:cubicBezTo>
                      <a:cubicBezTo>
                        <a:pt x="298709" y="35164"/>
                        <a:pt x="222209" y="64176"/>
                        <a:pt x="149112" y="97888"/>
                      </a:cubicBezTo>
                      <a:close/>
                    </a:path>
                  </a:pathLst>
                </a:custGeom>
                <a:solidFill>
                  <a:srgbClr val="FFB78F"/>
                </a:solidFill>
                <a:ln w="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/>
                  <a:endParaRPr lang="zh-CN" altLang="en-US"/>
                </a:p>
              </p:txBody>
            </p:sp>
            <p:sp>
              <p:nvSpPr>
                <p:cNvPr id="36" name="任意形状 135"/>
                <p:cNvSpPr/>
                <p:nvPr/>
              </p:nvSpPr>
              <p:spPr>
                <a:xfrm>
                  <a:off x="2871709" y="3339327"/>
                  <a:ext cx="113454" cy="60941"/>
                </a:xfrm>
                <a:custGeom>
                  <a:avLst/>
                  <a:gdLst>
                    <a:gd name="connsiteX0" fmla="*/ 8428 w 113454"/>
                    <a:gd name="connsiteY0" fmla="*/ 60941 h 60941"/>
                    <a:gd name="connsiteX1" fmla="*/ 0 w 113454"/>
                    <a:gd name="connsiteY1" fmla="*/ 47165 h 60941"/>
                    <a:gd name="connsiteX2" fmla="*/ 109726 w 113454"/>
                    <a:gd name="connsiteY2" fmla="*/ 0 h 60941"/>
                    <a:gd name="connsiteX3" fmla="*/ 113454 w 113454"/>
                    <a:gd name="connsiteY3" fmla="*/ 15722 h 60941"/>
                    <a:gd name="connsiteX4" fmla="*/ 8590 w 113454"/>
                    <a:gd name="connsiteY4" fmla="*/ 60941 h 60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3454" h="60941">
                      <a:moveTo>
                        <a:pt x="8428" y="60941"/>
                      </a:moveTo>
                      <a:lnTo>
                        <a:pt x="0" y="47165"/>
                      </a:lnTo>
                      <a:cubicBezTo>
                        <a:pt x="56241" y="12642"/>
                        <a:pt x="107620" y="486"/>
                        <a:pt x="109726" y="0"/>
                      </a:cubicBezTo>
                      <a:lnTo>
                        <a:pt x="113454" y="15722"/>
                      </a:lnTo>
                      <a:cubicBezTo>
                        <a:pt x="113454" y="15722"/>
                        <a:pt x="62562" y="27877"/>
                        <a:pt x="8590" y="6094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任意形状 136"/>
                <p:cNvSpPr/>
                <p:nvPr/>
              </p:nvSpPr>
              <p:spPr>
                <a:xfrm>
                  <a:off x="2895859" y="3391030"/>
                  <a:ext cx="91574" cy="58185"/>
                </a:xfrm>
                <a:custGeom>
                  <a:avLst/>
                  <a:gdLst>
                    <a:gd name="connsiteX0" fmla="*/ 8752 w 91574"/>
                    <a:gd name="connsiteY0" fmla="*/ 58186 h 58185"/>
                    <a:gd name="connsiteX1" fmla="*/ 0 w 91574"/>
                    <a:gd name="connsiteY1" fmla="*/ 44571 h 58185"/>
                    <a:gd name="connsiteX2" fmla="*/ 85253 w 91574"/>
                    <a:gd name="connsiteY2" fmla="*/ 0 h 58185"/>
                    <a:gd name="connsiteX3" fmla="*/ 91574 w 91574"/>
                    <a:gd name="connsiteY3" fmla="*/ 14911 h 58185"/>
                    <a:gd name="connsiteX4" fmla="*/ 8590 w 91574"/>
                    <a:gd name="connsiteY4" fmla="*/ 58186 h 58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574" h="58185">
                      <a:moveTo>
                        <a:pt x="8752" y="58186"/>
                      </a:moveTo>
                      <a:lnTo>
                        <a:pt x="0" y="44571"/>
                      </a:lnTo>
                      <a:cubicBezTo>
                        <a:pt x="38413" y="20098"/>
                        <a:pt x="83470" y="810"/>
                        <a:pt x="85253" y="0"/>
                      </a:cubicBezTo>
                      <a:lnTo>
                        <a:pt x="91574" y="14911"/>
                      </a:lnTo>
                      <a:cubicBezTo>
                        <a:pt x="91574" y="14911"/>
                        <a:pt x="46030" y="34361"/>
                        <a:pt x="8590" y="5818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8" name="任意形状 137"/>
                <p:cNvSpPr/>
                <p:nvPr/>
              </p:nvSpPr>
              <p:spPr>
                <a:xfrm>
                  <a:off x="2768304" y="3389409"/>
                  <a:ext cx="32782" cy="93032"/>
                </a:xfrm>
                <a:custGeom>
                  <a:avLst/>
                  <a:gdLst>
                    <a:gd name="connsiteX0" fmla="*/ 12480 w 32782"/>
                    <a:gd name="connsiteY0" fmla="*/ 93033 h 93032"/>
                    <a:gd name="connsiteX1" fmla="*/ 0 w 32782"/>
                    <a:gd name="connsiteY1" fmla="*/ 82660 h 93032"/>
                    <a:gd name="connsiteX2" fmla="*/ 10859 w 32782"/>
                    <a:gd name="connsiteY2" fmla="*/ 6321 h 93032"/>
                    <a:gd name="connsiteX3" fmla="*/ 25770 w 32782"/>
                    <a:gd name="connsiteY3" fmla="*/ 0 h 93032"/>
                    <a:gd name="connsiteX4" fmla="*/ 12480 w 32782"/>
                    <a:gd name="connsiteY4" fmla="*/ 93033 h 93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82" h="93032">
                      <a:moveTo>
                        <a:pt x="12480" y="93033"/>
                      </a:moveTo>
                      <a:lnTo>
                        <a:pt x="0" y="82660"/>
                      </a:lnTo>
                      <a:cubicBezTo>
                        <a:pt x="17180" y="61752"/>
                        <a:pt x="21556" y="31119"/>
                        <a:pt x="10859" y="6321"/>
                      </a:cubicBezTo>
                      <a:lnTo>
                        <a:pt x="25770" y="0"/>
                      </a:lnTo>
                      <a:cubicBezTo>
                        <a:pt x="38737" y="30146"/>
                        <a:pt x="33388" y="67586"/>
                        <a:pt x="12480" y="9303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9" name="任意形状 138"/>
              <p:cNvSpPr/>
              <p:nvPr/>
            </p:nvSpPr>
            <p:spPr>
              <a:xfrm>
                <a:off x="1332457" y="2527480"/>
                <a:ext cx="392552" cy="604063"/>
              </a:xfrm>
              <a:custGeom>
                <a:avLst/>
                <a:gdLst>
                  <a:gd name="connsiteX0" fmla="*/ 392552 w 392552"/>
                  <a:gd name="connsiteY0" fmla="*/ 480885 h 604063"/>
                  <a:gd name="connsiteX1" fmla="*/ 233068 w 392552"/>
                  <a:gd name="connsiteY1" fmla="*/ 604064 h 604063"/>
                  <a:gd name="connsiteX2" fmla="*/ 0 w 392552"/>
                  <a:gd name="connsiteY2" fmla="*/ 497093 h 604063"/>
                  <a:gd name="connsiteX3" fmla="*/ 64993 w 392552"/>
                  <a:gd name="connsiteY3" fmla="*/ 0 h 604063"/>
                  <a:gd name="connsiteX4" fmla="*/ 244089 w 392552"/>
                  <a:gd name="connsiteY4" fmla="*/ 104540 h 604063"/>
                  <a:gd name="connsiteX5" fmla="*/ 338580 w 392552"/>
                  <a:gd name="connsiteY5" fmla="*/ 159809 h 604063"/>
                  <a:gd name="connsiteX6" fmla="*/ 343767 w 392552"/>
                  <a:gd name="connsiteY6" fmla="*/ 297413 h 604063"/>
                  <a:gd name="connsiteX7" fmla="*/ 346846 w 392552"/>
                  <a:gd name="connsiteY7" fmla="*/ 379910 h 604063"/>
                  <a:gd name="connsiteX8" fmla="*/ 392552 w 392552"/>
                  <a:gd name="connsiteY8" fmla="*/ 480885 h 604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2552" h="604063">
                    <a:moveTo>
                      <a:pt x="392552" y="480885"/>
                    </a:moveTo>
                    <a:lnTo>
                      <a:pt x="233068" y="604064"/>
                    </a:lnTo>
                    <a:lnTo>
                      <a:pt x="0" y="497093"/>
                    </a:lnTo>
                    <a:lnTo>
                      <a:pt x="64993" y="0"/>
                    </a:lnTo>
                    <a:lnTo>
                      <a:pt x="244089" y="104540"/>
                    </a:lnTo>
                    <a:lnTo>
                      <a:pt x="338580" y="159809"/>
                    </a:lnTo>
                    <a:lnTo>
                      <a:pt x="343767" y="297413"/>
                    </a:lnTo>
                    <a:lnTo>
                      <a:pt x="346846" y="379910"/>
                    </a:lnTo>
                    <a:lnTo>
                      <a:pt x="392552" y="480885"/>
                    </a:lnTo>
                    <a:close/>
                  </a:path>
                </a:pathLst>
              </a:custGeom>
              <a:solidFill>
                <a:srgbClr val="FFB78F"/>
              </a:solidFill>
              <a:ln w="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40" name="任意形状 139"/>
              <p:cNvSpPr/>
              <p:nvPr/>
            </p:nvSpPr>
            <p:spPr>
              <a:xfrm>
                <a:off x="1511715" y="2632020"/>
                <a:ext cx="164508" cy="192872"/>
              </a:xfrm>
              <a:custGeom>
                <a:avLst/>
                <a:gdLst>
                  <a:gd name="connsiteX0" fmla="*/ 64831 w 164508"/>
                  <a:gd name="connsiteY0" fmla="*/ 0 h 192872"/>
                  <a:gd name="connsiteX1" fmla="*/ 159322 w 164508"/>
                  <a:gd name="connsiteY1" fmla="*/ 55269 h 192872"/>
                  <a:gd name="connsiteX2" fmla="*/ 164509 w 164508"/>
                  <a:gd name="connsiteY2" fmla="*/ 192873 h 192872"/>
                  <a:gd name="connsiteX3" fmla="*/ 0 w 164508"/>
                  <a:gd name="connsiteY3" fmla="*/ 41006 h 192872"/>
                  <a:gd name="connsiteX4" fmla="*/ 64993 w 164508"/>
                  <a:gd name="connsiteY4" fmla="*/ 0 h 192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4508" h="192872">
                    <a:moveTo>
                      <a:pt x="64831" y="0"/>
                    </a:moveTo>
                    <a:lnTo>
                      <a:pt x="159322" y="55269"/>
                    </a:lnTo>
                    <a:lnTo>
                      <a:pt x="164509" y="192873"/>
                    </a:lnTo>
                    <a:cubicBezTo>
                      <a:pt x="92384" y="166940"/>
                      <a:pt x="30471" y="111672"/>
                      <a:pt x="0" y="41006"/>
                    </a:cubicBezTo>
                    <a:cubicBezTo>
                      <a:pt x="22205" y="27229"/>
                      <a:pt x="43113" y="13777"/>
                      <a:pt x="64993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形状 140"/>
              <p:cNvSpPr/>
              <p:nvPr/>
            </p:nvSpPr>
            <p:spPr>
              <a:xfrm>
                <a:off x="1356107" y="2109846"/>
                <a:ext cx="473455" cy="635195"/>
              </a:xfrm>
              <a:custGeom>
                <a:avLst/>
                <a:gdLst>
                  <a:gd name="connsiteX0" fmla="*/ 418012 w 473455"/>
                  <a:gd name="connsiteY0" fmla="*/ 569177 h 635195"/>
                  <a:gd name="connsiteX1" fmla="*/ 139725 w 473455"/>
                  <a:gd name="connsiteY1" fmla="*/ 583926 h 635195"/>
                  <a:gd name="connsiteX2" fmla="*/ 19301 w 473455"/>
                  <a:gd name="connsiteY2" fmla="*/ 350534 h 635195"/>
                  <a:gd name="connsiteX3" fmla="*/ 8280 w 473455"/>
                  <a:gd name="connsiteY3" fmla="*/ 328978 h 635195"/>
                  <a:gd name="connsiteX4" fmla="*/ 1310 w 473455"/>
                  <a:gd name="connsiteY4" fmla="*/ 315363 h 635195"/>
                  <a:gd name="connsiteX5" fmla="*/ 662 w 473455"/>
                  <a:gd name="connsiteY5" fmla="*/ 306935 h 635195"/>
                  <a:gd name="connsiteX6" fmla="*/ 14 w 473455"/>
                  <a:gd name="connsiteY6" fmla="*/ 288134 h 635195"/>
                  <a:gd name="connsiteX7" fmla="*/ 45395 w 473455"/>
                  <a:gd name="connsiteY7" fmla="*/ 106445 h 635195"/>
                  <a:gd name="connsiteX8" fmla="*/ 223681 w 473455"/>
                  <a:gd name="connsiteY8" fmla="*/ 1094 h 635195"/>
                  <a:gd name="connsiteX9" fmla="*/ 402615 w 473455"/>
                  <a:gd name="connsiteY9" fmla="*/ 105472 h 635195"/>
                  <a:gd name="connsiteX10" fmla="*/ 407477 w 473455"/>
                  <a:gd name="connsiteY10" fmla="*/ 113576 h 635195"/>
                  <a:gd name="connsiteX11" fmla="*/ 428223 w 473455"/>
                  <a:gd name="connsiteY11" fmla="*/ 154420 h 635195"/>
                  <a:gd name="connsiteX12" fmla="*/ 418174 w 473455"/>
                  <a:gd name="connsiteY12" fmla="*/ 569177 h 635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73455" h="635195">
                    <a:moveTo>
                      <a:pt x="418012" y="569177"/>
                    </a:moveTo>
                    <a:cubicBezTo>
                      <a:pt x="291916" y="708564"/>
                      <a:pt x="139725" y="583926"/>
                      <a:pt x="139725" y="583926"/>
                    </a:cubicBezTo>
                    <a:lnTo>
                      <a:pt x="19301" y="350534"/>
                    </a:lnTo>
                    <a:lnTo>
                      <a:pt x="8280" y="328978"/>
                    </a:lnTo>
                    <a:lnTo>
                      <a:pt x="1310" y="315363"/>
                    </a:lnTo>
                    <a:cubicBezTo>
                      <a:pt x="1310" y="315363"/>
                      <a:pt x="986" y="312446"/>
                      <a:pt x="662" y="306935"/>
                    </a:cubicBezTo>
                    <a:cubicBezTo>
                      <a:pt x="338" y="302397"/>
                      <a:pt x="14" y="295914"/>
                      <a:pt x="14" y="288134"/>
                    </a:cubicBezTo>
                    <a:cubicBezTo>
                      <a:pt x="-311" y="248101"/>
                      <a:pt x="4876" y="171114"/>
                      <a:pt x="45395" y="106445"/>
                    </a:cubicBezTo>
                    <a:cubicBezTo>
                      <a:pt x="77649" y="55066"/>
                      <a:pt x="132107" y="11629"/>
                      <a:pt x="223681" y="1094"/>
                    </a:cubicBezTo>
                    <a:cubicBezTo>
                      <a:pt x="299858" y="-7658"/>
                      <a:pt x="360312" y="36913"/>
                      <a:pt x="402615" y="105472"/>
                    </a:cubicBezTo>
                    <a:cubicBezTo>
                      <a:pt x="404236" y="108066"/>
                      <a:pt x="405856" y="110821"/>
                      <a:pt x="407477" y="113576"/>
                    </a:cubicBezTo>
                    <a:cubicBezTo>
                      <a:pt x="414933" y="126542"/>
                      <a:pt x="421902" y="140157"/>
                      <a:pt x="428223" y="154420"/>
                    </a:cubicBezTo>
                    <a:cubicBezTo>
                      <a:pt x="489488" y="293645"/>
                      <a:pt x="490785" y="488786"/>
                      <a:pt x="418174" y="569177"/>
                    </a:cubicBezTo>
                    <a:close/>
                  </a:path>
                </a:pathLst>
              </a:custGeom>
              <a:solidFill>
                <a:srgbClr val="FFB78F"/>
              </a:solidFill>
              <a:ln w="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42" name="任意形状 141"/>
              <p:cNvSpPr/>
              <p:nvPr/>
            </p:nvSpPr>
            <p:spPr>
              <a:xfrm>
                <a:off x="1680600" y="2394900"/>
                <a:ext cx="37185" cy="143114"/>
              </a:xfrm>
              <a:custGeom>
                <a:avLst/>
                <a:gdLst>
                  <a:gd name="connsiteX0" fmla="*/ 9401 w 37185"/>
                  <a:gd name="connsiteY0" fmla="*/ 143115 h 143114"/>
                  <a:gd name="connsiteX1" fmla="*/ 7618 w 37185"/>
                  <a:gd name="connsiteY1" fmla="*/ 127069 h 143114"/>
                  <a:gd name="connsiteX2" fmla="*/ 18153 w 37185"/>
                  <a:gd name="connsiteY2" fmla="*/ 120910 h 143114"/>
                  <a:gd name="connsiteX3" fmla="*/ 20746 w 37185"/>
                  <a:gd name="connsiteY3" fmla="*/ 108916 h 143114"/>
                  <a:gd name="connsiteX4" fmla="*/ 0 w 37185"/>
                  <a:gd name="connsiteY4" fmla="*/ 3079 h 143114"/>
                  <a:gd name="connsiteX5" fmla="*/ 15884 w 37185"/>
                  <a:gd name="connsiteY5" fmla="*/ 0 h 143114"/>
                  <a:gd name="connsiteX6" fmla="*/ 36630 w 37185"/>
                  <a:gd name="connsiteY6" fmla="*/ 105837 h 143114"/>
                  <a:gd name="connsiteX7" fmla="*/ 31119 w 37185"/>
                  <a:gd name="connsiteY7" fmla="*/ 130473 h 143114"/>
                  <a:gd name="connsiteX8" fmla="*/ 9238 w 37185"/>
                  <a:gd name="connsiteY8" fmla="*/ 143115 h 143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185" h="143114">
                    <a:moveTo>
                      <a:pt x="9401" y="143115"/>
                    </a:moveTo>
                    <a:lnTo>
                      <a:pt x="7618" y="127069"/>
                    </a:lnTo>
                    <a:cubicBezTo>
                      <a:pt x="11832" y="126583"/>
                      <a:pt x="15722" y="124314"/>
                      <a:pt x="18153" y="120910"/>
                    </a:cubicBezTo>
                    <a:cubicBezTo>
                      <a:pt x="20746" y="117344"/>
                      <a:pt x="21718" y="113130"/>
                      <a:pt x="20746" y="108916"/>
                    </a:cubicBezTo>
                    <a:lnTo>
                      <a:pt x="0" y="3079"/>
                    </a:lnTo>
                    <a:lnTo>
                      <a:pt x="15884" y="0"/>
                    </a:lnTo>
                    <a:lnTo>
                      <a:pt x="36630" y="105837"/>
                    </a:lnTo>
                    <a:cubicBezTo>
                      <a:pt x="38250" y="114427"/>
                      <a:pt x="36305" y="123503"/>
                      <a:pt x="31119" y="130473"/>
                    </a:cubicBezTo>
                    <a:cubicBezTo>
                      <a:pt x="25932" y="137442"/>
                      <a:pt x="17991" y="142142"/>
                      <a:pt x="9238" y="143115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形状 142"/>
              <p:cNvSpPr/>
              <p:nvPr/>
            </p:nvSpPr>
            <p:spPr>
              <a:xfrm>
                <a:off x="1588882" y="2402308"/>
                <a:ext cx="21196" cy="29432"/>
              </a:xfrm>
              <a:custGeom>
                <a:avLst/>
                <a:gdLst>
                  <a:gd name="connsiteX0" fmla="*/ 21052 w 21196"/>
                  <a:gd name="connsiteY0" fmla="*/ 13500 h 29432"/>
                  <a:gd name="connsiteX1" fmla="*/ 12300 w 21196"/>
                  <a:gd name="connsiteY1" fmla="*/ 29384 h 29432"/>
                  <a:gd name="connsiteX2" fmla="*/ 144 w 21196"/>
                  <a:gd name="connsiteY2" fmla="*/ 15932 h 29432"/>
                  <a:gd name="connsiteX3" fmla="*/ 8897 w 21196"/>
                  <a:gd name="connsiteY3" fmla="*/ 48 h 29432"/>
                  <a:gd name="connsiteX4" fmla="*/ 21052 w 21196"/>
                  <a:gd name="connsiteY4" fmla="*/ 13500 h 29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196" h="29432">
                    <a:moveTo>
                      <a:pt x="21052" y="13500"/>
                    </a:moveTo>
                    <a:cubicBezTo>
                      <a:pt x="22025" y="21604"/>
                      <a:pt x="17973" y="28736"/>
                      <a:pt x="12300" y="29384"/>
                    </a:cubicBezTo>
                    <a:cubicBezTo>
                      <a:pt x="6465" y="30032"/>
                      <a:pt x="1117" y="24035"/>
                      <a:pt x="144" y="15932"/>
                    </a:cubicBezTo>
                    <a:cubicBezTo>
                      <a:pt x="-828" y="7828"/>
                      <a:pt x="3224" y="696"/>
                      <a:pt x="8897" y="48"/>
                    </a:cubicBezTo>
                    <a:cubicBezTo>
                      <a:pt x="14731" y="-600"/>
                      <a:pt x="20080" y="5397"/>
                      <a:pt x="21052" y="13500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形状 143"/>
              <p:cNvSpPr/>
              <p:nvPr/>
            </p:nvSpPr>
            <p:spPr>
              <a:xfrm>
                <a:off x="1748366" y="2383993"/>
                <a:ext cx="21196" cy="29432"/>
              </a:xfrm>
              <a:custGeom>
                <a:avLst/>
                <a:gdLst>
                  <a:gd name="connsiteX0" fmla="*/ 21052 w 21196"/>
                  <a:gd name="connsiteY0" fmla="*/ 13500 h 29432"/>
                  <a:gd name="connsiteX1" fmla="*/ 12300 w 21196"/>
                  <a:gd name="connsiteY1" fmla="*/ 29384 h 29432"/>
                  <a:gd name="connsiteX2" fmla="*/ 144 w 21196"/>
                  <a:gd name="connsiteY2" fmla="*/ 15932 h 29432"/>
                  <a:gd name="connsiteX3" fmla="*/ 8897 w 21196"/>
                  <a:gd name="connsiteY3" fmla="*/ 48 h 29432"/>
                  <a:gd name="connsiteX4" fmla="*/ 21052 w 21196"/>
                  <a:gd name="connsiteY4" fmla="*/ 13500 h 29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196" h="29432">
                    <a:moveTo>
                      <a:pt x="21052" y="13500"/>
                    </a:moveTo>
                    <a:cubicBezTo>
                      <a:pt x="22025" y="21604"/>
                      <a:pt x="17973" y="28736"/>
                      <a:pt x="12300" y="29384"/>
                    </a:cubicBezTo>
                    <a:cubicBezTo>
                      <a:pt x="6465" y="30032"/>
                      <a:pt x="1117" y="24035"/>
                      <a:pt x="144" y="15932"/>
                    </a:cubicBezTo>
                    <a:cubicBezTo>
                      <a:pt x="-828" y="7828"/>
                      <a:pt x="3224" y="696"/>
                      <a:pt x="8897" y="48"/>
                    </a:cubicBezTo>
                    <a:cubicBezTo>
                      <a:pt x="14731" y="-600"/>
                      <a:pt x="20080" y="5397"/>
                      <a:pt x="21052" y="13500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形状 144"/>
              <p:cNvSpPr/>
              <p:nvPr/>
            </p:nvSpPr>
            <p:spPr>
              <a:xfrm>
                <a:off x="1622963" y="2538987"/>
                <a:ext cx="40132" cy="40519"/>
              </a:xfrm>
              <a:custGeom>
                <a:avLst/>
                <a:gdLst>
                  <a:gd name="connsiteX0" fmla="*/ 38025 w 40132"/>
                  <a:gd name="connsiteY0" fmla="*/ 40519 h 40519"/>
                  <a:gd name="connsiteX1" fmla="*/ 10958 w 40132"/>
                  <a:gd name="connsiteY1" fmla="*/ 29174 h 40519"/>
                  <a:gd name="connsiteX2" fmla="*/ 99 w 40132"/>
                  <a:gd name="connsiteY2" fmla="*/ 0 h 40519"/>
                  <a:gd name="connsiteX3" fmla="*/ 16307 w 40132"/>
                  <a:gd name="connsiteY3" fmla="*/ 972 h 40519"/>
                  <a:gd name="connsiteX4" fmla="*/ 22628 w 40132"/>
                  <a:gd name="connsiteY4" fmla="*/ 17666 h 40519"/>
                  <a:gd name="connsiteX5" fmla="*/ 39322 w 40132"/>
                  <a:gd name="connsiteY5" fmla="*/ 24150 h 40519"/>
                  <a:gd name="connsiteX6" fmla="*/ 40132 w 40132"/>
                  <a:gd name="connsiteY6" fmla="*/ 40357 h 40519"/>
                  <a:gd name="connsiteX7" fmla="*/ 38187 w 40132"/>
                  <a:gd name="connsiteY7" fmla="*/ 40357 h 40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132" h="40519">
                    <a:moveTo>
                      <a:pt x="38025" y="40519"/>
                    </a:moveTo>
                    <a:cubicBezTo>
                      <a:pt x="27976" y="40519"/>
                      <a:pt x="17928" y="36305"/>
                      <a:pt x="10958" y="29174"/>
                    </a:cubicBezTo>
                    <a:cubicBezTo>
                      <a:pt x="3503" y="21556"/>
                      <a:pt x="-711" y="10697"/>
                      <a:pt x="99" y="0"/>
                    </a:cubicBezTo>
                    <a:lnTo>
                      <a:pt x="16307" y="972"/>
                    </a:lnTo>
                    <a:cubicBezTo>
                      <a:pt x="15983" y="7131"/>
                      <a:pt x="18252" y="13290"/>
                      <a:pt x="22628" y="17666"/>
                    </a:cubicBezTo>
                    <a:cubicBezTo>
                      <a:pt x="27004" y="22043"/>
                      <a:pt x="33163" y="24474"/>
                      <a:pt x="39322" y="24150"/>
                    </a:cubicBezTo>
                    <a:lnTo>
                      <a:pt x="40132" y="40357"/>
                    </a:lnTo>
                    <a:cubicBezTo>
                      <a:pt x="40132" y="40357"/>
                      <a:pt x="38836" y="40357"/>
                      <a:pt x="38187" y="40357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形状 145"/>
              <p:cNvSpPr/>
              <p:nvPr/>
            </p:nvSpPr>
            <p:spPr>
              <a:xfrm>
                <a:off x="1549099" y="2338005"/>
                <a:ext cx="79273" cy="39333"/>
              </a:xfrm>
              <a:custGeom>
                <a:avLst/>
                <a:gdLst>
                  <a:gd name="connsiteX0" fmla="*/ 15291 w 79273"/>
                  <a:gd name="connsiteY0" fmla="*/ 8758 h 39333"/>
                  <a:gd name="connsiteX1" fmla="*/ 3784 w 79273"/>
                  <a:gd name="connsiteY1" fmla="*/ 16537 h 39333"/>
                  <a:gd name="connsiteX2" fmla="*/ 542 w 79273"/>
                  <a:gd name="connsiteY2" fmla="*/ 29342 h 39333"/>
                  <a:gd name="connsiteX3" fmla="*/ 19667 w 79273"/>
                  <a:gd name="connsiteY3" fmla="*/ 39228 h 39333"/>
                  <a:gd name="connsiteX4" fmla="*/ 67804 w 79273"/>
                  <a:gd name="connsiteY4" fmla="*/ 28369 h 39333"/>
                  <a:gd name="connsiteX5" fmla="*/ 79150 w 79273"/>
                  <a:gd name="connsiteY5" fmla="*/ 16051 h 39333"/>
                  <a:gd name="connsiteX6" fmla="*/ 55973 w 79273"/>
                  <a:gd name="connsiteY6" fmla="*/ 6 h 39333"/>
                  <a:gd name="connsiteX7" fmla="*/ 15291 w 79273"/>
                  <a:gd name="connsiteY7" fmla="*/ 8920 h 39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273" h="39333">
                    <a:moveTo>
                      <a:pt x="15291" y="8758"/>
                    </a:moveTo>
                    <a:cubicBezTo>
                      <a:pt x="11077" y="10703"/>
                      <a:pt x="6863" y="12972"/>
                      <a:pt x="3784" y="16537"/>
                    </a:cubicBezTo>
                    <a:cubicBezTo>
                      <a:pt x="704" y="20103"/>
                      <a:pt x="-917" y="24966"/>
                      <a:pt x="542" y="29342"/>
                    </a:cubicBezTo>
                    <a:cubicBezTo>
                      <a:pt x="2811" y="36473"/>
                      <a:pt x="11887" y="38904"/>
                      <a:pt x="19667" y="39228"/>
                    </a:cubicBezTo>
                    <a:cubicBezTo>
                      <a:pt x="36199" y="40039"/>
                      <a:pt x="53055" y="36149"/>
                      <a:pt x="67804" y="28369"/>
                    </a:cubicBezTo>
                    <a:cubicBezTo>
                      <a:pt x="72991" y="25614"/>
                      <a:pt x="78501" y="21724"/>
                      <a:pt x="79150" y="16051"/>
                    </a:cubicBezTo>
                    <a:cubicBezTo>
                      <a:pt x="80933" y="2923"/>
                      <a:pt x="62942" y="6"/>
                      <a:pt x="55973" y="6"/>
                    </a:cubicBezTo>
                    <a:cubicBezTo>
                      <a:pt x="42196" y="-157"/>
                      <a:pt x="27771" y="3247"/>
                      <a:pt x="15291" y="8920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任意形状 146"/>
              <p:cNvSpPr/>
              <p:nvPr/>
            </p:nvSpPr>
            <p:spPr>
              <a:xfrm>
                <a:off x="1716788" y="2320720"/>
                <a:ext cx="70629" cy="31771"/>
              </a:xfrm>
              <a:custGeom>
                <a:avLst/>
                <a:gdLst>
                  <a:gd name="connsiteX0" fmla="*/ 16001 w 70629"/>
                  <a:gd name="connsiteY0" fmla="*/ 3028 h 31771"/>
                  <a:gd name="connsiteX1" fmla="*/ 4817 w 70629"/>
                  <a:gd name="connsiteY1" fmla="*/ 8052 h 31771"/>
                  <a:gd name="connsiteX2" fmla="*/ 117 w 70629"/>
                  <a:gd name="connsiteY2" fmla="*/ 18587 h 31771"/>
                  <a:gd name="connsiteX3" fmla="*/ 15190 w 70629"/>
                  <a:gd name="connsiteY3" fmla="*/ 29933 h 31771"/>
                  <a:gd name="connsiteX4" fmla="*/ 58465 w 70629"/>
                  <a:gd name="connsiteY4" fmla="*/ 27664 h 31771"/>
                  <a:gd name="connsiteX5" fmla="*/ 70135 w 70629"/>
                  <a:gd name="connsiteY5" fmla="*/ 18587 h 31771"/>
                  <a:gd name="connsiteX6" fmla="*/ 52468 w 70629"/>
                  <a:gd name="connsiteY6" fmla="*/ 1245 h 31771"/>
                  <a:gd name="connsiteX7" fmla="*/ 16001 w 70629"/>
                  <a:gd name="connsiteY7" fmla="*/ 3028 h 31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0629" h="31771">
                    <a:moveTo>
                      <a:pt x="16001" y="3028"/>
                    </a:moveTo>
                    <a:cubicBezTo>
                      <a:pt x="11949" y="4000"/>
                      <a:pt x="8059" y="5459"/>
                      <a:pt x="4817" y="8052"/>
                    </a:cubicBezTo>
                    <a:cubicBezTo>
                      <a:pt x="1576" y="10646"/>
                      <a:pt x="-531" y="14697"/>
                      <a:pt x="117" y="18587"/>
                    </a:cubicBezTo>
                    <a:cubicBezTo>
                      <a:pt x="1090" y="25070"/>
                      <a:pt x="8545" y="28474"/>
                      <a:pt x="15190" y="29933"/>
                    </a:cubicBezTo>
                    <a:cubicBezTo>
                      <a:pt x="29453" y="33012"/>
                      <a:pt x="44527" y="32202"/>
                      <a:pt x="58465" y="27664"/>
                    </a:cubicBezTo>
                    <a:cubicBezTo>
                      <a:pt x="63328" y="26043"/>
                      <a:pt x="68676" y="23450"/>
                      <a:pt x="70135" y="18587"/>
                    </a:cubicBezTo>
                    <a:cubicBezTo>
                      <a:pt x="73539" y="7404"/>
                      <a:pt x="58465" y="2380"/>
                      <a:pt x="52468" y="1245"/>
                    </a:cubicBezTo>
                    <a:cubicBezTo>
                      <a:pt x="40475" y="-1024"/>
                      <a:pt x="27670" y="-52"/>
                      <a:pt x="16001" y="3028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形状 147"/>
              <p:cNvSpPr/>
              <p:nvPr/>
            </p:nvSpPr>
            <p:spPr>
              <a:xfrm>
                <a:off x="1356107" y="2110008"/>
                <a:ext cx="402614" cy="288133"/>
              </a:xfrm>
              <a:custGeom>
                <a:avLst/>
                <a:gdLst>
                  <a:gd name="connsiteX0" fmla="*/ 402453 w 402614"/>
                  <a:gd name="connsiteY0" fmla="*/ 105310 h 288133"/>
                  <a:gd name="connsiteX1" fmla="*/ 293050 w 402614"/>
                  <a:gd name="connsiteY1" fmla="*/ 76947 h 288133"/>
                  <a:gd name="connsiteX2" fmla="*/ 234054 w 402614"/>
                  <a:gd name="connsiteY2" fmla="*/ 148909 h 288133"/>
                  <a:gd name="connsiteX3" fmla="*/ 141994 w 402614"/>
                  <a:gd name="connsiteY3" fmla="*/ 154744 h 288133"/>
                  <a:gd name="connsiteX4" fmla="*/ 87211 w 402614"/>
                  <a:gd name="connsiteY4" fmla="*/ 257987 h 288133"/>
                  <a:gd name="connsiteX5" fmla="*/ 14 w 402614"/>
                  <a:gd name="connsiteY5" fmla="*/ 288134 h 288133"/>
                  <a:gd name="connsiteX6" fmla="*/ 45395 w 402614"/>
                  <a:gd name="connsiteY6" fmla="*/ 106445 h 288133"/>
                  <a:gd name="connsiteX7" fmla="*/ 223681 w 402614"/>
                  <a:gd name="connsiteY7" fmla="*/ 1094 h 288133"/>
                  <a:gd name="connsiteX8" fmla="*/ 402615 w 402614"/>
                  <a:gd name="connsiteY8" fmla="*/ 105472 h 288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2614" h="288133">
                    <a:moveTo>
                      <a:pt x="402453" y="105310"/>
                    </a:moveTo>
                    <a:cubicBezTo>
                      <a:pt x="363878" y="109200"/>
                      <a:pt x="323359" y="99637"/>
                      <a:pt x="293050" y="76947"/>
                    </a:cubicBezTo>
                    <a:cubicBezTo>
                      <a:pt x="284136" y="107579"/>
                      <a:pt x="262256" y="134160"/>
                      <a:pt x="234054" y="148909"/>
                    </a:cubicBezTo>
                    <a:cubicBezTo>
                      <a:pt x="205852" y="163658"/>
                      <a:pt x="172302" y="164793"/>
                      <a:pt x="141994" y="154744"/>
                    </a:cubicBezTo>
                    <a:cubicBezTo>
                      <a:pt x="139238" y="194777"/>
                      <a:pt x="118817" y="233352"/>
                      <a:pt x="87211" y="257987"/>
                    </a:cubicBezTo>
                    <a:cubicBezTo>
                      <a:pt x="62576" y="277275"/>
                      <a:pt x="31295" y="287810"/>
                      <a:pt x="14" y="288134"/>
                    </a:cubicBezTo>
                    <a:cubicBezTo>
                      <a:pt x="-311" y="248101"/>
                      <a:pt x="4876" y="171114"/>
                      <a:pt x="45395" y="106445"/>
                    </a:cubicBezTo>
                    <a:cubicBezTo>
                      <a:pt x="77649" y="55066"/>
                      <a:pt x="132107" y="11629"/>
                      <a:pt x="223681" y="1094"/>
                    </a:cubicBezTo>
                    <a:cubicBezTo>
                      <a:pt x="299858" y="-7658"/>
                      <a:pt x="360312" y="36913"/>
                      <a:pt x="402615" y="105472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任意形状 148"/>
              <p:cNvSpPr/>
              <p:nvPr/>
            </p:nvSpPr>
            <p:spPr>
              <a:xfrm>
                <a:off x="1303795" y="2390745"/>
                <a:ext cx="142764" cy="182148"/>
              </a:xfrm>
              <a:custGeom>
                <a:avLst/>
                <a:gdLst>
                  <a:gd name="connsiteX0" fmla="*/ 114726 w 142764"/>
                  <a:gd name="connsiteY0" fmla="*/ 18580 h 182148"/>
                  <a:gd name="connsiteX1" fmla="*/ 63509 w 142764"/>
                  <a:gd name="connsiteY1" fmla="*/ 913 h 182148"/>
                  <a:gd name="connsiteX2" fmla="*/ 17317 w 142764"/>
                  <a:gd name="connsiteY2" fmla="*/ 31870 h 182148"/>
                  <a:gd name="connsiteX3" fmla="*/ 23962 w 142764"/>
                  <a:gd name="connsiteY3" fmla="*/ 151808 h 182148"/>
                  <a:gd name="connsiteX4" fmla="*/ 142765 w 142764"/>
                  <a:gd name="connsiteY4" fmla="*/ 169636 h 182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764" h="182148">
                    <a:moveTo>
                      <a:pt x="114726" y="18580"/>
                    </a:moveTo>
                    <a:cubicBezTo>
                      <a:pt x="102894" y="3669"/>
                      <a:pt x="82148" y="-2490"/>
                      <a:pt x="63509" y="913"/>
                    </a:cubicBezTo>
                    <a:cubicBezTo>
                      <a:pt x="44870" y="4317"/>
                      <a:pt x="28500" y="16473"/>
                      <a:pt x="17317" y="31870"/>
                    </a:cubicBezTo>
                    <a:cubicBezTo>
                      <a:pt x="-8129" y="66879"/>
                      <a:pt x="-5212" y="119716"/>
                      <a:pt x="23962" y="151808"/>
                    </a:cubicBezTo>
                    <a:cubicBezTo>
                      <a:pt x="53136" y="183899"/>
                      <a:pt x="105487" y="191679"/>
                      <a:pt x="142765" y="169636"/>
                    </a:cubicBezTo>
                  </a:path>
                </a:pathLst>
              </a:custGeom>
              <a:solidFill>
                <a:srgbClr val="FFB78F"/>
              </a:solidFill>
              <a:ln w="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50" name="任意形状 149"/>
              <p:cNvSpPr/>
              <p:nvPr/>
            </p:nvSpPr>
            <p:spPr>
              <a:xfrm>
                <a:off x="1332943" y="2435744"/>
                <a:ext cx="55106" cy="83307"/>
              </a:xfrm>
              <a:custGeom>
                <a:avLst/>
                <a:gdLst>
                  <a:gd name="connsiteX0" fmla="*/ 41006 w 55106"/>
                  <a:gd name="connsiteY0" fmla="*/ 83308 h 83307"/>
                  <a:gd name="connsiteX1" fmla="*/ 29660 w 55106"/>
                  <a:gd name="connsiteY1" fmla="*/ 22205 h 83307"/>
                  <a:gd name="connsiteX2" fmla="*/ 7294 w 55106"/>
                  <a:gd name="connsiteY2" fmla="*/ 33388 h 83307"/>
                  <a:gd name="connsiteX3" fmla="*/ 0 w 55106"/>
                  <a:gd name="connsiteY3" fmla="*/ 18963 h 83307"/>
                  <a:gd name="connsiteX4" fmla="*/ 37764 w 55106"/>
                  <a:gd name="connsiteY4" fmla="*/ 0 h 83307"/>
                  <a:gd name="connsiteX5" fmla="*/ 49110 w 55106"/>
                  <a:gd name="connsiteY5" fmla="*/ 9887 h 83307"/>
                  <a:gd name="connsiteX6" fmla="*/ 55106 w 55106"/>
                  <a:gd name="connsiteY6" fmla="*/ 75366 h 83307"/>
                  <a:gd name="connsiteX7" fmla="*/ 41006 w 55106"/>
                  <a:gd name="connsiteY7" fmla="*/ 83308 h 83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5106" h="83307">
                    <a:moveTo>
                      <a:pt x="41006" y="83308"/>
                    </a:moveTo>
                    <a:cubicBezTo>
                      <a:pt x="30795" y="64993"/>
                      <a:pt x="26743" y="43113"/>
                      <a:pt x="29660" y="22205"/>
                    </a:cubicBezTo>
                    <a:lnTo>
                      <a:pt x="7294" y="33388"/>
                    </a:lnTo>
                    <a:lnTo>
                      <a:pt x="0" y="18963"/>
                    </a:lnTo>
                    <a:lnTo>
                      <a:pt x="37764" y="0"/>
                    </a:lnTo>
                    <a:lnTo>
                      <a:pt x="49110" y="9887"/>
                    </a:lnTo>
                    <a:cubicBezTo>
                      <a:pt x="41816" y="31281"/>
                      <a:pt x="44085" y="55755"/>
                      <a:pt x="55106" y="75366"/>
                    </a:cubicBezTo>
                    <a:lnTo>
                      <a:pt x="41006" y="83308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任意形状 150"/>
              <p:cNvSpPr/>
              <p:nvPr/>
            </p:nvSpPr>
            <p:spPr>
              <a:xfrm>
                <a:off x="555911" y="2907390"/>
                <a:ext cx="2355831" cy="1662431"/>
              </a:xfrm>
              <a:custGeom>
                <a:avLst/>
                <a:gdLst>
                  <a:gd name="connsiteX0" fmla="*/ 2355831 w 2355831"/>
                  <a:gd name="connsiteY0" fmla="*/ 726433 h 1662431"/>
                  <a:gd name="connsiteX1" fmla="*/ 1715624 w 2355831"/>
                  <a:gd name="connsiteY1" fmla="*/ 1265341 h 1662431"/>
                  <a:gd name="connsiteX2" fmla="*/ 1574941 w 2355831"/>
                  <a:gd name="connsiteY2" fmla="*/ 1245568 h 1662431"/>
                  <a:gd name="connsiteX3" fmla="*/ 1503302 w 2355831"/>
                  <a:gd name="connsiteY3" fmla="*/ 1213152 h 1662431"/>
                  <a:gd name="connsiteX4" fmla="*/ 1298274 w 2355831"/>
                  <a:gd name="connsiteY4" fmla="*/ 929030 h 1662431"/>
                  <a:gd name="connsiteX5" fmla="*/ 564872 w 2355831"/>
                  <a:gd name="connsiteY5" fmla="*/ 673757 h 1662431"/>
                  <a:gd name="connsiteX6" fmla="*/ 479781 w 2355831"/>
                  <a:gd name="connsiteY6" fmla="*/ 900666 h 1662431"/>
                  <a:gd name="connsiteX7" fmla="*/ 816093 w 2355831"/>
                  <a:gd name="connsiteY7" fmla="*/ 1374744 h 1662431"/>
                  <a:gd name="connsiteX8" fmla="*/ 544612 w 2355831"/>
                  <a:gd name="connsiteY8" fmla="*/ 1662432 h 1662431"/>
                  <a:gd name="connsiteX9" fmla="*/ 1652 w 2355831"/>
                  <a:gd name="connsiteY9" fmla="*/ 900666 h 1662431"/>
                  <a:gd name="connsiteX10" fmla="*/ 414950 w 2355831"/>
                  <a:gd name="connsiteY10" fmla="*/ 94329 h 1662431"/>
                  <a:gd name="connsiteX11" fmla="*/ 788377 w 2355831"/>
                  <a:gd name="connsiteY11" fmla="*/ 16370 h 1662431"/>
                  <a:gd name="connsiteX12" fmla="*/ 1123230 w 2355831"/>
                  <a:gd name="connsiteY12" fmla="*/ 0 h 1662431"/>
                  <a:gd name="connsiteX13" fmla="*/ 1472345 w 2355831"/>
                  <a:gd name="connsiteY13" fmla="*/ 167264 h 1662431"/>
                  <a:gd name="connsiteX14" fmla="*/ 1780293 w 2355831"/>
                  <a:gd name="connsiteY14" fmla="*/ 734536 h 1662431"/>
                  <a:gd name="connsiteX15" fmla="*/ 2076085 w 2355831"/>
                  <a:gd name="connsiteY15" fmla="*/ 479264 h 1662431"/>
                  <a:gd name="connsiteX16" fmla="*/ 2355669 w 2355831"/>
                  <a:gd name="connsiteY16" fmla="*/ 726433 h 1662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55831" h="1662431">
                    <a:moveTo>
                      <a:pt x="2355831" y="726433"/>
                    </a:moveTo>
                    <a:cubicBezTo>
                      <a:pt x="2355831" y="726433"/>
                      <a:pt x="2051935" y="1257237"/>
                      <a:pt x="1715624" y="1265341"/>
                    </a:cubicBezTo>
                    <a:cubicBezTo>
                      <a:pt x="1662625" y="1266638"/>
                      <a:pt x="1615946" y="1259182"/>
                      <a:pt x="1574941" y="1245568"/>
                    </a:cubicBezTo>
                    <a:cubicBezTo>
                      <a:pt x="1548846" y="1236978"/>
                      <a:pt x="1525021" y="1225956"/>
                      <a:pt x="1503302" y="1213152"/>
                    </a:cubicBezTo>
                    <a:cubicBezTo>
                      <a:pt x="1342845" y="1118661"/>
                      <a:pt x="1298274" y="929030"/>
                      <a:pt x="1298274" y="929030"/>
                    </a:cubicBezTo>
                    <a:lnTo>
                      <a:pt x="564872" y="673757"/>
                    </a:lnTo>
                    <a:lnTo>
                      <a:pt x="479781" y="900666"/>
                    </a:lnTo>
                    <a:lnTo>
                      <a:pt x="816093" y="1374744"/>
                    </a:lnTo>
                    <a:lnTo>
                      <a:pt x="544612" y="1662432"/>
                    </a:lnTo>
                    <a:cubicBezTo>
                      <a:pt x="544612" y="1662432"/>
                      <a:pt x="-34816" y="1220770"/>
                      <a:pt x="1652" y="900666"/>
                    </a:cubicBezTo>
                    <a:cubicBezTo>
                      <a:pt x="38119" y="580563"/>
                      <a:pt x="313652" y="134849"/>
                      <a:pt x="414950" y="94329"/>
                    </a:cubicBezTo>
                    <a:cubicBezTo>
                      <a:pt x="516249" y="53810"/>
                      <a:pt x="788377" y="16370"/>
                      <a:pt x="788377" y="16370"/>
                    </a:cubicBezTo>
                    <a:cubicBezTo>
                      <a:pt x="788377" y="16370"/>
                      <a:pt x="1030684" y="223991"/>
                      <a:pt x="1123230" y="0"/>
                    </a:cubicBezTo>
                    <a:cubicBezTo>
                      <a:pt x="1123230" y="0"/>
                      <a:pt x="1403462" y="102433"/>
                      <a:pt x="1472345" y="167264"/>
                    </a:cubicBezTo>
                    <a:cubicBezTo>
                      <a:pt x="1541228" y="232095"/>
                      <a:pt x="1780293" y="734536"/>
                      <a:pt x="1780293" y="734536"/>
                    </a:cubicBezTo>
                    <a:lnTo>
                      <a:pt x="2076085" y="479264"/>
                    </a:lnTo>
                    <a:lnTo>
                      <a:pt x="2355669" y="726433"/>
                    </a:lnTo>
                    <a:close/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任意形状 151"/>
              <p:cNvSpPr/>
              <p:nvPr/>
            </p:nvSpPr>
            <p:spPr>
              <a:xfrm>
                <a:off x="860487" y="6264831"/>
                <a:ext cx="714660" cy="419295"/>
              </a:xfrm>
              <a:custGeom>
                <a:avLst/>
                <a:gdLst>
                  <a:gd name="connsiteX0" fmla="*/ 0 w 714660"/>
                  <a:gd name="connsiteY0" fmla="*/ 418809 h 419295"/>
                  <a:gd name="connsiteX1" fmla="*/ 52351 w 714660"/>
                  <a:gd name="connsiteY1" fmla="*/ 0 h 419295"/>
                  <a:gd name="connsiteX2" fmla="*/ 458032 w 714660"/>
                  <a:gd name="connsiteY2" fmla="*/ 0 h 419295"/>
                  <a:gd name="connsiteX3" fmla="*/ 701473 w 714660"/>
                  <a:gd name="connsiteY3" fmla="*/ 317348 h 419295"/>
                  <a:gd name="connsiteX4" fmla="*/ 651228 w 714660"/>
                  <a:gd name="connsiteY4" fmla="*/ 419295 h 419295"/>
                  <a:gd name="connsiteX5" fmla="*/ 271642 w 714660"/>
                  <a:gd name="connsiteY5" fmla="*/ 418971 h 419295"/>
                  <a:gd name="connsiteX6" fmla="*/ 153812 w 714660"/>
                  <a:gd name="connsiteY6" fmla="*/ 418971 h 419295"/>
                  <a:gd name="connsiteX7" fmla="*/ 0 w 714660"/>
                  <a:gd name="connsiteY7" fmla="*/ 418971 h 419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4660" h="419295">
                    <a:moveTo>
                      <a:pt x="0" y="418809"/>
                    </a:moveTo>
                    <a:lnTo>
                      <a:pt x="52351" y="0"/>
                    </a:lnTo>
                    <a:lnTo>
                      <a:pt x="458032" y="0"/>
                    </a:lnTo>
                    <a:cubicBezTo>
                      <a:pt x="458032" y="0"/>
                      <a:pt x="701473" y="317348"/>
                      <a:pt x="701473" y="317348"/>
                    </a:cubicBezTo>
                    <a:cubicBezTo>
                      <a:pt x="733402" y="359002"/>
                      <a:pt x="703742" y="419295"/>
                      <a:pt x="651228" y="419295"/>
                    </a:cubicBezTo>
                    <a:lnTo>
                      <a:pt x="271642" y="418971"/>
                    </a:lnTo>
                    <a:cubicBezTo>
                      <a:pt x="271642" y="418971"/>
                      <a:pt x="219777" y="323183"/>
                      <a:pt x="153812" y="418971"/>
                    </a:cubicBezTo>
                    <a:lnTo>
                      <a:pt x="0" y="418971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任意形状 152"/>
              <p:cNvSpPr/>
              <p:nvPr/>
            </p:nvSpPr>
            <p:spPr>
              <a:xfrm>
                <a:off x="1763260" y="6158346"/>
                <a:ext cx="817398" cy="525780"/>
              </a:xfrm>
              <a:custGeom>
                <a:avLst/>
                <a:gdLst>
                  <a:gd name="connsiteX0" fmla="*/ 156243 w 817398"/>
                  <a:gd name="connsiteY0" fmla="*/ 525618 h 525780"/>
                  <a:gd name="connsiteX1" fmla="*/ 0 w 817398"/>
                  <a:gd name="connsiteY1" fmla="*/ 0 h 525780"/>
                  <a:gd name="connsiteX2" fmla="*/ 438582 w 817398"/>
                  <a:gd name="connsiteY2" fmla="*/ 7618 h 525780"/>
                  <a:gd name="connsiteX3" fmla="*/ 788346 w 817398"/>
                  <a:gd name="connsiteY3" fmla="*/ 233068 h 525780"/>
                  <a:gd name="connsiteX4" fmla="*/ 771652 w 817398"/>
                  <a:gd name="connsiteY4" fmla="*/ 347171 h 525780"/>
                  <a:gd name="connsiteX5" fmla="*/ 417026 w 817398"/>
                  <a:gd name="connsiteY5" fmla="*/ 449928 h 525780"/>
                  <a:gd name="connsiteX6" fmla="*/ 303896 w 817398"/>
                  <a:gd name="connsiteY6" fmla="*/ 482830 h 525780"/>
                  <a:gd name="connsiteX7" fmla="*/ 156243 w 817398"/>
                  <a:gd name="connsiteY7" fmla="*/ 525780 h 525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17398" h="525780">
                    <a:moveTo>
                      <a:pt x="156243" y="525618"/>
                    </a:moveTo>
                    <a:lnTo>
                      <a:pt x="0" y="0"/>
                    </a:lnTo>
                    <a:lnTo>
                      <a:pt x="438582" y="7618"/>
                    </a:lnTo>
                    <a:lnTo>
                      <a:pt x="788346" y="233068"/>
                    </a:lnTo>
                    <a:cubicBezTo>
                      <a:pt x="834052" y="262566"/>
                      <a:pt x="823841" y="332097"/>
                      <a:pt x="771652" y="347171"/>
                    </a:cubicBezTo>
                    <a:lnTo>
                      <a:pt x="417026" y="449928"/>
                    </a:lnTo>
                    <a:cubicBezTo>
                      <a:pt x="417026" y="449928"/>
                      <a:pt x="340525" y="372455"/>
                      <a:pt x="303896" y="482830"/>
                    </a:cubicBezTo>
                    <a:lnTo>
                      <a:pt x="156243" y="525780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任意形状 153"/>
              <p:cNvSpPr/>
              <p:nvPr/>
            </p:nvSpPr>
            <p:spPr>
              <a:xfrm>
                <a:off x="794197" y="3781962"/>
                <a:ext cx="1542169" cy="2510260"/>
              </a:xfrm>
              <a:custGeom>
                <a:avLst/>
                <a:gdLst>
                  <a:gd name="connsiteX0" fmla="*/ 1542170 w 1542169"/>
                  <a:gd name="connsiteY0" fmla="*/ 2376222 h 2510260"/>
                  <a:gd name="connsiteX1" fmla="*/ 910067 w 1542169"/>
                  <a:gd name="connsiteY1" fmla="*/ 2510261 h 2510260"/>
                  <a:gd name="connsiteX2" fmla="*/ 820762 w 1542169"/>
                  <a:gd name="connsiteY2" fmla="*/ 1848659 h 2510260"/>
                  <a:gd name="connsiteX3" fmla="*/ 767600 w 1542169"/>
                  <a:gd name="connsiteY3" fmla="*/ 1455782 h 2510260"/>
                  <a:gd name="connsiteX4" fmla="*/ 758362 w 1542169"/>
                  <a:gd name="connsiteY4" fmla="*/ 1599708 h 2510260"/>
                  <a:gd name="connsiteX5" fmla="*/ 699528 w 1542169"/>
                  <a:gd name="connsiteY5" fmla="*/ 2510261 h 2510260"/>
                  <a:gd name="connsiteX6" fmla="*/ 0 w 1542169"/>
                  <a:gd name="connsiteY6" fmla="*/ 2510261 h 2510260"/>
                  <a:gd name="connsiteX7" fmla="*/ 216050 w 1542169"/>
                  <a:gd name="connsiteY7" fmla="*/ 81687 h 2510260"/>
                  <a:gd name="connsiteX8" fmla="*/ 1218663 w 1542169"/>
                  <a:gd name="connsiteY8" fmla="*/ 0 h 2510260"/>
                  <a:gd name="connsiteX9" fmla="*/ 1542170 w 1542169"/>
                  <a:gd name="connsiteY9" fmla="*/ 2376222 h 2510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42169" h="2510260">
                    <a:moveTo>
                      <a:pt x="1542170" y="2376222"/>
                    </a:moveTo>
                    <a:lnTo>
                      <a:pt x="910067" y="2510261"/>
                    </a:lnTo>
                    <a:lnTo>
                      <a:pt x="820762" y="1848659"/>
                    </a:lnTo>
                    <a:lnTo>
                      <a:pt x="767600" y="1455782"/>
                    </a:lnTo>
                    <a:lnTo>
                      <a:pt x="758362" y="1599708"/>
                    </a:lnTo>
                    <a:lnTo>
                      <a:pt x="699528" y="2510261"/>
                    </a:lnTo>
                    <a:lnTo>
                      <a:pt x="0" y="2510261"/>
                    </a:lnTo>
                    <a:lnTo>
                      <a:pt x="216050" y="81687"/>
                    </a:lnTo>
                    <a:lnTo>
                      <a:pt x="1218663" y="0"/>
                    </a:lnTo>
                    <a:lnTo>
                      <a:pt x="1542170" y="2376222"/>
                    </a:lnTo>
                    <a:close/>
                  </a:path>
                </a:pathLst>
              </a:custGeom>
              <a:solidFill>
                <a:schemeClr val="accent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55" name="组合 154"/>
              <p:cNvGrpSpPr/>
              <p:nvPr/>
            </p:nvGrpSpPr>
            <p:grpSpPr>
              <a:xfrm>
                <a:off x="1105872" y="4299800"/>
                <a:ext cx="367477" cy="337942"/>
                <a:chOff x="1105872" y="4299800"/>
                <a:chExt cx="367477" cy="337942"/>
              </a:xfrm>
            </p:grpSpPr>
            <p:sp>
              <p:nvSpPr>
                <p:cNvPr id="56" name="任意形状 155"/>
                <p:cNvSpPr/>
                <p:nvPr/>
              </p:nvSpPr>
              <p:spPr>
                <a:xfrm>
                  <a:off x="1105872" y="4299800"/>
                  <a:ext cx="367477" cy="337942"/>
                </a:xfrm>
                <a:custGeom>
                  <a:avLst/>
                  <a:gdLst>
                    <a:gd name="connsiteX0" fmla="*/ 281853 w 367477"/>
                    <a:gd name="connsiteY0" fmla="*/ 143763 h 337942"/>
                    <a:gd name="connsiteX1" fmla="*/ 365485 w 367477"/>
                    <a:gd name="connsiteY1" fmla="*/ 166292 h 337942"/>
                    <a:gd name="connsiteX2" fmla="*/ 269373 w 367477"/>
                    <a:gd name="connsiteY2" fmla="*/ 59483 h 337942"/>
                    <a:gd name="connsiteX3" fmla="*/ 195952 w 367477"/>
                    <a:gd name="connsiteY3" fmla="*/ 0 h 337942"/>
                    <a:gd name="connsiteX4" fmla="*/ 0 w 367477"/>
                    <a:gd name="connsiteY4" fmla="*/ 161592 h 337942"/>
                    <a:gd name="connsiteX5" fmla="*/ 241010 w 367477"/>
                    <a:gd name="connsiteY5" fmla="*/ 337608 h 337942"/>
                    <a:gd name="connsiteX6" fmla="*/ 257217 w 367477"/>
                    <a:gd name="connsiteY6" fmla="*/ 315890 h 337942"/>
                    <a:gd name="connsiteX7" fmla="*/ 292226 w 367477"/>
                    <a:gd name="connsiteY7" fmla="*/ 332908 h 337942"/>
                    <a:gd name="connsiteX8" fmla="*/ 308434 w 367477"/>
                    <a:gd name="connsiteY8" fmla="*/ 311189 h 337942"/>
                    <a:gd name="connsiteX9" fmla="*/ 340525 w 367477"/>
                    <a:gd name="connsiteY9" fmla="*/ 308758 h 337942"/>
                    <a:gd name="connsiteX10" fmla="*/ 282015 w 367477"/>
                    <a:gd name="connsiteY10" fmla="*/ 143763 h 337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67477" h="337942">
                      <a:moveTo>
                        <a:pt x="281853" y="143763"/>
                      </a:moveTo>
                      <a:cubicBezTo>
                        <a:pt x="316538" y="180393"/>
                        <a:pt x="349278" y="186876"/>
                        <a:pt x="365485" y="166292"/>
                      </a:cubicBezTo>
                      <a:cubicBezTo>
                        <a:pt x="378776" y="149436"/>
                        <a:pt x="323183" y="96922"/>
                        <a:pt x="269373" y="59483"/>
                      </a:cubicBezTo>
                      <a:cubicBezTo>
                        <a:pt x="233068" y="34360"/>
                        <a:pt x="195952" y="0"/>
                        <a:pt x="195952" y="0"/>
                      </a:cubicBezTo>
                      <a:lnTo>
                        <a:pt x="0" y="161592"/>
                      </a:lnTo>
                      <a:cubicBezTo>
                        <a:pt x="0" y="161592"/>
                        <a:pt x="206973" y="346846"/>
                        <a:pt x="241010" y="337608"/>
                      </a:cubicBezTo>
                      <a:cubicBezTo>
                        <a:pt x="261431" y="331935"/>
                        <a:pt x="257217" y="315890"/>
                        <a:pt x="257217" y="315890"/>
                      </a:cubicBezTo>
                      <a:cubicBezTo>
                        <a:pt x="257217" y="315890"/>
                        <a:pt x="275856" y="337122"/>
                        <a:pt x="292226" y="332908"/>
                      </a:cubicBezTo>
                      <a:cubicBezTo>
                        <a:pt x="308596" y="328694"/>
                        <a:pt x="308434" y="311189"/>
                        <a:pt x="308434" y="311189"/>
                      </a:cubicBezTo>
                      <a:cubicBezTo>
                        <a:pt x="308434" y="311189"/>
                        <a:pt x="327235" y="327235"/>
                        <a:pt x="340525" y="308758"/>
                      </a:cubicBezTo>
                      <a:cubicBezTo>
                        <a:pt x="354950" y="288498"/>
                        <a:pt x="320752" y="214267"/>
                        <a:pt x="282015" y="143763"/>
                      </a:cubicBezTo>
                      <a:close/>
                    </a:path>
                  </a:pathLst>
                </a:custGeom>
                <a:solidFill>
                  <a:srgbClr val="FFB78F"/>
                </a:solidFill>
                <a:ln w="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/>
                  <a:endParaRPr lang="zh-CN" altLang="en-US"/>
                </a:p>
              </p:txBody>
            </p:sp>
            <p:sp>
              <p:nvSpPr>
                <p:cNvPr id="57" name="任意形状 156"/>
                <p:cNvSpPr/>
                <p:nvPr/>
              </p:nvSpPr>
              <p:spPr>
                <a:xfrm>
                  <a:off x="1354013" y="4502559"/>
                  <a:ext cx="67748" cy="110861"/>
                </a:xfrm>
                <a:custGeom>
                  <a:avLst/>
                  <a:gdLst>
                    <a:gd name="connsiteX0" fmla="*/ 52351 w 67748"/>
                    <a:gd name="connsiteY0" fmla="*/ 110861 h 110861"/>
                    <a:gd name="connsiteX1" fmla="*/ 0 w 67748"/>
                    <a:gd name="connsiteY1" fmla="*/ 9401 h 110861"/>
                    <a:gd name="connsiteX2" fmla="*/ 13128 w 67748"/>
                    <a:gd name="connsiteY2" fmla="*/ 0 h 110861"/>
                    <a:gd name="connsiteX3" fmla="*/ 67748 w 67748"/>
                    <a:gd name="connsiteY3" fmla="*/ 106161 h 110861"/>
                    <a:gd name="connsiteX4" fmla="*/ 52189 w 67748"/>
                    <a:gd name="connsiteY4" fmla="*/ 110861 h 110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748" h="110861">
                      <a:moveTo>
                        <a:pt x="52351" y="110861"/>
                      </a:moveTo>
                      <a:cubicBezTo>
                        <a:pt x="52351" y="110861"/>
                        <a:pt x="36792" y="60941"/>
                        <a:pt x="0" y="9401"/>
                      </a:cubicBezTo>
                      <a:lnTo>
                        <a:pt x="13128" y="0"/>
                      </a:lnTo>
                      <a:cubicBezTo>
                        <a:pt x="51541" y="53810"/>
                        <a:pt x="67100" y="104054"/>
                        <a:pt x="67748" y="106161"/>
                      </a:cubicBezTo>
                      <a:lnTo>
                        <a:pt x="52189" y="110861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形状 157"/>
                <p:cNvSpPr/>
                <p:nvPr/>
              </p:nvSpPr>
              <p:spPr>
                <a:xfrm>
                  <a:off x="1306687" y="4529951"/>
                  <a:ext cx="63372" cy="89466"/>
                </a:xfrm>
                <a:custGeom>
                  <a:avLst/>
                  <a:gdLst>
                    <a:gd name="connsiteX0" fmla="*/ 48947 w 63372"/>
                    <a:gd name="connsiteY0" fmla="*/ 89467 h 89466"/>
                    <a:gd name="connsiteX1" fmla="*/ 0 w 63372"/>
                    <a:gd name="connsiteY1" fmla="*/ 9725 h 89466"/>
                    <a:gd name="connsiteX2" fmla="*/ 12966 w 63372"/>
                    <a:gd name="connsiteY2" fmla="*/ 0 h 89466"/>
                    <a:gd name="connsiteX3" fmla="*/ 63372 w 63372"/>
                    <a:gd name="connsiteY3" fmla="*/ 82011 h 89466"/>
                    <a:gd name="connsiteX4" fmla="*/ 48947 w 63372"/>
                    <a:gd name="connsiteY4" fmla="*/ 89305 h 89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372" h="89466">
                      <a:moveTo>
                        <a:pt x="48947" y="89467"/>
                      </a:moveTo>
                      <a:cubicBezTo>
                        <a:pt x="48947" y="89467"/>
                        <a:pt x="26419" y="45382"/>
                        <a:pt x="0" y="9725"/>
                      </a:cubicBezTo>
                      <a:lnTo>
                        <a:pt x="12966" y="0"/>
                      </a:lnTo>
                      <a:cubicBezTo>
                        <a:pt x="40195" y="36630"/>
                        <a:pt x="62400" y="80228"/>
                        <a:pt x="63372" y="82011"/>
                      </a:cubicBezTo>
                      <a:lnTo>
                        <a:pt x="48947" y="89305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9" name="任意形状 158"/>
              <p:cNvSpPr/>
              <p:nvPr/>
            </p:nvSpPr>
            <p:spPr>
              <a:xfrm>
                <a:off x="1561797" y="4529302"/>
                <a:ext cx="53323" cy="1102128"/>
              </a:xfrm>
              <a:custGeom>
                <a:avLst/>
                <a:gdLst>
                  <a:gd name="connsiteX0" fmla="*/ 53324 w 53323"/>
                  <a:gd name="connsiteY0" fmla="*/ 1102129 h 1102128"/>
                  <a:gd name="connsiteX1" fmla="*/ 53161 w 53323"/>
                  <a:gd name="connsiteY1" fmla="*/ 1101318 h 1102128"/>
                  <a:gd name="connsiteX2" fmla="*/ 0 w 53323"/>
                  <a:gd name="connsiteY2" fmla="*/ 708442 h 1102128"/>
                  <a:gd name="connsiteX3" fmla="*/ 45868 w 53323"/>
                  <a:gd name="connsiteY3" fmla="*/ 0 h 1102128"/>
                  <a:gd name="connsiteX4" fmla="*/ 53324 w 53323"/>
                  <a:gd name="connsiteY4" fmla="*/ 1102129 h 1102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323" h="1102128">
                    <a:moveTo>
                      <a:pt x="53324" y="1102129"/>
                    </a:moveTo>
                    <a:lnTo>
                      <a:pt x="53161" y="1101318"/>
                    </a:lnTo>
                    <a:lnTo>
                      <a:pt x="0" y="708442"/>
                    </a:lnTo>
                    <a:lnTo>
                      <a:pt x="45868" y="0"/>
                    </a:lnTo>
                    <a:lnTo>
                      <a:pt x="53324" y="1102129"/>
                    </a:lnTo>
                    <a:close/>
                  </a:path>
                </a:pathLst>
              </a:custGeom>
              <a:solidFill>
                <a:srgbClr val="4DC1A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任意形状 159"/>
              <p:cNvSpPr/>
              <p:nvPr/>
            </p:nvSpPr>
            <p:spPr>
              <a:xfrm>
                <a:off x="991121" y="3500108"/>
                <a:ext cx="1059502" cy="592151"/>
              </a:xfrm>
              <a:custGeom>
                <a:avLst/>
                <a:gdLst>
                  <a:gd name="connsiteX0" fmla="*/ 1059502 w 1059502"/>
                  <a:gd name="connsiteY0" fmla="*/ 520756 h 592151"/>
                  <a:gd name="connsiteX1" fmla="*/ 290930 w 1059502"/>
                  <a:gd name="connsiteY1" fmla="*/ 564841 h 592151"/>
                  <a:gd name="connsiteX2" fmla="*/ 0 w 1059502"/>
                  <a:gd name="connsiteY2" fmla="*/ 474077 h 592151"/>
                  <a:gd name="connsiteX3" fmla="*/ 17991 w 1059502"/>
                  <a:gd name="connsiteY3" fmla="*/ 172289 h 592151"/>
                  <a:gd name="connsiteX4" fmla="*/ 28202 w 1059502"/>
                  <a:gd name="connsiteY4" fmla="*/ 0 h 592151"/>
                  <a:gd name="connsiteX5" fmla="*/ 1000668 w 1059502"/>
                  <a:gd name="connsiteY5" fmla="*/ 0 h 592151"/>
                  <a:gd name="connsiteX6" fmla="*/ 1059340 w 1059502"/>
                  <a:gd name="connsiteY6" fmla="*/ 520756 h 592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59502" h="592151">
                    <a:moveTo>
                      <a:pt x="1059502" y="520756"/>
                    </a:moveTo>
                    <a:cubicBezTo>
                      <a:pt x="1059502" y="520756"/>
                      <a:pt x="708280" y="645880"/>
                      <a:pt x="290930" y="564841"/>
                    </a:cubicBezTo>
                    <a:cubicBezTo>
                      <a:pt x="196276" y="546526"/>
                      <a:pt x="98219" y="517514"/>
                      <a:pt x="0" y="474077"/>
                    </a:cubicBezTo>
                    <a:lnTo>
                      <a:pt x="17991" y="172289"/>
                    </a:lnTo>
                    <a:lnTo>
                      <a:pt x="28202" y="0"/>
                    </a:lnTo>
                    <a:lnTo>
                      <a:pt x="1000668" y="0"/>
                    </a:lnTo>
                    <a:lnTo>
                      <a:pt x="1059340" y="520756"/>
                    </a:lnTo>
                    <a:close/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61" name="任意形状 160"/>
              <p:cNvSpPr/>
              <p:nvPr/>
            </p:nvSpPr>
            <p:spPr>
              <a:xfrm>
                <a:off x="1996652" y="3542411"/>
                <a:ext cx="134200" cy="610709"/>
              </a:xfrm>
              <a:custGeom>
                <a:avLst/>
                <a:gdLst>
                  <a:gd name="connsiteX0" fmla="*/ 134200 w 134200"/>
                  <a:gd name="connsiteY0" fmla="*/ 610547 h 610709"/>
                  <a:gd name="connsiteX1" fmla="*/ 62562 w 134200"/>
                  <a:gd name="connsiteY1" fmla="*/ 578132 h 610709"/>
                  <a:gd name="connsiteX2" fmla="*/ 62076 w 134200"/>
                  <a:gd name="connsiteY2" fmla="*/ 577645 h 610709"/>
                  <a:gd name="connsiteX3" fmla="*/ 0 w 134200"/>
                  <a:gd name="connsiteY3" fmla="*/ 0 h 610709"/>
                  <a:gd name="connsiteX4" fmla="*/ 134200 w 134200"/>
                  <a:gd name="connsiteY4" fmla="*/ 610709 h 610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200" h="610709">
                    <a:moveTo>
                      <a:pt x="134200" y="610547"/>
                    </a:moveTo>
                    <a:cubicBezTo>
                      <a:pt x="108106" y="601957"/>
                      <a:pt x="84280" y="590936"/>
                      <a:pt x="62562" y="578132"/>
                    </a:cubicBezTo>
                    <a:lnTo>
                      <a:pt x="62076" y="577645"/>
                    </a:lnTo>
                    <a:lnTo>
                      <a:pt x="0" y="0"/>
                    </a:lnTo>
                    <a:lnTo>
                      <a:pt x="134200" y="610709"/>
                    </a:lnTo>
                    <a:close/>
                  </a:path>
                </a:pathLst>
              </a:custGeom>
              <a:solidFill>
                <a:srgbClr val="F7B15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任意形状 161"/>
              <p:cNvSpPr/>
              <p:nvPr/>
            </p:nvSpPr>
            <p:spPr>
              <a:xfrm rot="16444800">
                <a:off x="-63032" y="5166982"/>
                <a:ext cx="2239591" cy="16207"/>
              </a:xfrm>
              <a:custGeom>
                <a:avLst/>
                <a:gdLst>
                  <a:gd name="connsiteX0" fmla="*/ 0 w 2239591"/>
                  <a:gd name="connsiteY0" fmla="*/ 0 h 16207"/>
                  <a:gd name="connsiteX1" fmla="*/ 2239591 w 2239591"/>
                  <a:gd name="connsiteY1" fmla="*/ 0 h 16207"/>
                  <a:gd name="connsiteX2" fmla="*/ 2239591 w 2239591"/>
                  <a:gd name="connsiteY2" fmla="*/ 16208 h 16207"/>
                  <a:gd name="connsiteX3" fmla="*/ 0 w 2239591"/>
                  <a:gd name="connsiteY3" fmla="*/ 16208 h 1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39591" h="16207">
                    <a:moveTo>
                      <a:pt x="0" y="0"/>
                    </a:moveTo>
                    <a:lnTo>
                      <a:pt x="2239591" y="0"/>
                    </a:lnTo>
                    <a:lnTo>
                      <a:pt x="2239591" y="16208"/>
                    </a:lnTo>
                    <a:lnTo>
                      <a:pt x="0" y="16208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3" name="任意形状 162"/>
              <p:cNvSpPr/>
              <p:nvPr/>
            </p:nvSpPr>
            <p:spPr>
              <a:xfrm>
                <a:off x="991121" y="3593951"/>
                <a:ext cx="290929" cy="470998"/>
              </a:xfrm>
              <a:custGeom>
                <a:avLst/>
                <a:gdLst>
                  <a:gd name="connsiteX0" fmla="*/ 290930 w 290929"/>
                  <a:gd name="connsiteY0" fmla="*/ 470998 h 470998"/>
                  <a:gd name="connsiteX1" fmla="*/ 0 w 290929"/>
                  <a:gd name="connsiteY1" fmla="*/ 380234 h 470998"/>
                  <a:gd name="connsiteX2" fmla="*/ 17991 w 290929"/>
                  <a:gd name="connsiteY2" fmla="*/ 78446 h 470998"/>
                  <a:gd name="connsiteX3" fmla="*/ 124800 w 290929"/>
                  <a:gd name="connsiteY3" fmla="*/ 0 h 470998"/>
                  <a:gd name="connsiteX4" fmla="*/ 81039 w 290929"/>
                  <a:gd name="connsiteY4" fmla="*/ 201949 h 470998"/>
                  <a:gd name="connsiteX5" fmla="*/ 290930 w 290929"/>
                  <a:gd name="connsiteY5" fmla="*/ 470998 h 470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0929" h="470998">
                    <a:moveTo>
                      <a:pt x="290930" y="470998"/>
                    </a:moveTo>
                    <a:cubicBezTo>
                      <a:pt x="196276" y="452683"/>
                      <a:pt x="98219" y="423671"/>
                      <a:pt x="0" y="380234"/>
                    </a:cubicBezTo>
                    <a:lnTo>
                      <a:pt x="17991" y="78446"/>
                    </a:lnTo>
                    <a:lnTo>
                      <a:pt x="124800" y="0"/>
                    </a:lnTo>
                    <a:cubicBezTo>
                      <a:pt x="125610" y="3404"/>
                      <a:pt x="81039" y="201949"/>
                      <a:pt x="81039" y="201949"/>
                    </a:cubicBezTo>
                    <a:lnTo>
                      <a:pt x="290930" y="470998"/>
                    </a:lnTo>
                    <a:close/>
                  </a:path>
                </a:pathLst>
              </a:custGeom>
              <a:solidFill>
                <a:srgbClr val="F7B15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" name="任意形状 163"/>
              <p:cNvSpPr/>
              <p:nvPr/>
            </p:nvSpPr>
            <p:spPr>
              <a:xfrm>
                <a:off x="555911" y="2923760"/>
                <a:ext cx="816092" cy="1646061"/>
              </a:xfrm>
              <a:custGeom>
                <a:avLst/>
                <a:gdLst>
                  <a:gd name="connsiteX0" fmla="*/ 564872 w 816092"/>
                  <a:gd name="connsiteY0" fmla="*/ 657387 h 1646061"/>
                  <a:gd name="connsiteX1" fmla="*/ 479781 w 816092"/>
                  <a:gd name="connsiteY1" fmla="*/ 884296 h 1646061"/>
                  <a:gd name="connsiteX2" fmla="*/ 816093 w 816092"/>
                  <a:gd name="connsiteY2" fmla="*/ 1358374 h 1646061"/>
                  <a:gd name="connsiteX3" fmla="*/ 544612 w 816092"/>
                  <a:gd name="connsiteY3" fmla="*/ 1646062 h 1646061"/>
                  <a:gd name="connsiteX4" fmla="*/ 1652 w 816092"/>
                  <a:gd name="connsiteY4" fmla="*/ 884296 h 1646061"/>
                  <a:gd name="connsiteX5" fmla="*/ 414950 w 816092"/>
                  <a:gd name="connsiteY5" fmla="*/ 77959 h 1646061"/>
                  <a:gd name="connsiteX6" fmla="*/ 788539 w 816092"/>
                  <a:gd name="connsiteY6" fmla="*/ 0 h 1646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092" h="1646061">
                    <a:moveTo>
                      <a:pt x="564872" y="657387"/>
                    </a:moveTo>
                    <a:lnTo>
                      <a:pt x="479781" y="884296"/>
                    </a:lnTo>
                    <a:lnTo>
                      <a:pt x="816093" y="1358374"/>
                    </a:lnTo>
                    <a:lnTo>
                      <a:pt x="544612" y="1646062"/>
                    </a:lnTo>
                    <a:cubicBezTo>
                      <a:pt x="544612" y="1646062"/>
                      <a:pt x="-34816" y="1204400"/>
                      <a:pt x="1652" y="884296"/>
                    </a:cubicBezTo>
                    <a:cubicBezTo>
                      <a:pt x="38119" y="564193"/>
                      <a:pt x="313652" y="118479"/>
                      <a:pt x="414950" y="77959"/>
                    </a:cubicBezTo>
                    <a:cubicBezTo>
                      <a:pt x="516249" y="37440"/>
                      <a:pt x="788539" y="0"/>
                      <a:pt x="788539" y="0"/>
                    </a:cubicBezTo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形状 164"/>
              <p:cNvSpPr/>
              <p:nvPr/>
            </p:nvSpPr>
            <p:spPr>
              <a:xfrm rot="20921401">
                <a:off x="1718917" y="4848039"/>
                <a:ext cx="16207" cy="1425635"/>
              </a:xfrm>
              <a:custGeom>
                <a:avLst/>
                <a:gdLst>
                  <a:gd name="connsiteX0" fmla="*/ 0 w 16207"/>
                  <a:gd name="connsiteY0" fmla="*/ 0 h 1425635"/>
                  <a:gd name="connsiteX1" fmla="*/ 16208 w 16207"/>
                  <a:gd name="connsiteY1" fmla="*/ 0 h 1425635"/>
                  <a:gd name="connsiteX2" fmla="*/ 16208 w 16207"/>
                  <a:gd name="connsiteY2" fmla="*/ 1425635 h 1425635"/>
                  <a:gd name="connsiteX3" fmla="*/ 0 w 16207"/>
                  <a:gd name="connsiteY3" fmla="*/ 1425635 h 142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207" h="1425635">
                    <a:moveTo>
                      <a:pt x="0" y="0"/>
                    </a:moveTo>
                    <a:lnTo>
                      <a:pt x="16208" y="0"/>
                    </a:lnTo>
                    <a:lnTo>
                      <a:pt x="16208" y="1425635"/>
                    </a:lnTo>
                    <a:lnTo>
                      <a:pt x="0" y="1425635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66" name="任意形状 167"/>
            <p:cNvSpPr/>
            <p:nvPr/>
          </p:nvSpPr>
          <p:spPr>
            <a:xfrm>
              <a:off x="-52" y="5971163"/>
              <a:ext cx="1226683" cy="893862"/>
            </a:xfrm>
            <a:custGeom>
              <a:avLst/>
              <a:gdLst>
                <a:gd name="connsiteX0" fmla="*/ 55978 w 1553102"/>
                <a:gd name="connsiteY0" fmla="*/ 1131560 h 1131718"/>
                <a:gd name="connsiteX1" fmla="*/ 632076 w 1553102"/>
                <a:gd name="connsiteY1" fmla="*/ 336 h 1131718"/>
                <a:gd name="connsiteX2" fmla="*/ 1553103 w 1553102"/>
                <a:gd name="connsiteY2" fmla="*/ 1131719 h 1131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3102" h="1131718">
                  <a:moveTo>
                    <a:pt x="55978" y="1131560"/>
                  </a:moveTo>
                  <a:cubicBezTo>
                    <a:pt x="55978" y="1131560"/>
                    <a:pt x="-265435" y="29728"/>
                    <a:pt x="632076" y="336"/>
                  </a:cubicBezTo>
                  <a:cubicBezTo>
                    <a:pt x="1329559" y="-22543"/>
                    <a:pt x="1553103" y="1131719"/>
                    <a:pt x="1553103" y="1131719"/>
                  </a:cubicBezTo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grpSp>
          <p:nvGrpSpPr>
            <p:cNvPr id="67" name="组合 168"/>
            <p:cNvGrpSpPr/>
            <p:nvPr/>
          </p:nvGrpSpPr>
          <p:grpSpPr>
            <a:xfrm>
              <a:off x="1656294" y="4235001"/>
              <a:ext cx="1001100" cy="2630017"/>
              <a:chOff x="1656294" y="4817199"/>
              <a:chExt cx="779490" cy="2047819"/>
            </a:xfrm>
          </p:grpSpPr>
          <p:sp>
            <p:nvSpPr>
              <p:cNvPr id="68" name="任意形状 169"/>
              <p:cNvSpPr/>
              <p:nvPr/>
            </p:nvSpPr>
            <p:spPr>
              <a:xfrm>
                <a:off x="1656294" y="5182648"/>
                <a:ext cx="673041" cy="1682370"/>
              </a:xfrm>
              <a:custGeom>
                <a:avLst/>
                <a:gdLst>
                  <a:gd name="connsiteX0" fmla="*/ 40541 w 673041"/>
                  <a:gd name="connsiteY0" fmla="*/ 1679677 h 1682370"/>
                  <a:gd name="connsiteX1" fmla="*/ 430909 w 673041"/>
                  <a:gd name="connsiteY1" fmla="*/ 287731 h 1682370"/>
                  <a:gd name="connsiteX2" fmla="*/ 558012 w 673041"/>
                  <a:gd name="connsiteY2" fmla="*/ 0 h 1682370"/>
                  <a:gd name="connsiteX3" fmla="*/ 673041 w 673041"/>
                  <a:gd name="connsiteY3" fmla="*/ 39879 h 1682370"/>
                  <a:gd name="connsiteX4" fmla="*/ 596620 w 673041"/>
                  <a:gd name="connsiteY4" fmla="*/ 345246 h 1682370"/>
                  <a:gd name="connsiteX5" fmla="*/ 40223 w 673041"/>
                  <a:gd name="connsiteY5" fmla="*/ 1679677 h 1682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3041" h="1682370">
                    <a:moveTo>
                      <a:pt x="40541" y="1679677"/>
                    </a:moveTo>
                    <a:cubicBezTo>
                      <a:pt x="-119133" y="1624387"/>
                      <a:pt x="230879" y="753090"/>
                      <a:pt x="430909" y="287731"/>
                    </a:cubicBezTo>
                    <a:cubicBezTo>
                      <a:pt x="504629" y="116300"/>
                      <a:pt x="558012" y="0"/>
                      <a:pt x="558012" y="0"/>
                    </a:cubicBezTo>
                    <a:lnTo>
                      <a:pt x="673041" y="39879"/>
                    </a:lnTo>
                    <a:cubicBezTo>
                      <a:pt x="673041" y="39879"/>
                      <a:pt x="643808" y="164599"/>
                      <a:pt x="596620" y="345246"/>
                    </a:cubicBezTo>
                    <a:cubicBezTo>
                      <a:pt x="468722" y="835549"/>
                      <a:pt x="208477" y="1737986"/>
                      <a:pt x="40223" y="167967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9" name="任意形状 170"/>
              <p:cNvSpPr/>
              <p:nvPr/>
            </p:nvSpPr>
            <p:spPr>
              <a:xfrm>
                <a:off x="2087203" y="5182648"/>
                <a:ext cx="242132" cy="345245"/>
              </a:xfrm>
              <a:custGeom>
                <a:avLst/>
                <a:gdLst>
                  <a:gd name="connsiteX0" fmla="*/ 165871 w 242132"/>
                  <a:gd name="connsiteY0" fmla="*/ 345246 h 345245"/>
                  <a:gd name="connsiteX1" fmla="*/ 0 w 242132"/>
                  <a:gd name="connsiteY1" fmla="*/ 287731 h 345245"/>
                  <a:gd name="connsiteX2" fmla="*/ 127104 w 242132"/>
                  <a:gd name="connsiteY2" fmla="*/ 0 h 345245"/>
                  <a:gd name="connsiteX3" fmla="*/ 242133 w 242132"/>
                  <a:gd name="connsiteY3" fmla="*/ 39879 h 345245"/>
                  <a:gd name="connsiteX4" fmla="*/ 165712 w 242132"/>
                  <a:gd name="connsiteY4" fmla="*/ 345246 h 345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2132" h="345245">
                    <a:moveTo>
                      <a:pt x="165871" y="345246"/>
                    </a:moveTo>
                    <a:lnTo>
                      <a:pt x="0" y="287731"/>
                    </a:lnTo>
                    <a:cubicBezTo>
                      <a:pt x="73720" y="116300"/>
                      <a:pt x="127104" y="0"/>
                      <a:pt x="127104" y="0"/>
                    </a:cubicBezTo>
                    <a:lnTo>
                      <a:pt x="242133" y="39879"/>
                    </a:lnTo>
                    <a:cubicBezTo>
                      <a:pt x="242133" y="39879"/>
                      <a:pt x="212899" y="164599"/>
                      <a:pt x="165712" y="3452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0" name="任意形状 171"/>
              <p:cNvSpPr/>
              <p:nvPr/>
            </p:nvSpPr>
            <p:spPr>
              <a:xfrm>
                <a:off x="2205727" y="4819767"/>
                <a:ext cx="230057" cy="402601"/>
              </a:xfrm>
              <a:custGeom>
                <a:avLst/>
                <a:gdLst>
                  <a:gd name="connsiteX0" fmla="*/ 123608 w 230057"/>
                  <a:gd name="connsiteY0" fmla="*/ 402601 h 402601"/>
                  <a:gd name="connsiteX1" fmla="*/ 230058 w 230057"/>
                  <a:gd name="connsiteY1" fmla="*/ 281535 h 402601"/>
                  <a:gd name="connsiteX2" fmla="*/ 198759 w 230057"/>
                  <a:gd name="connsiteY2" fmla="*/ 0 h 402601"/>
                  <a:gd name="connsiteX3" fmla="*/ 0 w 230057"/>
                  <a:gd name="connsiteY3" fmla="*/ 201777 h 402601"/>
                  <a:gd name="connsiteX4" fmla="*/ 8579 w 230057"/>
                  <a:gd name="connsiteY4" fmla="*/ 362723 h 402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0057" h="402601">
                    <a:moveTo>
                      <a:pt x="123608" y="402601"/>
                    </a:moveTo>
                    <a:lnTo>
                      <a:pt x="230058" y="281535"/>
                    </a:lnTo>
                    <a:lnTo>
                      <a:pt x="198759" y="0"/>
                    </a:lnTo>
                    <a:lnTo>
                      <a:pt x="0" y="201777"/>
                    </a:lnTo>
                    <a:lnTo>
                      <a:pt x="8579" y="362723"/>
                    </a:lnTo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1" name="任意形状 172"/>
              <p:cNvSpPr/>
              <p:nvPr/>
            </p:nvSpPr>
            <p:spPr>
              <a:xfrm rot="-4252800">
                <a:off x="2234608" y="4932700"/>
                <a:ext cx="255796" cy="15887"/>
              </a:xfrm>
              <a:custGeom>
                <a:avLst/>
                <a:gdLst>
                  <a:gd name="connsiteX0" fmla="*/ 0 w 255796"/>
                  <a:gd name="connsiteY0" fmla="*/ 0 h 15887"/>
                  <a:gd name="connsiteX1" fmla="*/ 255797 w 255796"/>
                  <a:gd name="connsiteY1" fmla="*/ 0 h 15887"/>
                  <a:gd name="connsiteX2" fmla="*/ 255797 w 255796"/>
                  <a:gd name="connsiteY2" fmla="*/ 15888 h 15887"/>
                  <a:gd name="connsiteX3" fmla="*/ 0 w 255796"/>
                  <a:gd name="connsiteY3" fmla="*/ 15888 h 15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5796" h="15887">
                    <a:moveTo>
                      <a:pt x="0" y="0"/>
                    </a:moveTo>
                    <a:lnTo>
                      <a:pt x="255797" y="0"/>
                    </a:lnTo>
                    <a:lnTo>
                      <a:pt x="255797" y="15888"/>
                    </a:lnTo>
                    <a:lnTo>
                      <a:pt x="0" y="15888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72" name="组合 173"/>
            <p:cNvGrpSpPr/>
            <p:nvPr/>
          </p:nvGrpSpPr>
          <p:grpSpPr>
            <a:xfrm>
              <a:off x="418807" y="4877122"/>
              <a:ext cx="730854" cy="1714649"/>
              <a:chOff x="418807" y="4877122"/>
              <a:chExt cx="730854" cy="1714649"/>
            </a:xfrm>
          </p:grpSpPr>
          <p:sp>
            <p:nvSpPr>
              <p:cNvPr id="73" name="任意形状 174"/>
              <p:cNvSpPr/>
              <p:nvPr/>
            </p:nvSpPr>
            <p:spPr>
              <a:xfrm>
                <a:off x="418807" y="4877122"/>
                <a:ext cx="730854" cy="1714649"/>
              </a:xfrm>
              <a:custGeom>
                <a:avLst/>
                <a:gdLst>
                  <a:gd name="connsiteX0" fmla="*/ 660940 w 730854"/>
                  <a:gd name="connsiteY0" fmla="*/ 1707004 h 1714649"/>
                  <a:gd name="connsiteX1" fmla="*/ 584678 w 730854"/>
                  <a:gd name="connsiteY1" fmla="*/ 1708911 h 1714649"/>
                  <a:gd name="connsiteX2" fmla="*/ 535584 w 730854"/>
                  <a:gd name="connsiteY2" fmla="*/ 1662836 h 1714649"/>
                  <a:gd name="connsiteX3" fmla="*/ 0 w 730854"/>
                  <a:gd name="connsiteY3" fmla="*/ 232759 h 1714649"/>
                  <a:gd name="connsiteX4" fmla="*/ 13346 w 730854"/>
                  <a:gd name="connsiteY4" fmla="*/ 88973 h 1714649"/>
                  <a:gd name="connsiteX5" fmla="*/ 21608 w 730854"/>
                  <a:gd name="connsiteY5" fmla="*/ 0 h 1714649"/>
                  <a:gd name="connsiteX6" fmla="*/ 86589 w 730854"/>
                  <a:gd name="connsiteY6" fmla="*/ 61963 h 1714649"/>
                  <a:gd name="connsiteX7" fmla="*/ 190656 w 730854"/>
                  <a:gd name="connsiteY7" fmla="*/ 161263 h 1714649"/>
                  <a:gd name="connsiteX8" fmla="*/ 726239 w 730854"/>
                  <a:gd name="connsiteY8" fmla="*/ 1591340 h 1714649"/>
                  <a:gd name="connsiteX9" fmla="*/ 660781 w 730854"/>
                  <a:gd name="connsiteY9" fmla="*/ 1707004 h 1714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30854" h="1714649">
                    <a:moveTo>
                      <a:pt x="660940" y="1707004"/>
                    </a:moveTo>
                    <a:cubicBezTo>
                      <a:pt x="634566" y="1716855"/>
                      <a:pt x="607397" y="1716855"/>
                      <a:pt x="584678" y="1708911"/>
                    </a:cubicBezTo>
                    <a:cubicBezTo>
                      <a:pt x="561958" y="1700967"/>
                      <a:pt x="543845" y="1684920"/>
                      <a:pt x="535584" y="1662836"/>
                    </a:cubicBezTo>
                    <a:lnTo>
                      <a:pt x="0" y="232759"/>
                    </a:lnTo>
                    <a:lnTo>
                      <a:pt x="13346" y="88973"/>
                    </a:lnTo>
                    <a:lnTo>
                      <a:pt x="21608" y="0"/>
                    </a:lnTo>
                    <a:lnTo>
                      <a:pt x="86589" y="61963"/>
                    </a:lnTo>
                    <a:lnTo>
                      <a:pt x="190656" y="161263"/>
                    </a:lnTo>
                    <a:lnTo>
                      <a:pt x="726239" y="1591340"/>
                    </a:lnTo>
                    <a:cubicBezTo>
                      <a:pt x="742763" y="1635508"/>
                      <a:pt x="713529" y="1687303"/>
                      <a:pt x="660781" y="170700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4" name="任意形状 175"/>
              <p:cNvSpPr/>
              <p:nvPr/>
            </p:nvSpPr>
            <p:spPr>
              <a:xfrm>
                <a:off x="418965" y="4877122"/>
                <a:ext cx="190655" cy="237832"/>
              </a:xfrm>
              <a:custGeom>
                <a:avLst/>
                <a:gdLst>
                  <a:gd name="connsiteX0" fmla="*/ 318 w 190655"/>
                  <a:gd name="connsiteY0" fmla="*/ 233712 h 237832"/>
                  <a:gd name="connsiteX1" fmla="*/ 0 w 190655"/>
                  <a:gd name="connsiteY1" fmla="*/ 232759 h 237832"/>
                  <a:gd name="connsiteX2" fmla="*/ 13346 w 190655"/>
                  <a:gd name="connsiteY2" fmla="*/ 88973 h 237832"/>
                  <a:gd name="connsiteX3" fmla="*/ 21608 w 190655"/>
                  <a:gd name="connsiteY3" fmla="*/ 0 h 237832"/>
                  <a:gd name="connsiteX4" fmla="*/ 86589 w 190655"/>
                  <a:gd name="connsiteY4" fmla="*/ 61963 h 237832"/>
                  <a:gd name="connsiteX5" fmla="*/ 190656 w 190655"/>
                  <a:gd name="connsiteY5" fmla="*/ 161263 h 237832"/>
                  <a:gd name="connsiteX6" fmla="*/ 190656 w 190655"/>
                  <a:gd name="connsiteY6" fmla="*/ 161740 h 237832"/>
                  <a:gd name="connsiteX7" fmla="*/ 189861 w 190655"/>
                  <a:gd name="connsiteY7" fmla="*/ 162693 h 237832"/>
                  <a:gd name="connsiteX8" fmla="*/ 96281 w 190655"/>
                  <a:gd name="connsiteY8" fmla="*/ 197805 h 237832"/>
                  <a:gd name="connsiteX9" fmla="*/ 318 w 190655"/>
                  <a:gd name="connsiteY9" fmla="*/ 233712 h 23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0655" h="237832">
                    <a:moveTo>
                      <a:pt x="318" y="233712"/>
                    </a:moveTo>
                    <a:lnTo>
                      <a:pt x="0" y="232759"/>
                    </a:lnTo>
                    <a:lnTo>
                      <a:pt x="13346" y="88973"/>
                    </a:lnTo>
                    <a:lnTo>
                      <a:pt x="21608" y="0"/>
                    </a:lnTo>
                    <a:lnTo>
                      <a:pt x="86589" y="61963"/>
                    </a:lnTo>
                    <a:lnTo>
                      <a:pt x="190656" y="161263"/>
                    </a:lnTo>
                    <a:lnTo>
                      <a:pt x="190656" y="161740"/>
                    </a:lnTo>
                    <a:cubicBezTo>
                      <a:pt x="190656" y="161740"/>
                      <a:pt x="189861" y="162693"/>
                      <a:pt x="189861" y="162693"/>
                    </a:cubicBezTo>
                    <a:cubicBezTo>
                      <a:pt x="189861" y="162693"/>
                      <a:pt x="154590" y="218301"/>
                      <a:pt x="96281" y="197805"/>
                    </a:cubicBezTo>
                    <a:cubicBezTo>
                      <a:pt x="96281" y="197805"/>
                      <a:pt x="64982" y="253095"/>
                      <a:pt x="318" y="2337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5" name="任意形状 176"/>
              <p:cNvSpPr/>
              <p:nvPr/>
            </p:nvSpPr>
            <p:spPr>
              <a:xfrm>
                <a:off x="432152" y="4877122"/>
                <a:ext cx="73243" cy="88972"/>
              </a:xfrm>
              <a:custGeom>
                <a:avLst/>
                <a:gdLst>
                  <a:gd name="connsiteX0" fmla="*/ 39402 w 73243"/>
                  <a:gd name="connsiteY0" fmla="*/ 81188 h 88972"/>
                  <a:gd name="connsiteX1" fmla="*/ 0 w 73243"/>
                  <a:gd name="connsiteY1" fmla="*/ 88973 h 88972"/>
                  <a:gd name="connsiteX2" fmla="*/ 8262 w 73243"/>
                  <a:gd name="connsiteY2" fmla="*/ 0 h 88972"/>
                  <a:gd name="connsiteX3" fmla="*/ 73244 w 73243"/>
                  <a:gd name="connsiteY3" fmla="*/ 61963 h 88972"/>
                  <a:gd name="connsiteX4" fmla="*/ 39402 w 73243"/>
                  <a:gd name="connsiteY4" fmla="*/ 81188 h 88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243" h="88972">
                    <a:moveTo>
                      <a:pt x="39402" y="81188"/>
                    </a:moveTo>
                    <a:cubicBezTo>
                      <a:pt x="26215" y="86113"/>
                      <a:pt x="13028" y="88655"/>
                      <a:pt x="0" y="88973"/>
                    </a:cubicBezTo>
                    <a:lnTo>
                      <a:pt x="8262" y="0"/>
                    </a:lnTo>
                    <a:lnTo>
                      <a:pt x="73244" y="61963"/>
                    </a:lnTo>
                    <a:cubicBezTo>
                      <a:pt x="63393" y="69748"/>
                      <a:pt x="52113" y="76421"/>
                      <a:pt x="39402" y="81188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76" name="组合 177"/>
            <p:cNvGrpSpPr/>
            <p:nvPr/>
          </p:nvGrpSpPr>
          <p:grpSpPr>
            <a:xfrm>
              <a:off x="245945" y="5632901"/>
              <a:ext cx="2291840" cy="1232124"/>
              <a:chOff x="245945" y="5632901"/>
              <a:chExt cx="2291840" cy="1232124"/>
            </a:xfrm>
          </p:grpSpPr>
          <p:sp>
            <p:nvSpPr>
              <p:cNvPr id="77" name="任意形状 178"/>
              <p:cNvSpPr/>
              <p:nvPr/>
            </p:nvSpPr>
            <p:spPr>
              <a:xfrm>
                <a:off x="1028587" y="6107328"/>
                <a:ext cx="1343805" cy="757697"/>
              </a:xfrm>
              <a:custGeom>
                <a:avLst/>
                <a:gdLst>
                  <a:gd name="connsiteX0" fmla="*/ 0 w 1343805"/>
                  <a:gd name="connsiteY0" fmla="*/ 0 h 757697"/>
                  <a:gd name="connsiteX1" fmla="*/ 1343805 w 1343805"/>
                  <a:gd name="connsiteY1" fmla="*/ 0 h 757697"/>
                  <a:gd name="connsiteX2" fmla="*/ 1343805 w 1343805"/>
                  <a:gd name="connsiteY2" fmla="*/ 757698 h 757697"/>
                  <a:gd name="connsiteX3" fmla="*/ 0 w 1343805"/>
                  <a:gd name="connsiteY3" fmla="*/ 757698 h 757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3805" h="757697">
                    <a:moveTo>
                      <a:pt x="0" y="0"/>
                    </a:moveTo>
                    <a:lnTo>
                      <a:pt x="1343805" y="0"/>
                    </a:lnTo>
                    <a:lnTo>
                      <a:pt x="1343805" y="757698"/>
                    </a:lnTo>
                    <a:lnTo>
                      <a:pt x="0" y="757698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8" name="任意形状 179"/>
              <p:cNvSpPr/>
              <p:nvPr/>
            </p:nvSpPr>
            <p:spPr>
              <a:xfrm>
                <a:off x="1028587" y="5783055"/>
                <a:ext cx="1509198" cy="324273"/>
              </a:xfrm>
              <a:custGeom>
                <a:avLst/>
                <a:gdLst>
                  <a:gd name="connsiteX0" fmla="*/ 165235 w 1509198"/>
                  <a:gd name="connsiteY0" fmla="*/ 0 h 324273"/>
                  <a:gd name="connsiteX1" fmla="*/ 1509199 w 1509198"/>
                  <a:gd name="connsiteY1" fmla="*/ 0 h 324273"/>
                  <a:gd name="connsiteX2" fmla="*/ 1343964 w 1509198"/>
                  <a:gd name="connsiteY2" fmla="*/ 324274 h 324273"/>
                  <a:gd name="connsiteX3" fmla="*/ 0 w 1509198"/>
                  <a:gd name="connsiteY3" fmla="*/ 324274 h 324273"/>
                  <a:gd name="connsiteX4" fmla="*/ 165235 w 1509198"/>
                  <a:gd name="connsiteY4" fmla="*/ 0 h 324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09198" h="324273">
                    <a:moveTo>
                      <a:pt x="165235" y="0"/>
                    </a:moveTo>
                    <a:lnTo>
                      <a:pt x="1509199" y="0"/>
                    </a:lnTo>
                    <a:lnTo>
                      <a:pt x="1343964" y="324274"/>
                    </a:lnTo>
                    <a:lnTo>
                      <a:pt x="0" y="324274"/>
                    </a:lnTo>
                    <a:lnTo>
                      <a:pt x="165235" y="0"/>
                    </a:lnTo>
                    <a:close/>
                  </a:path>
                </a:pathLst>
              </a:custGeom>
              <a:solidFill>
                <a:srgbClr val="F2F2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9" name="任意形状 180"/>
              <p:cNvSpPr/>
              <p:nvPr/>
            </p:nvSpPr>
            <p:spPr>
              <a:xfrm>
                <a:off x="401965" y="5941934"/>
                <a:ext cx="626621" cy="922932"/>
              </a:xfrm>
              <a:custGeom>
                <a:avLst/>
                <a:gdLst>
                  <a:gd name="connsiteX0" fmla="*/ 0 w 626621"/>
                  <a:gd name="connsiteY0" fmla="*/ 0 h 922932"/>
                  <a:gd name="connsiteX1" fmla="*/ 626622 w 626621"/>
                  <a:gd name="connsiteY1" fmla="*/ 165394 h 922932"/>
                  <a:gd name="connsiteX2" fmla="*/ 626622 w 626621"/>
                  <a:gd name="connsiteY2" fmla="*/ 922933 h 922932"/>
                  <a:gd name="connsiteX3" fmla="*/ 0 w 626621"/>
                  <a:gd name="connsiteY3" fmla="*/ 757698 h 922932"/>
                  <a:gd name="connsiteX4" fmla="*/ 0 w 626621"/>
                  <a:gd name="connsiteY4" fmla="*/ 0 h 922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6621" h="922932">
                    <a:moveTo>
                      <a:pt x="0" y="0"/>
                    </a:moveTo>
                    <a:lnTo>
                      <a:pt x="626622" y="165394"/>
                    </a:lnTo>
                    <a:lnTo>
                      <a:pt x="626622" y="922933"/>
                    </a:lnTo>
                    <a:lnTo>
                      <a:pt x="0" y="7576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F2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0" name="任意形状 181"/>
              <p:cNvSpPr/>
              <p:nvPr/>
            </p:nvSpPr>
            <p:spPr>
              <a:xfrm>
                <a:off x="245945" y="5632901"/>
                <a:ext cx="782641" cy="489667"/>
              </a:xfrm>
              <a:custGeom>
                <a:avLst/>
                <a:gdLst>
                  <a:gd name="connsiteX0" fmla="*/ 0 w 782641"/>
                  <a:gd name="connsiteY0" fmla="*/ 0 h 489667"/>
                  <a:gd name="connsiteX1" fmla="*/ 626781 w 782641"/>
                  <a:gd name="connsiteY1" fmla="*/ 165394 h 489667"/>
                  <a:gd name="connsiteX2" fmla="*/ 782642 w 782641"/>
                  <a:gd name="connsiteY2" fmla="*/ 489667 h 489667"/>
                  <a:gd name="connsiteX3" fmla="*/ 156020 w 782641"/>
                  <a:gd name="connsiteY3" fmla="*/ 324274 h 489667"/>
                  <a:gd name="connsiteX4" fmla="*/ 0 w 782641"/>
                  <a:gd name="connsiteY4" fmla="*/ 0 h 489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2641" h="489667">
                    <a:moveTo>
                      <a:pt x="0" y="0"/>
                    </a:moveTo>
                    <a:lnTo>
                      <a:pt x="626781" y="165394"/>
                    </a:lnTo>
                    <a:lnTo>
                      <a:pt x="782642" y="489667"/>
                    </a:lnTo>
                    <a:lnTo>
                      <a:pt x="156020" y="324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E9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81" name="任意形状 295"/>
            <p:cNvSpPr/>
            <p:nvPr/>
          </p:nvSpPr>
          <p:spPr>
            <a:xfrm>
              <a:off x="2026760" y="5666693"/>
              <a:ext cx="1168959" cy="1191307"/>
            </a:xfrm>
            <a:custGeom>
              <a:avLst/>
              <a:gdLst>
                <a:gd name="connsiteX0" fmla="*/ 764943 w 1022268"/>
                <a:gd name="connsiteY0" fmla="*/ 116 h 1041812"/>
                <a:gd name="connsiteX1" fmla="*/ 908542 w 1022268"/>
                <a:gd name="connsiteY1" fmla="*/ 40428 h 1041812"/>
                <a:gd name="connsiteX2" fmla="*/ 563314 w 1022268"/>
                <a:gd name="connsiteY2" fmla="*/ 1010096 h 1041812"/>
                <a:gd name="connsiteX3" fmla="*/ 522908 w 1022268"/>
                <a:gd name="connsiteY3" fmla="*/ 1041812 h 1041812"/>
                <a:gd name="connsiteX4" fmla="*/ 53896 w 1022268"/>
                <a:gd name="connsiteY4" fmla="*/ 1041812 h 1041812"/>
                <a:gd name="connsiteX5" fmla="*/ 41907 w 1022268"/>
                <a:gd name="connsiteY5" fmla="*/ 999330 h 1041812"/>
                <a:gd name="connsiteX6" fmla="*/ 234415 w 1022268"/>
                <a:gd name="connsiteY6" fmla="*/ 82690 h 1041812"/>
                <a:gd name="connsiteX7" fmla="*/ 433809 w 1022268"/>
                <a:gd name="connsiteY7" fmla="*/ 386309 h 1041812"/>
                <a:gd name="connsiteX8" fmla="*/ 764943 w 1022268"/>
                <a:gd name="connsiteY8" fmla="*/ 116 h 1041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2268" h="1041812">
                  <a:moveTo>
                    <a:pt x="764943" y="116"/>
                  </a:moveTo>
                  <a:cubicBezTo>
                    <a:pt x="808992" y="-1323"/>
                    <a:pt x="856946" y="10549"/>
                    <a:pt x="908542" y="40428"/>
                  </a:cubicBezTo>
                  <a:cubicBezTo>
                    <a:pt x="1220443" y="221104"/>
                    <a:pt x="819061" y="793192"/>
                    <a:pt x="563314" y="1010096"/>
                  </a:cubicBezTo>
                  <a:lnTo>
                    <a:pt x="522908" y="1041812"/>
                  </a:lnTo>
                  <a:lnTo>
                    <a:pt x="53896" y="1041812"/>
                  </a:lnTo>
                  <a:lnTo>
                    <a:pt x="41907" y="999330"/>
                  </a:lnTo>
                  <a:cubicBezTo>
                    <a:pt x="-24907" y="727699"/>
                    <a:pt x="-43823" y="103990"/>
                    <a:pt x="234415" y="82690"/>
                  </a:cubicBezTo>
                  <a:cubicBezTo>
                    <a:pt x="388846" y="70933"/>
                    <a:pt x="430632" y="318944"/>
                    <a:pt x="433809" y="386309"/>
                  </a:cubicBezTo>
                  <a:cubicBezTo>
                    <a:pt x="456529" y="262513"/>
                    <a:pt x="574066" y="6350"/>
                    <a:pt x="764943" y="11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82" name="组合 183"/>
            <p:cNvGrpSpPr/>
            <p:nvPr/>
          </p:nvGrpSpPr>
          <p:grpSpPr>
            <a:xfrm>
              <a:off x="53383" y="5116838"/>
              <a:ext cx="607266" cy="1764517"/>
              <a:chOff x="53383" y="5116838"/>
              <a:chExt cx="607266" cy="1764517"/>
            </a:xfrm>
          </p:grpSpPr>
          <p:sp>
            <p:nvSpPr>
              <p:cNvPr id="83" name="任意形状 184"/>
              <p:cNvSpPr/>
              <p:nvPr/>
            </p:nvSpPr>
            <p:spPr>
              <a:xfrm>
                <a:off x="79419" y="5116838"/>
                <a:ext cx="581230" cy="1392614"/>
              </a:xfrm>
              <a:custGeom>
                <a:avLst/>
                <a:gdLst>
                  <a:gd name="connsiteX0" fmla="*/ 114890 w 581230"/>
                  <a:gd name="connsiteY0" fmla="*/ 1122201 h 1392614"/>
                  <a:gd name="connsiteX1" fmla="*/ 405164 w 581230"/>
                  <a:gd name="connsiteY1" fmla="*/ 1391344 h 1392614"/>
                  <a:gd name="connsiteX2" fmla="*/ 406752 w 581230"/>
                  <a:gd name="connsiteY2" fmla="*/ 1392615 h 1392614"/>
                  <a:gd name="connsiteX3" fmla="*/ 567380 w 581230"/>
                  <a:gd name="connsiteY3" fmla="*/ 943780 h 1392614"/>
                  <a:gd name="connsiteX4" fmla="*/ 425659 w 581230"/>
                  <a:gd name="connsiteY4" fmla="*/ 629198 h 1392614"/>
                  <a:gd name="connsiteX5" fmla="*/ 382762 w 581230"/>
                  <a:gd name="connsiteY5" fmla="*/ 331298 h 1392614"/>
                  <a:gd name="connsiteX6" fmla="*/ 376089 w 581230"/>
                  <a:gd name="connsiteY6" fmla="*/ 284428 h 1392614"/>
                  <a:gd name="connsiteX7" fmla="*/ 370846 w 581230"/>
                  <a:gd name="connsiteY7" fmla="*/ 285541 h 1392614"/>
                  <a:gd name="connsiteX8" fmla="*/ 297284 w 581230"/>
                  <a:gd name="connsiteY8" fmla="*/ 235017 h 1392614"/>
                  <a:gd name="connsiteX9" fmla="*/ 341612 w 581230"/>
                  <a:gd name="connsiteY9" fmla="*/ 162091 h 1392614"/>
                  <a:gd name="connsiteX10" fmla="*/ 271546 w 581230"/>
                  <a:gd name="connsiteY10" fmla="*/ 57389 h 1392614"/>
                  <a:gd name="connsiteX11" fmla="*/ 54675 w 581230"/>
                  <a:gd name="connsiteY11" fmla="*/ 27202 h 1392614"/>
                  <a:gd name="connsiteX12" fmla="*/ 1609 w 581230"/>
                  <a:gd name="connsiteY12" fmla="*/ 203241 h 1392614"/>
                  <a:gd name="connsiteX13" fmla="*/ 96619 w 581230"/>
                  <a:gd name="connsiteY13" fmla="*/ 649058 h 1392614"/>
                  <a:gd name="connsiteX14" fmla="*/ 61189 w 581230"/>
                  <a:gd name="connsiteY14" fmla="*/ 920265 h 1392614"/>
                  <a:gd name="connsiteX15" fmla="*/ 68021 w 581230"/>
                  <a:gd name="connsiteY15" fmla="*/ 1003995 h 1392614"/>
                  <a:gd name="connsiteX16" fmla="*/ 75647 w 581230"/>
                  <a:gd name="connsiteY16" fmla="*/ 1001771 h 1392614"/>
                  <a:gd name="connsiteX17" fmla="*/ 114731 w 581230"/>
                  <a:gd name="connsiteY17" fmla="*/ 1122201 h 1392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81230" h="1392614">
                    <a:moveTo>
                      <a:pt x="114890" y="1122201"/>
                    </a:moveTo>
                    <a:cubicBezTo>
                      <a:pt x="180031" y="1236118"/>
                      <a:pt x="294901" y="1334147"/>
                      <a:pt x="405164" y="1391344"/>
                    </a:cubicBezTo>
                    <a:lnTo>
                      <a:pt x="406752" y="1392615"/>
                    </a:lnTo>
                    <a:cubicBezTo>
                      <a:pt x="544978" y="1294904"/>
                      <a:pt x="612343" y="1106949"/>
                      <a:pt x="567380" y="943780"/>
                    </a:cubicBezTo>
                    <a:cubicBezTo>
                      <a:pt x="536875" y="832723"/>
                      <a:pt x="461566" y="738666"/>
                      <a:pt x="425659" y="629198"/>
                    </a:cubicBezTo>
                    <a:cubicBezTo>
                      <a:pt x="394360" y="533711"/>
                      <a:pt x="394519" y="431075"/>
                      <a:pt x="382762" y="331298"/>
                    </a:cubicBezTo>
                    <a:cubicBezTo>
                      <a:pt x="381014" y="315728"/>
                      <a:pt x="378790" y="299999"/>
                      <a:pt x="376089" y="284428"/>
                    </a:cubicBezTo>
                    <a:cubicBezTo>
                      <a:pt x="374341" y="284905"/>
                      <a:pt x="372593" y="285223"/>
                      <a:pt x="370846" y="285541"/>
                    </a:cubicBezTo>
                    <a:cubicBezTo>
                      <a:pt x="338434" y="291260"/>
                      <a:pt x="303639" y="267269"/>
                      <a:pt x="297284" y="235017"/>
                    </a:cubicBezTo>
                    <a:cubicBezTo>
                      <a:pt x="291406" y="204353"/>
                      <a:pt x="312060" y="171306"/>
                      <a:pt x="341612" y="162091"/>
                    </a:cubicBezTo>
                    <a:cubicBezTo>
                      <a:pt x="324929" y="123007"/>
                      <a:pt x="302368" y="86941"/>
                      <a:pt x="271546" y="57389"/>
                    </a:cubicBezTo>
                    <a:cubicBezTo>
                      <a:pt x="214190" y="1940"/>
                      <a:pt x="116797" y="-23163"/>
                      <a:pt x="54675" y="27202"/>
                    </a:cubicBezTo>
                    <a:cubicBezTo>
                      <a:pt x="5104" y="67399"/>
                      <a:pt x="-4428" y="139530"/>
                      <a:pt x="1609" y="203241"/>
                    </a:cubicBezTo>
                    <a:cubicBezTo>
                      <a:pt x="16226" y="354971"/>
                      <a:pt x="97255" y="496692"/>
                      <a:pt x="96619" y="649058"/>
                    </a:cubicBezTo>
                    <a:cubicBezTo>
                      <a:pt x="96301" y="740254"/>
                      <a:pt x="66432" y="829068"/>
                      <a:pt x="61189" y="920265"/>
                    </a:cubicBezTo>
                    <a:cubicBezTo>
                      <a:pt x="59600" y="948387"/>
                      <a:pt x="61983" y="976350"/>
                      <a:pt x="68021" y="1003995"/>
                    </a:cubicBezTo>
                    <a:cubicBezTo>
                      <a:pt x="70404" y="1003042"/>
                      <a:pt x="73105" y="1002406"/>
                      <a:pt x="75647" y="1001771"/>
                    </a:cubicBezTo>
                    <a:cubicBezTo>
                      <a:pt x="151433" y="986042"/>
                      <a:pt x="177966" y="1095669"/>
                      <a:pt x="114731" y="112220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84" name="任意形状 185"/>
              <p:cNvSpPr/>
              <p:nvPr/>
            </p:nvSpPr>
            <p:spPr>
              <a:xfrm rot="-729599">
                <a:off x="400072" y="5412195"/>
                <a:ext cx="16682" cy="1469160"/>
              </a:xfrm>
              <a:custGeom>
                <a:avLst/>
                <a:gdLst>
                  <a:gd name="connsiteX0" fmla="*/ 0 w 16682"/>
                  <a:gd name="connsiteY0" fmla="*/ 0 h 1469160"/>
                  <a:gd name="connsiteX1" fmla="*/ 16682 w 16682"/>
                  <a:gd name="connsiteY1" fmla="*/ 0 h 1469160"/>
                  <a:gd name="connsiteX2" fmla="*/ 16682 w 16682"/>
                  <a:gd name="connsiteY2" fmla="*/ 1469161 h 1469160"/>
                  <a:gd name="connsiteX3" fmla="*/ 0 w 16682"/>
                  <a:gd name="connsiteY3" fmla="*/ 1469161 h 1469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82" h="1469160">
                    <a:moveTo>
                      <a:pt x="0" y="0"/>
                    </a:moveTo>
                    <a:lnTo>
                      <a:pt x="16682" y="0"/>
                    </a:lnTo>
                    <a:lnTo>
                      <a:pt x="16682" y="1469161"/>
                    </a:lnTo>
                    <a:lnTo>
                      <a:pt x="0" y="1469161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85" name="组合 186"/>
              <p:cNvGrpSpPr/>
              <p:nvPr/>
            </p:nvGrpSpPr>
            <p:grpSpPr>
              <a:xfrm>
                <a:off x="53383" y="5208275"/>
                <a:ext cx="554546" cy="935454"/>
                <a:chOff x="53383" y="5208275"/>
                <a:chExt cx="554546" cy="935454"/>
              </a:xfrm>
              <a:solidFill>
                <a:srgbClr val="262626"/>
              </a:solidFill>
            </p:grpSpPr>
            <p:grpSp>
              <p:nvGrpSpPr>
                <p:cNvPr id="86" name="组合 187"/>
                <p:cNvGrpSpPr/>
                <p:nvPr/>
              </p:nvGrpSpPr>
              <p:grpSpPr>
                <a:xfrm>
                  <a:off x="55954" y="5536756"/>
                  <a:ext cx="551975" cy="606973"/>
                  <a:chOff x="55954" y="5536756"/>
                  <a:chExt cx="551975" cy="606973"/>
                </a:xfrm>
                <a:solidFill>
                  <a:srgbClr val="262626"/>
                </a:solidFill>
              </p:grpSpPr>
              <p:sp>
                <p:nvSpPr>
                  <p:cNvPr id="87" name="任意形状 188"/>
                  <p:cNvSpPr/>
                  <p:nvPr/>
                </p:nvSpPr>
                <p:spPr>
                  <a:xfrm rot="-2528398">
                    <a:off x="195575" y="5487731"/>
                    <a:ext cx="16682" cy="422620"/>
                  </a:xfrm>
                  <a:custGeom>
                    <a:avLst/>
                    <a:gdLst>
                      <a:gd name="connsiteX0" fmla="*/ 0 w 16682"/>
                      <a:gd name="connsiteY0" fmla="*/ 0 h 422620"/>
                      <a:gd name="connsiteX1" fmla="*/ 16682 w 16682"/>
                      <a:gd name="connsiteY1" fmla="*/ 0 h 422620"/>
                      <a:gd name="connsiteX2" fmla="*/ 16682 w 16682"/>
                      <a:gd name="connsiteY2" fmla="*/ 422620 h 422620"/>
                      <a:gd name="connsiteX3" fmla="*/ 0 w 16682"/>
                      <a:gd name="connsiteY3" fmla="*/ 422620 h 4226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682" h="422620">
                        <a:moveTo>
                          <a:pt x="0" y="0"/>
                        </a:moveTo>
                        <a:lnTo>
                          <a:pt x="16682" y="0"/>
                        </a:lnTo>
                        <a:lnTo>
                          <a:pt x="16682" y="422620"/>
                        </a:lnTo>
                        <a:lnTo>
                          <a:pt x="0" y="422620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8" name="任意形状 189"/>
                  <p:cNvSpPr/>
                  <p:nvPr/>
                </p:nvSpPr>
                <p:spPr>
                  <a:xfrm rot="-3931799">
                    <a:off x="270155" y="5919431"/>
                    <a:ext cx="466947" cy="16682"/>
                  </a:xfrm>
                  <a:custGeom>
                    <a:avLst/>
                    <a:gdLst>
                      <a:gd name="connsiteX0" fmla="*/ 0 w 466947"/>
                      <a:gd name="connsiteY0" fmla="*/ 0 h 16682"/>
                      <a:gd name="connsiteX1" fmla="*/ 466948 w 466947"/>
                      <a:gd name="connsiteY1" fmla="*/ 0 h 16682"/>
                      <a:gd name="connsiteX2" fmla="*/ 466948 w 466947"/>
                      <a:gd name="connsiteY2" fmla="*/ 16682 h 16682"/>
                      <a:gd name="connsiteX3" fmla="*/ 0 w 466947"/>
                      <a:gd name="connsiteY3" fmla="*/ 16682 h 166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66947" h="16682">
                        <a:moveTo>
                          <a:pt x="0" y="0"/>
                        </a:moveTo>
                        <a:lnTo>
                          <a:pt x="466948" y="0"/>
                        </a:lnTo>
                        <a:lnTo>
                          <a:pt x="466948" y="16682"/>
                        </a:lnTo>
                        <a:lnTo>
                          <a:pt x="0" y="16682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9" name="任意形状 190"/>
                <p:cNvSpPr/>
                <p:nvPr/>
              </p:nvSpPr>
              <p:spPr>
                <a:xfrm rot="17372401">
                  <a:off x="145517" y="5441590"/>
                  <a:ext cx="483312" cy="16682"/>
                </a:xfrm>
                <a:custGeom>
                  <a:avLst/>
                  <a:gdLst>
                    <a:gd name="connsiteX0" fmla="*/ 0 w 483312"/>
                    <a:gd name="connsiteY0" fmla="*/ 0 h 16682"/>
                    <a:gd name="connsiteX1" fmla="*/ 483312 w 483312"/>
                    <a:gd name="connsiteY1" fmla="*/ 0 h 16682"/>
                    <a:gd name="connsiteX2" fmla="*/ 483312 w 483312"/>
                    <a:gd name="connsiteY2" fmla="*/ 16682 h 16682"/>
                    <a:gd name="connsiteX3" fmla="*/ 0 w 483312"/>
                    <a:gd name="connsiteY3" fmla="*/ 16682 h 16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3312" h="16682">
                      <a:moveTo>
                        <a:pt x="0" y="0"/>
                      </a:moveTo>
                      <a:lnTo>
                        <a:pt x="483312" y="0"/>
                      </a:lnTo>
                      <a:lnTo>
                        <a:pt x="483312" y="16682"/>
                      </a:lnTo>
                      <a:lnTo>
                        <a:pt x="0" y="16682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90" name="任意形状 191"/>
                <p:cNvSpPr/>
                <p:nvPr/>
              </p:nvSpPr>
              <p:spPr>
                <a:xfrm rot="-2944799">
                  <a:off x="258735" y="5891601"/>
                  <a:ext cx="16682" cy="427386"/>
                </a:xfrm>
                <a:custGeom>
                  <a:avLst/>
                  <a:gdLst>
                    <a:gd name="connsiteX0" fmla="*/ 0 w 16682"/>
                    <a:gd name="connsiteY0" fmla="*/ 0 h 427386"/>
                    <a:gd name="connsiteX1" fmla="*/ 16682 w 16682"/>
                    <a:gd name="connsiteY1" fmla="*/ 0 h 427386"/>
                    <a:gd name="connsiteX2" fmla="*/ 16682 w 16682"/>
                    <a:gd name="connsiteY2" fmla="*/ 427387 h 427386"/>
                    <a:gd name="connsiteX3" fmla="*/ 0 w 16682"/>
                    <a:gd name="connsiteY3" fmla="*/ 427387 h 4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682" h="427386">
                      <a:moveTo>
                        <a:pt x="0" y="0"/>
                      </a:moveTo>
                      <a:lnTo>
                        <a:pt x="16682" y="0"/>
                      </a:lnTo>
                      <a:lnTo>
                        <a:pt x="16682" y="427387"/>
                      </a:lnTo>
                      <a:lnTo>
                        <a:pt x="0" y="427387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91" name="任意形状 192"/>
            <p:cNvSpPr/>
            <p:nvPr/>
          </p:nvSpPr>
          <p:spPr>
            <a:xfrm>
              <a:off x="259450" y="6590552"/>
              <a:ext cx="719725" cy="273838"/>
            </a:xfrm>
            <a:custGeom>
              <a:avLst/>
              <a:gdLst>
                <a:gd name="connsiteX0" fmla="*/ 0 w 719725"/>
                <a:gd name="connsiteY0" fmla="*/ 273838 h 273838"/>
                <a:gd name="connsiteX1" fmla="*/ 719725 w 719725"/>
                <a:gd name="connsiteY1" fmla="*/ 273838 h 273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9725" h="273838">
                  <a:moveTo>
                    <a:pt x="0" y="273838"/>
                  </a:moveTo>
                  <a:cubicBezTo>
                    <a:pt x="0" y="273838"/>
                    <a:pt x="423732" y="-342298"/>
                    <a:pt x="719725" y="273838"/>
                  </a:cubicBezTo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形状 238"/>
            <p:cNvSpPr/>
            <p:nvPr/>
          </p:nvSpPr>
          <p:spPr>
            <a:xfrm>
              <a:off x="7705647" y="5069305"/>
              <a:ext cx="3636920" cy="1779824"/>
            </a:xfrm>
            <a:custGeom>
              <a:avLst/>
              <a:gdLst>
                <a:gd name="connsiteX0" fmla="*/ 0 w 2992846"/>
                <a:gd name="connsiteY0" fmla="*/ 1464630 h 1464629"/>
                <a:gd name="connsiteX1" fmla="*/ 1175313 w 2992846"/>
                <a:gd name="connsiteY1" fmla="*/ 661561 h 1464629"/>
                <a:gd name="connsiteX2" fmla="*/ 1798286 w 2992846"/>
                <a:gd name="connsiteY2" fmla="*/ 259 h 1464629"/>
                <a:gd name="connsiteX3" fmla="*/ 2136552 w 2992846"/>
                <a:gd name="connsiteY3" fmla="*/ 743742 h 1464629"/>
                <a:gd name="connsiteX4" fmla="*/ 2992847 w 2992846"/>
                <a:gd name="connsiteY4" fmla="*/ 1460947 h 1464629"/>
                <a:gd name="connsiteX5" fmla="*/ 0 w 2992846"/>
                <a:gd name="connsiteY5" fmla="*/ 1464630 h 1464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2846" h="1464629">
                  <a:moveTo>
                    <a:pt x="0" y="1464630"/>
                  </a:moveTo>
                  <a:cubicBezTo>
                    <a:pt x="0" y="1464630"/>
                    <a:pt x="624814" y="-287293"/>
                    <a:pt x="1175313" y="661561"/>
                  </a:cubicBezTo>
                  <a:cubicBezTo>
                    <a:pt x="1175313" y="661561"/>
                    <a:pt x="1380348" y="-15140"/>
                    <a:pt x="1798286" y="259"/>
                  </a:cubicBezTo>
                  <a:cubicBezTo>
                    <a:pt x="2200322" y="15155"/>
                    <a:pt x="2136552" y="743742"/>
                    <a:pt x="2136552" y="743742"/>
                  </a:cubicBezTo>
                  <a:cubicBezTo>
                    <a:pt x="2136552" y="743742"/>
                    <a:pt x="2923051" y="-40748"/>
                    <a:pt x="2992847" y="1460947"/>
                  </a:cubicBezTo>
                  <a:lnTo>
                    <a:pt x="0" y="146463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形状 239"/>
            <p:cNvSpPr/>
            <p:nvPr/>
          </p:nvSpPr>
          <p:spPr>
            <a:xfrm>
              <a:off x="10033689" y="5290060"/>
              <a:ext cx="2116427" cy="1559738"/>
            </a:xfrm>
            <a:custGeom>
              <a:avLst/>
              <a:gdLst>
                <a:gd name="connsiteX0" fmla="*/ 2040144 w 2116427"/>
                <a:gd name="connsiteY0" fmla="*/ 1559738 h 1559738"/>
                <a:gd name="connsiteX1" fmla="*/ 1254984 w 2116427"/>
                <a:gd name="connsiteY1" fmla="*/ 466 h 1559738"/>
                <a:gd name="connsiteX2" fmla="*/ 0 w 2116427"/>
                <a:gd name="connsiteY2" fmla="*/ 1559738 h 1559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6427" h="1559738">
                  <a:moveTo>
                    <a:pt x="2040144" y="1559738"/>
                  </a:moveTo>
                  <a:cubicBezTo>
                    <a:pt x="2040144" y="1559738"/>
                    <a:pt x="2478166" y="41138"/>
                    <a:pt x="1254984" y="466"/>
                  </a:cubicBezTo>
                  <a:cubicBezTo>
                    <a:pt x="304457" y="-31168"/>
                    <a:pt x="0" y="1559738"/>
                    <a:pt x="0" y="1559738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" name="任意形状 240"/>
            <p:cNvSpPr/>
            <p:nvPr/>
          </p:nvSpPr>
          <p:spPr>
            <a:xfrm>
              <a:off x="9037797" y="2606619"/>
              <a:ext cx="1660714" cy="4247865"/>
            </a:xfrm>
            <a:custGeom>
              <a:avLst/>
              <a:gdLst>
                <a:gd name="connsiteX0" fmla="*/ 443217 w 1660714"/>
                <a:gd name="connsiteY0" fmla="*/ 4247866 h 4247865"/>
                <a:gd name="connsiteX1" fmla="*/ 428655 w 1660714"/>
                <a:gd name="connsiteY1" fmla="*/ 4239497 h 4247865"/>
                <a:gd name="connsiteX2" fmla="*/ 1162598 w 1660714"/>
                <a:gd name="connsiteY2" fmla="*/ 2721566 h 4247865"/>
                <a:gd name="connsiteX3" fmla="*/ 1574342 w 1660714"/>
                <a:gd name="connsiteY3" fmla="*/ 1454531 h 4247865"/>
                <a:gd name="connsiteX4" fmla="*/ 1567647 w 1660714"/>
                <a:gd name="connsiteY4" fmla="*/ 411278 h 4247865"/>
                <a:gd name="connsiteX5" fmla="*/ 1149208 w 1660714"/>
                <a:gd name="connsiteY5" fmla="*/ 41210 h 4247865"/>
                <a:gd name="connsiteX6" fmla="*/ 646076 w 1660714"/>
                <a:gd name="connsiteY6" fmla="*/ 138957 h 4247865"/>
                <a:gd name="connsiteX7" fmla="*/ 196170 w 1660714"/>
                <a:gd name="connsiteY7" fmla="*/ 1071743 h 4247865"/>
                <a:gd name="connsiteX8" fmla="*/ 31305 w 1660714"/>
                <a:gd name="connsiteY8" fmla="*/ 2450417 h 4247865"/>
                <a:gd name="connsiteX9" fmla="*/ 52562 w 1660714"/>
                <a:gd name="connsiteY9" fmla="*/ 4242342 h 4247865"/>
                <a:gd name="connsiteX10" fmla="*/ 35824 w 1660714"/>
                <a:gd name="connsiteY10" fmla="*/ 4243514 h 4247865"/>
                <a:gd name="connsiteX11" fmla="*/ 14567 w 1660714"/>
                <a:gd name="connsiteY11" fmla="*/ 2449580 h 4247865"/>
                <a:gd name="connsiteX12" fmla="*/ 179935 w 1660714"/>
                <a:gd name="connsiteY12" fmla="*/ 1067893 h 4247865"/>
                <a:gd name="connsiteX13" fmla="*/ 635531 w 1660714"/>
                <a:gd name="connsiteY13" fmla="*/ 126069 h 4247865"/>
                <a:gd name="connsiteX14" fmla="*/ 1153727 w 1660714"/>
                <a:gd name="connsiteY14" fmla="*/ 25142 h 4247865"/>
                <a:gd name="connsiteX15" fmla="*/ 1583213 w 1660714"/>
                <a:gd name="connsiteY15" fmla="*/ 404917 h 4247865"/>
                <a:gd name="connsiteX16" fmla="*/ 1590745 w 1660714"/>
                <a:gd name="connsiteY16" fmla="*/ 1458046 h 4247865"/>
                <a:gd name="connsiteX17" fmla="*/ 1177996 w 1660714"/>
                <a:gd name="connsiteY17" fmla="*/ 2728093 h 4247865"/>
                <a:gd name="connsiteX18" fmla="*/ 443217 w 1660714"/>
                <a:gd name="connsiteY18" fmla="*/ 4247698 h 4247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60714" h="4247865">
                  <a:moveTo>
                    <a:pt x="443217" y="4247866"/>
                  </a:moveTo>
                  <a:lnTo>
                    <a:pt x="428655" y="4239497"/>
                  </a:lnTo>
                  <a:cubicBezTo>
                    <a:pt x="432672" y="4232635"/>
                    <a:pt x="826842" y="3537523"/>
                    <a:pt x="1162598" y="2721566"/>
                  </a:cubicBezTo>
                  <a:cubicBezTo>
                    <a:pt x="1359599" y="2242536"/>
                    <a:pt x="1498186" y="1816230"/>
                    <a:pt x="1574342" y="1454531"/>
                  </a:cubicBezTo>
                  <a:cubicBezTo>
                    <a:pt x="1669412" y="1003453"/>
                    <a:pt x="1667068" y="652299"/>
                    <a:pt x="1567647" y="411278"/>
                  </a:cubicBezTo>
                  <a:cubicBezTo>
                    <a:pt x="1489148" y="221139"/>
                    <a:pt x="1348385" y="96611"/>
                    <a:pt x="1149208" y="41210"/>
                  </a:cubicBezTo>
                  <a:cubicBezTo>
                    <a:pt x="958901" y="-11681"/>
                    <a:pt x="789685" y="21292"/>
                    <a:pt x="646076" y="138957"/>
                  </a:cubicBezTo>
                  <a:cubicBezTo>
                    <a:pt x="453259" y="297295"/>
                    <a:pt x="301784" y="611124"/>
                    <a:pt x="196170" y="1071743"/>
                  </a:cubicBezTo>
                  <a:cubicBezTo>
                    <a:pt x="111478" y="1441141"/>
                    <a:pt x="55909" y="1905107"/>
                    <a:pt x="31305" y="2450417"/>
                  </a:cubicBezTo>
                  <a:cubicBezTo>
                    <a:pt x="-10874" y="3379352"/>
                    <a:pt x="51892" y="4233806"/>
                    <a:pt x="52562" y="4242342"/>
                  </a:cubicBezTo>
                  <a:lnTo>
                    <a:pt x="35824" y="4243514"/>
                  </a:lnTo>
                  <a:cubicBezTo>
                    <a:pt x="35154" y="4234978"/>
                    <a:pt x="-27612" y="3379520"/>
                    <a:pt x="14567" y="2449580"/>
                  </a:cubicBezTo>
                  <a:cubicBezTo>
                    <a:pt x="39339" y="1903265"/>
                    <a:pt x="95075" y="1438296"/>
                    <a:pt x="179935" y="1067893"/>
                  </a:cubicBezTo>
                  <a:cubicBezTo>
                    <a:pt x="286386" y="603592"/>
                    <a:pt x="439702" y="286750"/>
                    <a:pt x="635531" y="126069"/>
                  </a:cubicBezTo>
                  <a:cubicBezTo>
                    <a:pt x="783491" y="4722"/>
                    <a:pt x="957730" y="-29255"/>
                    <a:pt x="1153727" y="25142"/>
                  </a:cubicBezTo>
                  <a:cubicBezTo>
                    <a:pt x="1358260" y="81882"/>
                    <a:pt x="1502705" y="209757"/>
                    <a:pt x="1583213" y="404917"/>
                  </a:cubicBezTo>
                  <a:cubicBezTo>
                    <a:pt x="1683973" y="649286"/>
                    <a:pt x="1686484" y="1003621"/>
                    <a:pt x="1590745" y="1458046"/>
                  </a:cubicBezTo>
                  <a:cubicBezTo>
                    <a:pt x="1514254" y="1820749"/>
                    <a:pt x="1375500" y="2248060"/>
                    <a:pt x="1177996" y="2728093"/>
                  </a:cubicBezTo>
                  <a:cubicBezTo>
                    <a:pt x="841906" y="3545055"/>
                    <a:pt x="447233" y="4240836"/>
                    <a:pt x="443217" y="4247698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95" name="组合 242"/>
            <p:cNvGrpSpPr/>
            <p:nvPr/>
          </p:nvGrpSpPr>
          <p:grpSpPr>
            <a:xfrm>
              <a:off x="11130512" y="5358433"/>
              <a:ext cx="1066691" cy="1492283"/>
              <a:chOff x="11130512" y="5358433"/>
              <a:chExt cx="1066691" cy="1492283"/>
            </a:xfrm>
          </p:grpSpPr>
          <p:grpSp>
            <p:nvGrpSpPr>
              <p:cNvPr id="96" name="组合 243"/>
              <p:cNvGrpSpPr/>
              <p:nvPr/>
            </p:nvGrpSpPr>
            <p:grpSpPr>
              <a:xfrm>
                <a:off x="11412049" y="5358433"/>
                <a:ext cx="551142" cy="483942"/>
                <a:chOff x="11412049" y="5358433"/>
                <a:chExt cx="551142" cy="483942"/>
              </a:xfrm>
            </p:grpSpPr>
            <p:sp>
              <p:nvSpPr>
                <p:cNvPr id="97" name="任意形状 244"/>
                <p:cNvSpPr/>
                <p:nvPr/>
              </p:nvSpPr>
              <p:spPr>
                <a:xfrm>
                  <a:off x="11438602" y="5358433"/>
                  <a:ext cx="430018" cy="483942"/>
                </a:xfrm>
                <a:custGeom>
                  <a:avLst/>
                  <a:gdLst>
                    <a:gd name="connsiteX0" fmla="*/ 134609 w 430018"/>
                    <a:gd name="connsiteY0" fmla="*/ 469202 h 483942"/>
                    <a:gd name="connsiteX1" fmla="*/ 384501 w 430018"/>
                    <a:gd name="connsiteY1" fmla="*/ 393715 h 483942"/>
                    <a:gd name="connsiteX2" fmla="*/ 428689 w 430018"/>
                    <a:gd name="connsiteY2" fmla="*/ 218807 h 483942"/>
                    <a:gd name="connsiteX3" fmla="*/ 311860 w 430018"/>
                    <a:gd name="connsiteY3" fmla="*/ 27497 h 483942"/>
                    <a:gd name="connsiteX4" fmla="*/ 101469 w 430018"/>
                    <a:gd name="connsiteY4" fmla="*/ 32853 h 483942"/>
                    <a:gd name="connsiteX5" fmla="*/ 134609 w 430018"/>
                    <a:gd name="connsiteY5" fmla="*/ 469202 h 483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0018" h="483942">
                      <a:moveTo>
                        <a:pt x="134609" y="469202"/>
                      </a:moveTo>
                      <a:cubicBezTo>
                        <a:pt x="221310" y="505355"/>
                        <a:pt x="328263" y="473051"/>
                        <a:pt x="384501" y="393715"/>
                      </a:cubicBezTo>
                      <a:cubicBezTo>
                        <a:pt x="419316" y="344674"/>
                        <a:pt x="434882" y="280402"/>
                        <a:pt x="428689" y="218807"/>
                      </a:cubicBezTo>
                      <a:cubicBezTo>
                        <a:pt x="420822" y="139973"/>
                        <a:pt x="376468" y="65491"/>
                        <a:pt x="311860" y="27497"/>
                      </a:cubicBezTo>
                      <a:cubicBezTo>
                        <a:pt x="247086" y="-10497"/>
                        <a:pt x="163566" y="-9493"/>
                        <a:pt x="101469" y="32853"/>
                      </a:cubicBezTo>
                      <a:cubicBezTo>
                        <a:pt x="-45487" y="132944"/>
                        <a:pt x="-31428" y="400075"/>
                        <a:pt x="134609" y="46920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98" name="组合 245"/>
                <p:cNvGrpSpPr/>
                <p:nvPr/>
              </p:nvGrpSpPr>
              <p:grpSpPr>
                <a:xfrm>
                  <a:off x="11412049" y="5362610"/>
                  <a:ext cx="551142" cy="332333"/>
                  <a:chOff x="11412049" y="5362610"/>
                  <a:chExt cx="551142" cy="332333"/>
                </a:xfrm>
                <a:solidFill>
                  <a:srgbClr val="262626"/>
                </a:solidFill>
              </p:grpSpPr>
              <p:sp>
                <p:nvSpPr>
                  <p:cNvPr id="99" name="任意形状 246"/>
                  <p:cNvSpPr/>
                  <p:nvPr/>
                </p:nvSpPr>
                <p:spPr>
                  <a:xfrm rot="-2201999">
                    <a:off x="11512286" y="5382238"/>
                    <a:ext cx="17574" cy="341279"/>
                  </a:xfrm>
                  <a:custGeom>
                    <a:avLst/>
                    <a:gdLst>
                      <a:gd name="connsiteX0" fmla="*/ 0 w 17574"/>
                      <a:gd name="connsiteY0" fmla="*/ 0 h 341279"/>
                      <a:gd name="connsiteX1" fmla="*/ 17574 w 17574"/>
                      <a:gd name="connsiteY1" fmla="*/ 0 h 341279"/>
                      <a:gd name="connsiteX2" fmla="*/ 17574 w 17574"/>
                      <a:gd name="connsiteY2" fmla="*/ 341279 h 341279"/>
                      <a:gd name="connsiteX3" fmla="*/ 0 w 17574"/>
                      <a:gd name="connsiteY3" fmla="*/ 341279 h 3412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7574" h="341279">
                        <a:moveTo>
                          <a:pt x="0" y="0"/>
                        </a:moveTo>
                        <a:lnTo>
                          <a:pt x="17574" y="0"/>
                        </a:lnTo>
                        <a:lnTo>
                          <a:pt x="17574" y="341279"/>
                        </a:lnTo>
                        <a:lnTo>
                          <a:pt x="0" y="341279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" name="任意形状 247"/>
                  <p:cNvSpPr/>
                  <p:nvPr/>
                </p:nvSpPr>
                <p:spPr>
                  <a:xfrm rot="-2264400">
                    <a:off x="11591386" y="5486014"/>
                    <a:ext cx="409233" cy="17574"/>
                  </a:xfrm>
                  <a:custGeom>
                    <a:avLst/>
                    <a:gdLst>
                      <a:gd name="connsiteX0" fmla="*/ 0 w 409233"/>
                      <a:gd name="connsiteY0" fmla="*/ 0 h 17574"/>
                      <a:gd name="connsiteX1" fmla="*/ 409234 w 409233"/>
                      <a:gd name="connsiteY1" fmla="*/ 0 h 17574"/>
                      <a:gd name="connsiteX2" fmla="*/ 409234 w 409233"/>
                      <a:gd name="connsiteY2" fmla="*/ 17575 h 17574"/>
                      <a:gd name="connsiteX3" fmla="*/ 0 w 409233"/>
                      <a:gd name="connsiteY3" fmla="*/ 17575 h 175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09233" h="17574">
                        <a:moveTo>
                          <a:pt x="0" y="0"/>
                        </a:moveTo>
                        <a:lnTo>
                          <a:pt x="409234" y="0"/>
                        </a:lnTo>
                        <a:lnTo>
                          <a:pt x="409234" y="17575"/>
                        </a:lnTo>
                        <a:lnTo>
                          <a:pt x="0" y="17575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01" name="任意形状 248"/>
              <p:cNvSpPr/>
              <p:nvPr/>
            </p:nvSpPr>
            <p:spPr>
              <a:xfrm rot="-4922399">
                <a:off x="10816116" y="6096933"/>
                <a:ext cx="1502030" cy="17574"/>
              </a:xfrm>
              <a:custGeom>
                <a:avLst/>
                <a:gdLst>
                  <a:gd name="connsiteX0" fmla="*/ 0 w 1502030"/>
                  <a:gd name="connsiteY0" fmla="*/ 0 h 17574"/>
                  <a:gd name="connsiteX1" fmla="*/ 1502030 w 1502030"/>
                  <a:gd name="connsiteY1" fmla="*/ 0 h 17574"/>
                  <a:gd name="connsiteX2" fmla="*/ 1502030 w 1502030"/>
                  <a:gd name="connsiteY2" fmla="*/ 17574 h 17574"/>
                  <a:gd name="connsiteX3" fmla="*/ 0 w 1502030"/>
                  <a:gd name="connsiteY3" fmla="*/ 17574 h 17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2030" h="17574">
                    <a:moveTo>
                      <a:pt x="0" y="0"/>
                    </a:moveTo>
                    <a:lnTo>
                      <a:pt x="1502030" y="0"/>
                    </a:lnTo>
                    <a:lnTo>
                      <a:pt x="1502030" y="17574"/>
                    </a:lnTo>
                    <a:lnTo>
                      <a:pt x="0" y="17574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02" name="组合 249"/>
              <p:cNvGrpSpPr/>
              <p:nvPr/>
            </p:nvGrpSpPr>
            <p:grpSpPr>
              <a:xfrm>
                <a:off x="11512727" y="5881662"/>
                <a:ext cx="684476" cy="557179"/>
                <a:chOff x="11512727" y="5881662"/>
                <a:chExt cx="684476" cy="557179"/>
              </a:xfrm>
            </p:grpSpPr>
            <p:sp>
              <p:nvSpPr>
                <p:cNvPr id="103" name="任意形状 250"/>
                <p:cNvSpPr/>
                <p:nvPr/>
              </p:nvSpPr>
              <p:spPr>
                <a:xfrm>
                  <a:off x="11777002" y="5881662"/>
                  <a:ext cx="373200" cy="365134"/>
                </a:xfrm>
                <a:custGeom>
                  <a:avLst/>
                  <a:gdLst>
                    <a:gd name="connsiteX0" fmla="*/ 5931 w 373200"/>
                    <a:gd name="connsiteY0" fmla="*/ 245240 h 365134"/>
                    <a:gd name="connsiteX1" fmla="*/ 177491 w 373200"/>
                    <a:gd name="connsiteY1" fmla="*/ 364914 h 365134"/>
                    <a:gd name="connsiteX2" fmla="*/ 309383 w 373200"/>
                    <a:gd name="connsiteY2" fmla="*/ 305830 h 365134"/>
                    <a:gd name="connsiteX3" fmla="*/ 371647 w 373200"/>
                    <a:gd name="connsiteY3" fmla="*/ 137283 h 365134"/>
                    <a:gd name="connsiteX4" fmla="*/ 263857 w 373200"/>
                    <a:gd name="connsiteY4" fmla="*/ 7734 h 365134"/>
                    <a:gd name="connsiteX5" fmla="*/ 5931 w 373200"/>
                    <a:gd name="connsiteY5" fmla="*/ 245240 h 365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3200" h="365134">
                      <a:moveTo>
                        <a:pt x="5931" y="245240"/>
                      </a:moveTo>
                      <a:cubicBezTo>
                        <a:pt x="26351" y="317714"/>
                        <a:pt x="99661" y="368931"/>
                        <a:pt x="177491" y="364914"/>
                      </a:cubicBezTo>
                      <a:cubicBezTo>
                        <a:pt x="225695" y="362403"/>
                        <a:pt x="273732" y="340310"/>
                        <a:pt x="309383" y="305830"/>
                      </a:cubicBezTo>
                      <a:cubicBezTo>
                        <a:pt x="355077" y="261643"/>
                        <a:pt x="379848" y="196868"/>
                        <a:pt x="371647" y="137283"/>
                      </a:cubicBezTo>
                      <a:cubicBezTo>
                        <a:pt x="363446" y="77697"/>
                        <a:pt x="321267" y="25643"/>
                        <a:pt x="263857" y="7734"/>
                      </a:cubicBezTo>
                      <a:cubicBezTo>
                        <a:pt x="127948" y="-34947"/>
                        <a:pt x="-33068" y="106653"/>
                        <a:pt x="5931" y="24524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04" name="组合 251"/>
                <p:cNvGrpSpPr/>
                <p:nvPr/>
              </p:nvGrpSpPr>
              <p:grpSpPr>
                <a:xfrm>
                  <a:off x="11772154" y="5904970"/>
                  <a:ext cx="425049" cy="250173"/>
                  <a:chOff x="11772154" y="5904970"/>
                  <a:chExt cx="425049" cy="250173"/>
                </a:xfrm>
                <a:solidFill>
                  <a:srgbClr val="262626"/>
                </a:solidFill>
              </p:grpSpPr>
              <p:sp>
                <p:nvSpPr>
                  <p:cNvPr id="105" name="任意形状 252"/>
                  <p:cNvSpPr/>
                  <p:nvPr/>
                </p:nvSpPr>
                <p:spPr>
                  <a:xfrm rot="-5052599">
                    <a:off x="12050315" y="5975686"/>
                    <a:ext cx="17574" cy="275835"/>
                  </a:xfrm>
                  <a:custGeom>
                    <a:avLst/>
                    <a:gdLst>
                      <a:gd name="connsiteX0" fmla="*/ 0 w 17574"/>
                      <a:gd name="connsiteY0" fmla="*/ 0 h 275835"/>
                      <a:gd name="connsiteX1" fmla="*/ 17574 w 17574"/>
                      <a:gd name="connsiteY1" fmla="*/ 0 h 275835"/>
                      <a:gd name="connsiteX2" fmla="*/ 17574 w 17574"/>
                      <a:gd name="connsiteY2" fmla="*/ 275835 h 275835"/>
                      <a:gd name="connsiteX3" fmla="*/ 0 w 17574"/>
                      <a:gd name="connsiteY3" fmla="*/ 275835 h 275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7574" h="275835">
                        <a:moveTo>
                          <a:pt x="0" y="0"/>
                        </a:moveTo>
                        <a:lnTo>
                          <a:pt x="17574" y="0"/>
                        </a:lnTo>
                        <a:lnTo>
                          <a:pt x="17574" y="275835"/>
                        </a:lnTo>
                        <a:lnTo>
                          <a:pt x="0" y="275835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6" name="任意形状 253"/>
                  <p:cNvSpPr/>
                  <p:nvPr/>
                </p:nvSpPr>
                <p:spPr>
                  <a:xfrm rot="-1101602">
                    <a:off x="11812302" y="5901177"/>
                    <a:ext cx="17574" cy="257758"/>
                  </a:xfrm>
                  <a:custGeom>
                    <a:avLst/>
                    <a:gdLst>
                      <a:gd name="connsiteX0" fmla="*/ 0 w 17574"/>
                      <a:gd name="connsiteY0" fmla="*/ 0 h 257758"/>
                      <a:gd name="connsiteX1" fmla="*/ 17574 w 17574"/>
                      <a:gd name="connsiteY1" fmla="*/ 0 h 257758"/>
                      <a:gd name="connsiteX2" fmla="*/ 17574 w 17574"/>
                      <a:gd name="connsiteY2" fmla="*/ 257759 h 257758"/>
                      <a:gd name="connsiteX3" fmla="*/ 0 w 17574"/>
                      <a:gd name="connsiteY3" fmla="*/ 257759 h 2577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7574" h="257758">
                        <a:moveTo>
                          <a:pt x="0" y="0"/>
                        </a:moveTo>
                        <a:lnTo>
                          <a:pt x="17574" y="0"/>
                        </a:lnTo>
                        <a:lnTo>
                          <a:pt x="17574" y="257759"/>
                        </a:lnTo>
                        <a:lnTo>
                          <a:pt x="0" y="257759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7" name="任意形状 254"/>
                <p:cNvSpPr/>
                <p:nvPr/>
              </p:nvSpPr>
              <p:spPr>
                <a:xfrm rot="-2383198">
                  <a:off x="11429368" y="6176969"/>
                  <a:ext cx="770932" cy="17574"/>
                </a:xfrm>
                <a:custGeom>
                  <a:avLst/>
                  <a:gdLst>
                    <a:gd name="connsiteX0" fmla="*/ 0 w 770932"/>
                    <a:gd name="connsiteY0" fmla="*/ 0 h 17574"/>
                    <a:gd name="connsiteX1" fmla="*/ 770933 w 770932"/>
                    <a:gd name="connsiteY1" fmla="*/ 0 h 17574"/>
                    <a:gd name="connsiteX2" fmla="*/ 770933 w 770932"/>
                    <a:gd name="connsiteY2" fmla="*/ 17575 h 17574"/>
                    <a:gd name="connsiteX3" fmla="*/ 0 w 770932"/>
                    <a:gd name="connsiteY3" fmla="*/ 17575 h 17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932" h="17574">
                      <a:moveTo>
                        <a:pt x="0" y="0"/>
                      </a:moveTo>
                      <a:lnTo>
                        <a:pt x="770933" y="0"/>
                      </a:lnTo>
                      <a:lnTo>
                        <a:pt x="770933" y="17575"/>
                      </a:lnTo>
                      <a:lnTo>
                        <a:pt x="0" y="17575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8" name="组合 255"/>
              <p:cNvGrpSpPr/>
              <p:nvPr/>
            </p:nvGrpSpPr>
            <p:grpSpPr>
              <a:xfrm>
                <a:off x="11130512" y="6069663"/>
                <a:ext cx="396469" cy="377760"/>
                <a:chOff x="11130512" y="6069663"/>
                <a:chExt cx="396469" cy="377760"/>
              </a:xfrm>
            </p:grpSpPr>
            <p:sp>
              <p:nvSpPr>
                <p:cNvPr id="109" name="任意形状 256"/>
                <p:cNvSpPr/>
                <p:nvPr/>
              </p:nvSpPr>
              <p:spPr>
                <a:xfrm>
                  <a:off x="11162071" y="6075691"/>
                  <a:ext cx="312443" cy="315663"/>
                </a:xfrm>
                <a:custGeom>
                  <a:avLst/>
                  <a:gdLst>
                    <a:gd name="connsiteX0" fmla="*/ 217319 w 312443"/>
                    <a:gd name="connsiteY0" fmla="*/ 308635 h 315663"/>
                    <a:gd name="connsiteX1" fmla="*/ 311719 w 312443"/>
                    <a:gd name="connsiteY1" fmla="*/ 157829 h 315663"/>
                    <a:gd name="connsiteX2" fmla="*/ 255983 w 312443"/>
                    <a:gd name="connsiteY2" fmla="*/ 48198 h 315663"/>
                    <a:gd name="connsiteX3" fmla="*/ 110198 w 312443"/>
                    <a:gd name="connsiteY3" fmla="*/ 2505 h 315663"/>
                    <a:gd name="connsiteX4" fmla="*/ 4584 w 312443"/>
                    <a:gd name="connsiteY4" fmla="*/ 99583 h 315663"/>
                    <a:gd name="connsiteX5" fmla="*/ 217319 w 312443"/>
                    <a:gd name="connsiteY5" fmla="*/ 308635 h 3156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2443" h="315663">
                      <a:moveTo>
                        <a:pt x="217319" y="308635"/>
                      </a:moveTo>
                      <a:cubicBezTo>
                        <a:pt x="278076" y="288215"/>
                        <a:pt x="318414" y="223776"/>
                        <a:pt x="311719" y="157829"/>
                      </a:cubicBezTo>
                      <a:cubicBezTo>
                        <a:pt x="307534" y="116990"/>
                        <a:pt x="286780" y="77154"/>
                        <a:pt x="255983" y="48198"/>
                      </a:cubicBezTo>
                      <a:cubicBezTo>
                        <a:pt x="216650" y="11208"/>
                        <a:pt x="160411" y="-7036"/>
                        <a:pt x="110198" y="2505"/>
                      </a:cubicBezTo>
                      <a:cubicBezTo>
                        <a:pt x="59986" y="12045"/>
                        <a:pt x="17472" y="50039"/>
                        <a:pt x="4584" y="99583"/>
                      </a:cubicBezTo>
                      <a:cubicBezTo>
                        <a:pt x="-25878" y="216913"/>
                        <a:pt x="101160" y="347634"/>
                        <a:pt x="217319" y="308635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10" name="任意形状 257"/>
                <p:cNvSpPr/>
                <p:nvPr/>
              </p:nvSpPr>
              <p:spPr>
                <a:xfrm rot="-2670601">
                  <a:off x="11351881" y="6050155"/>
                  <a:ext cx="17574" cy="456601"/>
                </a:xfrm>
                <a:custGeom>
                  <a:avLst/>
                  <a:gdLst>
                    <a:gd name="connsiteX0" fmla="*/ 0 w 17574"/>
                    <a:gd name="connsiteY0" fmla="*/ 0 h 456601"/>
                    <a:gd name="connsiteX1" fmla="*/ 17574 w 17574"/>
                    <a:gd name="connsiteY1" fmla="*/ 0 h 456601"/>
                    <a:gd name="connsiteX2" fmla="*/ 17574 w 17574"/>
                    <a:gd name="connsiteY2" fmla="*/ 456601 h 456601"/>
                    <a:gd name="connsiteX3" fmla="*/ 0 w 17574"/>
                    <a:gd name="connsiteY3" fmla="*/ 456601 h 456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574" h="456601">
                      <a:moveTo>
                        <a:pt x="0" y="0"/>
                      </a:moveTo>
                      <a:lnTo>
                        <a:pt x="17574" y="0"/>
                      </a:lnTo>
                      <a:lnTo>
                        <a:pt x="17574" y="456601"/>
                      </a:lnTo>
                      <a:lnTo>
                        <a:pt x="0" y="456601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11" name="组合 258"/>
                <p:cNvGrpSpPr/>
                <p:nvPr/>
              </p:nvGrpSpPr>
              <p:grpSpPr>
                <a:xfrm>
                  <a:off x="11130512" y="6069663"/>
                  <a:ext cx="282599" cy="237643"/>
                  <a:chOff x="11130512" y="6069663"/>
                  <a:chExt cx="282599" cy="237643"/>
                </a:xfrm>
                <a:solidFill>
                  <a:srgbClr val="262626"/>
                </a:solidFill>
              </p:grpSpPr>
              <p:sp>
                <p:nvSpPr>
                  <p:cNvPr id="112" name="任意形状 259"/>
                  <p:cNvSpPr/>
                  <p:nvPr/>
                </p:nvSpPr>
                <p:spPr>
                  <a:xfrm rot="-444001">
                    <a:off x="11130847" y="6241340"/>
                    <a:ext cx="191143" cy="17574"/>
                  </a:xfrm>
                  <a:custGeom>
                    <a:avLst/>
                    <a:gdLst>
                      <a:gd name="connsiteX0" fmla="*/ 0 w 191143"/>
                      <a:gd name="connsiteY0" fmla="*/ 0 h 17574"/>
                      <a:gd name="connsiteX1" fmla="*/ 191143 w 191143"/>
                      <a:gd name="connsiteY1" fmla="*/ 0 h 17574"/>
                      <a:gd name="connsiteX2" fmla="*/ 191143 w 191143"/>
                      <a:gd name="connsiteY2" fmla="*/ 17574 h 17574"/>
                      <a:gd name="connsiteX3" fmla="*/ 0 w 191143"/>
                      <a:gd name="connsiteY3" fmla="*/ 17574 h 175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1143" h="17574">
                        <a:moveTo>
                          <a:pt x="0" y="0"/>
                        </a:moveTo>
                        <a:lnTo>
                          <a:pt x="191143" y="0"/>
                        </a:lnTo>
                        <a:lnTo>
                          <a:pt x="191143" y="17574"/>
                        </a:lnTo>
                        <a:lnTo>
                          <a:pt x="0" y="17574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" name="任意形状 260"/>
                  <p:cNvSpPr/>
                  <p:nvPr/>
                </p:nvSpPr>
                <p:spPr>
                  <a:xfrm rot="-5178600">
                    <a:off x="11278214" y="6179698"/>
                    <a:ext cx="237004" cy="17574"/>
                  </a:xfrm>
                  <a:custGeom>
                    <a:avLst/>
                    <a:gdLst>
                      <a:gd name="connsiteX0" fmla="*/ 0 w 237004"/>
                      <a:gd name="connsiteY0" fmla="*/ 0 h 17574"/>
                      <a:gd name="connsiteX1" fmla="*/ 237004 w 237004"/>
                      <a:gd name="connsiteY1" fmla="*/ 0 h 17574"/>
                      <a:gd name="connsiteX2" fmla="*/ 237004 w 237004"/>
                      <a:gd name="connsiteY2" fmla="*/ 17575 h 17574"/>
                      <a:gd name="connsiteX3" fmla="*/ 0 w 237004"/>
                      <a:gd name="connsiteY3" fmla="*/ 17575 h 175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37004" h="17574">
                        <a:moveTo>
                          <a:pt x="0" y="0"/>
                        </a:moveTo>
                        <a:lnTo>
                          <a:pt x="237004" y="0"/>
                        </a:lnTo>
                        <a:lnTo>
                          <a:pt x="237004" y="17575"/>
                        </a:lnTo>
                        <a:lnTo>
                          <a:pt x="0" y="17575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114" name="任意形状 197"/>
            <p:cNvSpPr/>
            <p:nvPr/>
          </p:nvSpPr>
          <p:spPr>
            <a:xfrm>
              <a:off x="9139087" y="4594424"/>
              <a:ext cx="333577" cy="376286"/>
            </a:xfrm>
            <a:custGeom>
              <a:avLst/>
              <a:gdLst>
                <a:gd name="connsiteX0" fmla="*/ 199973 w 333577"/>
                <a:gd name="connsiteY0" fmla="*/ 95832 h 376286"/>
                <a:gd name="connsiteX1" fmla="*/ 219760 w 333577"/>
                <a:gd name="connsiteY1" fmla="*/ 4 h 376286"/>
                <a:gd name="connsiteX2" fmla="*/ 269310 w 333577"/>
                <a:gd name="connsiteY2" fmla="*/ 88310 h 376286"/>
                <a:gd name="connsiteX3" fmla="*/ 333577 w 333577"/>
                <a:gd name="connsiteY3" fmla="*/ 199183 h 376286"/>
                <a:gd name="connsiteX4" fmla="*/ 148298 w 333577"/>
                <a:gd name="connsiteY4" fmla="*/ 376286 h 376286"/>
                <a:gd name="connsiteX5" fmla="*/ 794 w 333577"/>
                <a:gd name="connsiteY5" fmla="*/ 113821 h 376286"/>
                <a:gd name="connsiteX6" fmla="*/ 24506 w 333577"/>
                <a:gd name="connsiteY6" fmla="*/ 100248 h 376286"/>
                <a:gd name="connsiteX7" fmla="*/ 11587 w 333577"/>
                <a:gd name="connsiteY7" fmla="*/ 63126 h 376286"/>
                <a:gd name="connsiteX8" fmla="*/ 35299 w 333577"/>
                <a:gd name="connsiteY8" fmla="*/ 49553 h 376286"/>
                <a:gd name="connsiteX9" fmla="*/ 41676 w 333577"/>
                <a:gd name="connsiteY9" fmla="*/ 17665 h 376286"/>
                <a:gd name="connsiteX10" fmla="*/ 199973 w 333577"/>
                <a:gd name="connsiteY10" fmla="*/ 95832 h 376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3577" h="376286">
                  <a:moveTo>
                    <a:pt x="199973" y="95832"/>
                  </a:moveTo>
                  <a:cubicBezTo>
                    <a:pt x="184601" y="58875"/>
                    <a:pt x="182966" y="331"/>
                    <a:pt x="219760" y="4"/>
                  </a:cubicBezTo>
                  <a:cubicBezTo>
                    <a:pt x="258353" y="-487"/>
                    <a:pt x="251322" y="47591"/>
                    <a:pt x="269310" y="88310"/>
                  </a:cubicBezTo>
                  <a:cubicBezTo>
                    <a:pt x="287298" y="129029"/>
                    <a:pt x="333577" y="199183"/>
                    <a:pt x="333577" y="199183"/>
                  </a:cubicBezTo>
                  <a:lnTo>
                    <a:pt x="148298" y="376286"/>
                  </a:lnTo>
                  <a:cubicBezTo>
                    <a:pt x="148298" y="376286"/>
                    <a:pt x="-12616" y="146690"/>
                    <a:pt x="794" y="113821"/>
                  </a:cubicBezTo>
                  <a:cubicBezTo>
                    <a:pt x="8807" y="94033"/>
                    <a:pt x="24506" y="100248"/>
                    <a:pt x="24506" y="100248"/>
                  </a:cubicBezTo>
                  <a:cubicBezTo>
                    <a:pt x="24506" y="100248"/>
                    <a:pt x="5373" y="78989"/>
                    <a:pt x="11587" y="63126"/>
                  </a:cubicBezTo>
                  <a:cubicBezTo>
                    <a:pt x="17801" y="47264"/>
                    <a:pt x="35299" y="49553"/>
                    <a:pt x="35299" y="49553"/>
                  </a:cubicBezTo>
                  <a:cubicBezTo>
                    <a:pt x="35299" y="49553"/>
                    <a:pt x="21562" y="28785"/>
                    <a:pt x="41676" y="17665"/>
                  </a:cubicBezTo>
                  <a:cubicBezTo>
                    <a:pt x="63589" y="5564"/>
                    <a:pt x="133907" y="48736"/>
                    <a:pt x="199973" y="95832"/>
                  </a:cubicBezTo>
                  <a:close/>
                </a:path>
              </a:pathLst>
            </a:custGeom>
            <a:solidFill>
              <a:srgbClr val="FFB78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5" name="任意形状 198"/>
            <p:cNvSpPr/>
            <p:nvPr/>
          </p:nvSpPr>
          <p:spPr>
            <a:xfrm>
              <a:off x="9171115" y="4636291"/>
              <a:ext cx="106457" cy="79639"/>
            </a:xfrm>
            <a:custGeom>
              <a:avLst/>
              <a:gdLst>
                <a:gd name="connsiteX0" fmla="*/ 95501 w 106457"/>
                <a:gd name="connsiteY0" fmla="*/ 79639 h 79639"/>
                <a:gd name="connsiteX1" fmla="*/ 0 w 106457"/>
                <a:gd name="connsiteY1" fmla="*/ 15045 h 79639"/>
                <a:gd name="connsiteX2" fmla="*/ 6541 w 106457"/>
                <a:gd name="connsiteY2" fmla="*/ 0 h 79639"/>
                <a:gd name="connsiteX3" fmla="*/ 106458 w 106457"/>
                <a:gd name="connsiteY3" fmla="*/ 67374 h 79639"/>
                <a:gd name="connsiteX4" fmla="*/ 95501 w 106457"/>
                <a:gd name="connsiteY4" fmla="*/ 79476 h 79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7" h="79639">
                  <a:moveTo>
                    <a:pt x="95501" y="79639"/>
                  </a:moveTo>
                  <a:cubicBezTo>
                    <a:pt x="48078" y="36631"/>
                    <a:pt x="491" y="15372"/>
                    <a:pt x="0" y="15045"/>
                  </a:cubicBezTo>
                  <a:lnTo>
                    <a:pt x="6541" y="0"/>
                  </a:lnTo>
                  <a:cubicBezTo>
                    <a:pt x="8504" y="981"/>
                    <a:pt x="57072" y="22567"/>
                    <a:pt x="106458" y="67374"/>
                  </a:cubicBezTo>
                  <a:lnTo>
                    <a:pt x="95501" y="79476"/>
                  </a:ln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6" name="任意形状 199"/>
            <p:cNvSpPr/>
            <p:nvPr/>
          </p:nvSpPr>
          <p:spPr>
            <a:xfrm>
              <a:off x="9159014" y="4687803"/>
              <a:ext cx="85362" cy="72116"/>
            </a:xfrm>
            <a:custGeom>
              <a:avLst/>
              <a:gdLst>
                <a:gd name="connsiteX0" fmla="*/ 74079 w 85362"/>
                <a:gd name="connsiteY0" fmla="*/ 72117 h 72116"/>
                <a:gd name="connsiteX1" fmla="*/ 0 w 85362"/>
                <a:gd name="connsiteY1" fmla="*/ 13573 h 72116"/>
                <a:gd name="connsiteX2" fmla="*/ 9158 w 85362"/>
                <a:gd name="connsiteY2" fmla="*/ 0 h 72116"/>
                <a:gd name="connsiteX3" fmla="*/ 85363 w 85362"/>
                <a:gd name="connsiteY3" fmla="*/ 60179 h 72116"/>
                <a:gd name="connsiteX4" fmla="*/ 74079 w 85362"/>
                <a:gd name="connsiteY4" fmla="*/ 72117 h 72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362" h="72116">
                  <a:moveTo>
                    <a:pt x="74079" y="72117"/>
                  </a:moveTo>
                  <a:cubicBezTo>
                    <a:pt x="41537" y="41373"/>
                    <a:pt x="491" y="13900"/>
                    <a:pt x="0" y="13573"/>
                  </a:cubicBezTo>
                  <a:lnTo>
                    <a:pt x="9158" y="0"/>
                  </a:lnTo>
                  <a:cubicBezTo>
                    <a:pt x="10957" y="1145"/>
                    <a:pt x="51839" y="28618"/>
                    <a:pt x="85363" y="60179"/>
                  </a:cubicBezTo>
                  <a:lnTo>
                    <a:pt x="74079" y="72117"/>
                  </a:ln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7" name="任意形状 200"/>
            <p:cNvSpPr/>
            <p:nvPr/>
          </p:nvSpPr>
          <p:spPr>
            <a:xfrm>
              <a:off x="9338914" y="4721490"/>
              <a:ext cx="28763" cy="94683"/>
            </a:xfrm>
            <a:custGeom>
              <a:avLst/>
              <a:gdLst>
                <a:gd name="connsiteX0" fmla="*/ 10776 w 28763"/>
                <a:gd name="connsiteY0" fmla="*/ 94684 h 94683"/>
                <a:gd name="connsiteX1" fmla="*/ 15191 w 28763"/>
                <a:gd name="connsiteY1" fmla="*/ 0 h 94683"/>
                <a:gd name="connsiteX2" fmla="*/ 28764 w 28763"/>
                <a:gd name="connsiteY2" fmla="*/ 9158 h 94683"/>
                <a:gd name="connsiteX3" fmla="*/ 25166 w 28763"/>
                <a:gd name="connsiteY3" fmla="*/ 86834 h 94683"/>
                <a:gd name="connsiteX4" fmla="*/ 10776 w 28763"/>
                <a:gd name="connsiteY4" fmla="*/ 94684 h 94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63" h="94683">
                  <a:moveTo>
                    <a:pt x="10776" y="94684"/>
                  </a:moveTo>
                  <a:cubicBezTo>
                    <a:pt x="-5087" y="65575"/>
                    <a:pt x="-3288" y="27473"/>
                    <a:pt x="15191" y="0"/>
                  </a:cubicBezTo>
                  <a:lnTo>
                    <a:pt x="28764" y="9158"/>
                  </a:lnTo>
                  <a:cubicBezTo>
                    <a:pt x="13556" y="31725"/>
                    <a:pt x="12084" y="62959"/>
                    <a:pt x="25166" y="86834"/>
                  </a:cubicBezTo>
                  <a:lnTo>
                    <a:pt x="10776" y="94684"/>
                  </a:ln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8" name="任意形状 201"/>
            <p:cNvSpPr/>
            <p:nvPr/>
          </p:nvSpPr>
          <p:spPr>
            <a:xfrm>
              <a:off x="10247796" y="4084705"/>
              <a:ext cx="431228" cy="631879"/>
            </a:xfrm>
            <a:custGeom>
              <a:avLst/>
              <a:gdLst>
                <a:gd name="connsiteX0" fmla="*/ 50040 w 431228"/>
                <a:gd name="connsiteY0" fmla="*/ 564505 h 631879"/>
                <a:gd name="connsiteX1" fmla="*/ 241697 w 431228"/>
                <a:gd name="connsiteY1" fmla="*/ 631880 h 631879"/>
                <a:gd name="connsiteX2" fmla="*/ 431229 w 431228"/>
                <a:gd name="connsiteY2" fmla="*/ 455594 h 631879"/>
                <a:gd name="connsiteX3" fmla="*/ 211281 w 431228"/>
                <a:gd name="connsiteY3" fmla="*/ 0 h 631879"/>
                <a:gd name="connsiteX4" fmla="*/ 72934 w 431228"/>
                <a:gd name="connsiteY4" fmla="*/ 156989 h 631879"/>
                <a:gd name="connsiteX5" fmla="*/ 0 w 431228"/>
                <a:gd name="connsiteY5" fmla="*/ 239735 h 631879"/>
                <a:gd name="connsiteX6" fmla="*/ 38593 w 431228"/>
                <a:gd name="connsiteY6" fmla="*/ 373175 h 631879"/>
                <a:gd name="connsiteX7" fmla="*/ 61814 w 431228"/>
                <a:gd name="connsiteY7" fmla="*/ 453305 h 631879"/>
                <a:gd name="connsiteX8" fmla="*/ 50040 w 431228"/>
                <a:gd name="connsiteY8" fmla="*/ 564505 h 631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1228" h="631879">
                  <a:moveTo>
                    <a:pt x="50040" y="564505"/>
                  </a:moveTo>
                  <a:lnTo>
                    <a:pt x="241697" y="631880"/>
                  </a:lnTo>
                  <a:lnTo>
                    <a:pt x="431229" y="455594"/>
                  </a:lnTo>
                  <a:lnTo>
                    <a:pt x="211281" y="0"/>
                  </a:lnTo>
                  <a:lnTo>
                    <a:pt x="72934" y="156989"/>
                  </a:lnTo>
                  <a:lnTo>
                    <a:pt x="0" y="239735"/>
                  </a:lnTo>
                  <a:lnTo>
                    <a:pt x="38593" y="373175"/>
                  </a:lnTo>
                  <a:lnTo>
                    <a:pt x="61814" y="453305"/>
                  </a:lnTo>
                  <a:lnTo>
                    <a:pt x="50040" y="564505"/>
                  </a:lnTo>
                  <a:close/>
                </a:path>
              </a:pathLst>
            </a:custGeom>
            <a:solidFill>
              <a:srgbClr val="FFB78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9" name="任意形状 202"/>
            <p:cNvSpPr/>
            <p:nvPr/>
          </p:nvSpPr>
          <p:spPr>
            <a:xfrm>
              <a:off x="10247796" y="4241694"/>
              <a:ext cx="148158" cy="216186"/>
            </a:xfrm>
            <a:custGeom>
              <a:avLst/>
              <a:gdLst>
                <a:gd name="connsiteX0" fmla="*/ 72934 w 148158"/>
                <a:gd name="connsiteY0" fmla="*/ 0 h 216186"/>
                <a:gd name="connsiteX1" fmla="*/ 0 w 148158"/>
                <a:gd name="connsiteY1" fmla="*/ 82746 h 216186"/>
                <a:gd name="connsiteX2" fmla="*/ 38593 w 148158"/>
                <a:gd name="connsiteY2" fmla="*/ 216187 h 216186"/>
                <a:gd name="connsiteX3" fmla="*/ 148158 w 148158"/>
                <a:gd name="connsiteY3" fmla="*/ 18642 h 216186"/>
                <a:gd name="connsiteX4" fmla="*/ 72934 w 148158"/>
                <a:gd name="connsiteY4" fmla="*/ 0 h 216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58" h="216186">
                  <a:moveTo>
                    <a:pt x="72934" y="0"/>
                  </a:moveTo>
                  <a:lnTo>
                    <a:pt x="0" y="82746"/>
                  </a:lnTo>
                  <a:lnTo>
                    <a:pt x="38593" y="216187"/>
                  </a:lnTo>
                  <a:cubicBezTo>
                    <a:pt x="99426" y="168436"/>
                    <a:pt x="141290" y="95829"/>
                    <a:pt x="148158" y="18642"/>
                  </a:cubicBezTo>
                  <a:cubicBezTo>
                    <a:pt x="122484" y="12428"/>
                    <a:pt x="98118" y="6214"/>
                    <a:pt x="72934" y="0"/>
                  </a:cubicBez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0" name="任意形状 203"/>
            <p:cNvSpPr/>
            <p:nvPr/>
          </p:nvSpPr>
          <p:spPr>
            <a:xfrm>
              <a:off x="10003319" y="3737200"/>
              <a:ext cx="462135" cy="640479"/>
            </a:xfrm>
            <a:custGeom>
              <a:avLst/>
              <a:gdLst>
                <a:gd name="connsiteX0" fmla="*/ 462136 w 462135"/>
                <a:gd name="connsiteY0" fmla="*/ 236959 h 640479"/>
                <a:gd name="connsiteX1" fmla="*/ 461318 w 462135"/>
                <a:gd name="connsiteY1" fmla="*/ 242192 h 640479"/>
                <a:gd name="connsiteX2" fmla="*/ 459683 w 462135"/>
                <a:gd name="connsiteY2" fmla="*/ 252167 h 640479"/>
                <a:gd name="connsiteX3" fmla="*/ 455922 w 462135"/>
                <a:gd name="connsiteY3" fmla="*/ 276369 h 640479"/>
                <a:gd name="connsiteX4" fmla="*/ 414385 w 462135"/>
                <a:gd name="connsiteY4" fmla="*/ 538017 h 640479"/>
                <a:gd name="connsiteX5" fmla="*/ 143089 w 462135"/>
                <a:gd name="connsiteY5" fmla="*/ 612096 h 640479"/>
                <a:gd name="connsiteX6" fmla="*/ 0 w 462135"/>
                <a:gd name="connsiteY6" fmla="*/ 266067 h 640479"/>
                <a:gd name="connsiteX7" fmla="*/ 2126 w 462135"/>
                <a:gd name="connsiteY7" fmla="*/ 218153 h 640479"/>
                <a:gd name="connsiteX8" fmla="*/ 8994 w 462135"/>
                <a:gd name="connsiteY8" fmla="*/ 172528 h 640479"/>
                <a:gd name="connsiteX9" fmla="*/ 11120 w 462135"/>
                <a:gd name="connsiteY9" fmla="*/ 163370 h 640479"/>
                <a:gd name="connsiteX10" fmla="*/ 11120 w 462135"/>
                <a:gd name="connsiteY10" fmla="*/ 163207 h 640479"/>
                <a:gd name="connsiteX11" fmla="*/ 77840 w 462135"/>
                <a:gd name="connsiteY11" fmla="*/ 41867 h 640479"/>
                <a:gd name="connsiteX12" fmla="*/ 149466 w 462135"/>
                <a:gd name="connsiteY12" fmla="*/ 6545 h 640479"/>
                <a:gd name="connsiteX13" fmla="*/ 353715 w 462135"/>
                <a:gd name="connsiteY13" fmla="*/ 51025 h 640479"/>
                <a:gd name="connsiteX14" fmla="*/ 454777 w 462135"/>
                <a:gd name="connsiteY14" fmla="*/ 210630 h 640479"/>
                <a:gd name="connsiteX15" fmla="*/ 460173 w 462135"/>
                <a:gd name="connsiteY15" fmla="*/ 228946 h 640479"/>
                <a:gd name="connsiteX16" fmla="*/ 462136 w 462135"/>
                <a:gd name="connsiteY16" fmla="*/ 237122 h 64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62135" h="640479">
                  <a:moveTo>
                    <a:pt x="462136" y="236959"/>
                  </a:moveTo>
                  <a:lnTo>
                    <a:pt x="461318" y="242192"/>
                  </a:lnTo>
                  <a:lnTo>
                    <a:pt x="459683" y="252167"/>
                  </a:lnTo>
                  <a:lnTo>
                    <a:pt x="455922" y="276369"/>
                  </a:lnTo>
                  <a:lnTo>
                    <a:pt x="414385" y="538017"/>
                  </a:lnTo>
                  <a:cubicBezTo>
                    <a:pt x="414385" y="538017"/>
                    <a:pt x="308090" y="705635"/>
                    <a:pt x="143089" y="612096"/>
                  </a:cubicBezTo>
                  <a:cubicBezTo>
                    <a:pt x="57726" y="563691"/>
                    <a:pt x="327" y="408011"/>
                    <a:pt x="0" y="266067"/>
                  </a:cubicBezTo>
                  <a:cubicBezTo>
                    <a:pt x="0" y="249877"/>
                    <a:pt x="654" y="233851"/>
                    <a:pt x="2126" y="218153"/>
                  </a:cubicBezTo>
                  <a:cubicBezTo>
                    <a:pt x="3598" y="202454"/>
                    <a:pt x="5887" y="187245"/>
                    <a:pt x="8994" y="172528"/>
                  </a:cubicBezTo>
                  <a:cubicBezTo>
                    <a:pt x="9648" y="169421"/>
                    <a:pt x="10302" y="166477"/>
                    <a:pt x="11120" y="163370"/>
                  </a:cubicBezTo>
                  <a:cubicBezTo>
                    <a:pt x="11120" y="163370"/>
                    <a:pt x="11120" y="163370"/>
                    <a:pt x="11120" y="163207"/>
                  </a:cubicBezTo>
                  <a:cubicBezTo>
                    <a:pt x="22894" y="113657"/>
                    <a:pt x="44644" y="70812"/>
                    <a:pt x="77840" y="41867"/>
                  </a:cubicBezTo>
                  <a:cubicBezTo>
                    <a:pt x="97464" y="24697"/>
                    <a:pt x="121339" y="12432"/>
                    <a:pt x="149466" y="6545"/>
                  </a:cubicBezTo>
                  <a:cubicBezTo>
                    <a:pt x="240553" y="-12425"/>
                    <a:pt x="306455" y="12105"/>
                    <a:pt x="353715" y="51025"/>
                  </a:cubicBezTo>
                  <a:cubicBezTo>
                    <a:pt x="412913" y="100084"/>
                    <a:pt x="442512" y="172201"/>
                    <a:pt x="454777" y="210630"/>
                  </a:cubicBezTo>
                  <a:cubicBezTo>
                    <a:pt x="457230" y="218153"/>
                    <a:pt x="458865" y="224367"/>
                    <a:pt x="460173" y="228946"/>
                  </a:cubicBezTo>
                  <a:cubicBezTo>
                    <a:pt x="461645" y="234179"/>
                    <a:pt x="462136" y="237122"/>
                    <a:pt x="462136" y="237122"/>
                  </a:cubicBezTo>
                  <a:close/>
                </a:path>
              </a:pathLst>
            </a:custGeom>
            <a:solidFill>
              <a:srgbClr val="FFB78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1" name="任意形状 204"/>
            <p:cNvSpPr/>
            <p:nvPr/>
          </p:nvSpPr>
          <p:spPr>
            <a:xfrm>
              <a:off x="10130872" y="4050364"/>
              <a:ext cx="51511" cy="137855"/>
            </a:xfrm>
            <a:custGeom>
              <a:avLst/>
              <a:gdLst>
                <a:gd name="connsiteX0" fmla="*/ 45134 w 51511"/>
                <a:gd name="connsiteY0" fmla="*/ 137856 h 137855"/>
                <a:gd name="connsiteX1" fmla="*/ 26655 w 51511"/>
                <a:gd name="connsiteY1" fmla="*/ 131969 h 137855"/>
                <a:gd name="connsiteX2" fmla="*/ 13573 w 51511"/>
                <a:gd name="connsiteY2" fmla="*/ 110056 h 137855"/>
                <a:gd name="connsiteX3" fmla="*/ 0 w 51511"/>
                <a:gd name="connsiteY3" fmla="*/ 2126 h 137855"/>
                <a:gd name="connsiteX4" fmla="*/ 16190 w 51511"/>
                <a:gd name="connsiteY4" fmla="*/ 0 h 137855"/>
                <a:gd name="connsiteX5" fmla="*/ 29762 w 51511"/>
                <a:gd name="connsiteY5" fmla="*/ 107930 h 137855"/>
                <a:gd name="connsiteX6" fmla="*/ 36140 w 51511"/>
                <a:gd name="connsiteY6" fmla="*/ 118559 h 137855"/>
                <a:gd name="connsiteX7" fmla="*/ 48241 w 51511"/>
                <a:gd name="connsiteY7" fmla="*/ 121176 h 137855"/>
                <a:gd name="connsiteX8" fmla="*/ 51512 w 51511"/>
                <a:gd name="connsiteY8" fmla="*/ 137202 h 137855"/>
                <a:gd name="connsiteX9" fmla="*/ 45134 w 51511"/>
                <a:gd name="connsiteY9" fmla="*/ 137856 h 137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11" h="137855">
                  <a:moveTo>
                    <a:pt x="45134" y="137856"/>
                  </a:moveTo>
                  <a:cubicBezTo>
                    <a:pt x="38593" y="137856"/>
                    <a:pt x="32052" y="135893"/>
                    <a:pt x="26655" y="131969"/>
                  </a:cubicBezTo>
                  <a:cubicBezTo>
                    <a:pt x="19460" y="126899"/>
                    <a:pt x="14718" y="118886"/>
                    <a:pt x="13573" y="110056"/>
                  </a:cubicBezTo>
                  <a:lnTo>
                    <a:pt x="0" y="2126"/>
                  </a:lnTo>
                  <a:lnTo>
                    <a:pt x="16190" y="0"/>
                  </a:lnTo>
                  <a:lnTo>
                    <a:pt x="29762" y="107930"/>
                  </a:lnTo>
                  <a:cubicBezTo>
                    <a:pt x="30253" y="112181"/>
                    <a:pt x="32543" y="116106"/>
                    <a:pt x="36140" y="118559"/>
                  </a:cubicBezTo>
                  <a:cubicBezTo>
                    <a:pt x="39738" y="121176"/>
                    <a:pt x="43990" y="121993"/>
                    <a:pt x="48241" y="121176"/>
                  </a:cubicBezTo>
                  <a:lnTo>
                    <a:pt x="51512" y="137202"/>
                  </a:lnTo>
                  <a:cubicBezTo>
                    <a:pt x="49386" y="137692"/>
                    <a:pt x="47260" y="137856"/>
                    <a:pt x="45134" y="137856"/>
                  </a:cubicBez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2" name="任意形状 205"/>
            <p:cNvSpPr/>
            <p:nvPr/>
          </p:nvSpPr>
          <p:spPr>
            <a:xfrm>
              <a:off x="10219902" y="4028134"/>
              <a:ext cx="21610" cy="29574"/>
            </a:xfrm>
            <a:custGeom>
              <a:avLst/>
              <a:gdLst>
                <a:gd name="connsiteX0" fmla="*/ 421 w 21610"/>
                <a:gd name="connsiteY0" fmla="*/ 16996 h 29574"/>
                <a:gd name="connsiteX1" fmla="*/ 13830 w 21610"/>
                <a:gd name="connsiteY1" fmla="*/ 29425 h 29574"/>
                <a:gd name="connsiteX2" fmla="*/ 21189 w 21610"/>
                <a:gd name="connsiteY2" fmla="*/ 12581 h 29574"/>
                <a:gd name="connsiteX3" fmla="*/ 7780 w 21610"/>
                <a:gd name="connsiteY3" fmla="*/ 153 h 29574"/>
                <a:gd name="connsiteX4" fmla="*/ 421 w 21610"/>
                <a:gd name="connsiteY4" fmla="*/ 16996 h 29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10" h="29574">
                  <a:moveTo>
                    <a:pt x="421" y="16996"/>
                  </a:moveTo>
                  <a:cubicBezTo>
                    <a:pt x="2056" y="25009"/>
                    <a:pt x="8107" y="30569"/>
                    <a:pt x="13830" y="29425"/>
                  </a:cubicBezTo>
                  <a:cubicBezTo>
                    <a:pt x="19554" y="28280"/>
                    <a:pt x="22825" y="20758"/>
                    <a:pt x="21189" y="12581"/>
                  </a:cubicBezTo>
                  <a:cubicBezTo>
                    <a:pt x="19554" y="4405"/>
                    <a:pt x="13503" y="-992"/>
                    <a:pt x="7780" y="153"/>
                  </a:cubicBezTo>
                  <a:cubicBezTo>
                    <a:pt x="2056" y="1298"/>
                    <a:pt x="-1214" y="8820"/>
                    <a:pt x="421" y="16996"/>
                  </a:cubicBez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3" name="任意形状 206"/>
            <p:cNvSpPr/>
            <p:nvPr/>
          </p:nvSpPr>
          <p:spPr>
            <a:xfrm>
              <a:off x="10061278" y="4061007"/>
              <a:ext cx="21610" cy="29570"/>
            </a:xfrm>
            <a:custGeom>
              <a:avLst/>
              <a:gdLst>
                <a:gd name="connsiteX0" fmla="*/ 421 w 21610"/>
                <a:gd name="connsiteY0" fmla="*/ 16993 h 29570"/>
                <a:gd name="connsiteX1" fmla="*/ 13830 w 21610"/>
                <a:gd name="connsiteY1" fmla="*/ 29421 h 29570"/>
                <a:gd name="connsiteX2" fmla="*/ 21189 w 21610"/>
                <a:gd name="connsiteY2" fmla="*/ 12578 h 29570"/>
                <a:gd name="connsiteX3" fmla="*/ 7780 w 21610"/>
                <a:gd name="connsiteY3" fmla="*/ 149 h 29570"/>
                <a:gd name="connsiteX4" fmla="*/ 421 w 21610"/>
                <a:gd name="connsiteY4" fmla="*/ 16993 h 2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10" h="29570">
                  <a:moveTo>
                    <a:pt x="421" y="16993"/>
                  </a:moveTo>
                  <a:cubicBezTo>
                    <a:pt x="2056" y="25006"/>
                    <a:pt x="8107" y="30566"/>
                    <a:pt x="13830" y="29421"/>
                  </a:cubicBezTo>
                  <a:cubicBezTo>
                    <a:pt x="19554" y="28276"/>
                    <a:pt x="22825" y="20754"/>
                    <a:pt x="21189" y="12578"/>
                  </a:cubicBezTo>
                  <a:cubicBezTo>
                    <a:pt x="19554" y="4565"/>
                    <a:pt x="13503" y="-995"/>
                    <a:pt x="7780" y="149"/>
                  </a:cubicBezTo>
                  <a:cubicBezTo>
                    <a:pt x="2056" y="1294"/>
                    <a:pt x="-1214" y="8816"/>
                    <a:pt x="421" y="16993"/>
                  </a:cubicBez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4" name="任意形状 207"/>
            <p:cNvSpPr/>
            <p:nvPr/>
          </p:nvSpPr>
          <p:spPr>
            <a:xfrm>
              <a:off x="10217216" y="4167451"/>
              <a:ext cx="32514" cy="51348"/>
            </a:xfrm>
            <a:custGeom>
              <a:avLst/>
              <a:gdLst>
                <a:gd name="connsiteX0" fmla="*/ 4252 w 32514"/>
                <a:gd name="connsiteY0" fmla="*/ 51185 h 51348"/>
                <a:gd name="connsiteX1" fmla="*/ 0 w 32514"/>
                <a:gd name="connsiteY1" fmla="*/ 35486 h 51348"/>
                <a:gd name="connsiteX2" fmla="*/ 13900 w 32514"/>
                <a:gd name="connsiteY2" fmla="*/ 24039 h 51348"/>
                <a:gd name="connsiteX3" fmla="*/ 14554 w 32514"/>
                <a:gd name="connsiteY3" fmla="*/ 6051 h 51348"/>
                <a:gd name="connsiteX4" fmla="*/ 29762 w 32514"/>
                <a:gd name="connsiteY4" fmla="*/ 0 h 51348"/>
                <a:gd name="connsiteX5" fmla="*/ 28454 w 32514"/>
                <a:gd name="connsiteY5" fmla="*/ 31398 h 51348"/>
                <a:gd name="connsiteX6" fmla="*/ 4252 w 32514"/>
                <a:gd name="connsiteY6" fmla="*/ 51348 h 5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514" h="51348">
                  <a:moveTo>
                    <a:pt x="4252" y="51185"/>
                  </a:moveTo>
                  <a:lnTo>
                    <a:pt x="0" y="35486"/>
                  </a:lnTo>
                  <a:cubicBezTo>
                    <a:pt x="5887" y="33851"/>
                    <a:pt x="11120" y="29599"/>
                    <a:pt x="13900" y="24039"/>
                  </a:cubicBezTo>
                  <a:cubicBezTo>
                    <a:pt x="16680" y="18479"/>
                    <a:pt x="16844" y="11774"/>
                    <a:pt x="14554" y="6051"/>
                  </a:cubicBezTo>
                  <a:lnTo>
                    <a:pt x="29762" y="0"/>
                  </a:lnTo>
                  <a:cubicBezTo>
                    <a:pt x="33851" y="9975"/>
                    <a:pt x="33360" y="21749"/>
                    <a:pt x="28454" y="31398"/>
                  </a:cubicBezTo>
                  <a:cubicBezTo>
                    <a:pt x="23712" y="41046"/>
                    <a:pt x="14554" y="48568"/>
                    <a:pt x="4252" y="51348"/>
                  </a:cubicBez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5" name="任意形状 208"/>
            <p:cNvSpPr/>
            <p:nvPr/>
          </p:nvSpPr>
          <p:spPr>
            <a:xfrm>
              <a:off x="10181946" y="3963836"/>
              <a:ext cx="80894" cy="37276"/>
            </a:xfrm>
            <a:custGeom>
              <a:avLst/>
              <a:gdLst>
                <a:gd name="connsiteX0" fmla="*/ 60127 w 80894"/>
                <a:gd name="connsiteY0" fmla="*/ 675 h 37276"/>
                <a:gd name="connsiteX1" fmla="*/ 73700 w 80894"/>
                <a:gd name="connsiteY1" fmla="*/ 4436 h 37276"/>
                <a:gd name="connsiteX2" fmla="*/ 80895 w 80894"/>
                <a:gd name="connsiteY2" fmla="*/ 15556 h 37276"/>
                <a:gd name="connsiteX3" fmla="*/ 65687 w 80894"/>
                <a:gd name="connsiteY3" fmla="*/ 31091 h 37276"/>
                <a:gd name="connsiteX4" fmla="*/ 16137 w 80894"/>
                <a:gd name="connsiteY4" fmla="*/ 35997 h 37276"/>
                <a:gd name="connsiteX5" fmla="*/ 1256 w 80894"/>
                <a:gd name="connsiteY5" fmla="*/ 27657 h 37276"/>
                <a:gd name="connsiteX6" fmla="*/ 18426 w 80894"/>
                <a:gd name="connsiteY6" fmla="*/ 4926 h 37276"/>
                <a:gd name="connsiteX7" fmla="*/ 60127 w 80894"/>
                <a:gd name="connsiteY7" fmla="*/ 675 h 37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894" h="37276">
                  <a:moveTo>
                    <a:pt x="60127" y="675"/>
                  </a:moveTo>
                  <a:cubicBezTo>
                    <a:pt x="64869" y="1165"/>
                    <a:pt x="69611" y="2146"/>
                    <a:pt x="73700" y="4436"/>
                  </a:cubicBezTo>
                  <a:cubicBezTo>
                    <a:pt x="77788" y="6889"/>
                    <a:pt x="80895" y="10977"/>
                    <a:pt x="80895" y="15556"/>
                  </a:cubicBezTo>
                  <a:cubicBezTo>
                    <a:pt x="80895" y="23078"/>
                    <a:pt x="73045" y="28311"/>
                    <a:pt x="65687" y="31091"/>
                  </a:cubicBezTo>
                  <a:cubicBezTo>
                    <a:pt x="49988" y="36978"/>
                    <a:pt x="32654" y="38777"/>
                    <a:pt x="16137" y="35997"/>
                  </a:cubicBezTo>
                  <a:cubicBezTo>
                    <a:pt x="10250" y="35016"/>
                    <a:pt x="3872" y="32890"/>
                    <a:pt x="1256" y="27657"/>
                  </a:cubicBezTo>
                  <a:cubicBezTo>
                    <a:pt x="-4631" y="15556"/>
                    <a:pt x="11722" y="7216"/>
                    <a:pt x="18426" y="4926"/>
                  </a:cubicBezTo>
                  <a:cubicBezTo>
                    <a:pt x="31509" y="347"/>
                    <a:pt x="46390" y="-961"/>
                    <a:pt x="60127" y="675"/>
                  </a:cubicBez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6" name="任意形状 209"/>
            <p:cNvSpPr/>
            <p:nvPr/>
          </p:nvSpPr>
          <p:spPr>
            <a:xfrm>
              <a:off x="10024412" y="3995603"/>
              <a:ext cx="69316" cy="37262"/>
            </a:xfrm>
            <a:custGeom>
              <a:avLst/>
              <a:gdLst>
                <a:gd name="connsiteX0" fmla="*/ 49062 w 69316"/>
                <a:gd name="connsiteY0" fmla="*/ 142 h 37262"/>
                <a:gd name="connsiteX1" fmla="*/ 61326 w 69316"/>
                <a:gd name="connsiteY1" fmla="*/ 1450 h 37262"/>
                <a:gd name="connsiteX2" fmla="*/ 69176 w 69316"/>
                <a:gd name="connsiteY2" fmla="*/ 9953 h 37262"/>
                <a:gd name="connsiteX3" fmla="*/ 58219 w 69316"/>
                <a:gd name="connsiteY3" fmla="*/ 25652 h 37262"/>
                <a:gd name="connsiteX4" fmla="*/ 16029 w 69316"/>
                <a:gd name="connsiteY4" fmla="*/ 37263 h 37262"/>
                <a:gd name="connsiteX5" fmla="*/ 1965 w 69316"/>
                <a:gd name="connsiteY5" fmla="*/ 32357 h 37262"/>
                <a:gd name="connsiteX6" fmla="*/ 13412 w 69316"/>
                <a:gd name="connsiteY6" fmla="*/ 10117 h 37262"/>
                <a:gd name="connsiteX7" fmla="*/ 48898 w 69316"/>
                <a:gd name="connsiteY7" fmla="*/ 142 h 37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9316" h="37262">
                  <a:moveTo>
                    <a:pt x="49062" y="142"/>
                  </a:moveTo>
                  <a:cubicBezTo>
                    <a:pt x="53150" y="-186"/>
                    <a:pt x="57565" y="-22"/>
                    <a:pt x="61326" y="1450"/>
                  </a:cubicBezTo>
                  <a:cubicBezTo>
                    <a:pt x="65088" y="2922"/>
                    <a:pt x="68522" y="6029"/>
                    <a:pt x="69176" y="9953"/>
                  </a:cubicBezTo>
                  <a:cubicBezTo>
                    <a:pt x="70321" y="16495"/>
                    <a:pt x="64270" y="22218"/>
                    <a:pt x="58219" y="25652"/>
                  </a:cubicBezTo>
                  <a:cubicBezTo>
                    <a:pt x="45464" y="33175"/>
                    <a:pt x="30746" y="37099"/>
                    <a:pt x="16029" y="37263"/>
                  </a:cubicBezTo>
                  <a:cubicBezTo>
                    <a:pt x="10796" y="37263"/>
                    <a:pt x="4909" y="36445"/>
                    <a:pt x="1965" y="32357"/>
                  </a:cubicBezTo>
                  <a:cubicBezTo>
                    <a:pt x="-4903" y="22709"/>
                    <a:pt x="8016" y="13060"/>
                    <a:pt x="13412" y="10117"/>
                  </a:cubicBezTo>
                  <a:cubicBezTo>
                    <a:pt x="24042" y="4230"/>
                    <a:pt x="36797" y="959"/>
                    <a:pt x="48898" y="142"/>
                  </a:cubicBez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7" name="任意形状 210"/>
            <p:cNvSpPr/>
            <p:nvPr/>
          </p:nvSpPr>
          <p:spPr>
            <a:xfrm>
              <a:off x="9989811" y="3732514"/>
              <a:ext cx="475643" cy="246877"/>
            </a:xfrm>
            <a:custGeom>
              <a:avLst/>
              <a:gdLst>
                <a:gd name="connsiteX0" fmla="*/ 475643 w 475643"/>
                <a:gd name="connsiteY0" fmla="*/ 241644 h 246877"/>
                <a:gd name="connsiteX1" fmla="*/ 474826 w 475643"/>
                <a:gd name="connsiteY1" fmla="*/ 246877 h 246877"/>
                <a:gd name="connsiteX2" fmla="*/ 344329 w 475643"/>
                <a:gd name="connsiteY2" fmla="*/ 150395 h 246877"/>
                <a:gd name="connsiteX3" fmla="*/ 118330 w 475643"/>
                <a:gd name="connsiteY3" fmla="*/ 197164 h 246877"/>
                <a:gd name="connsiteX4" fmla="*/ 24628 w 475643"/>
                <a:gd name="connsiteY4" fmla="*/ 167729 h 246877"/>
                <a:gd name="connsiteX5" fmla="*/ 10891 w 475643"/>
                <a:gd name="connsiteY5" fmla="*/ 151703 h 246877"/>
                <a:gd name="connsiteX6" fmla="*/ 8111 w 475643"/>
                <a:gd name="connsiteY6" fmla="*/ 80077 h 246877"/>
                <a:gd name="connsiteX7" fmla="*/ 162974 w 475643"/>
                <a:gd name="connsiteY7" fmla="*/ 2891 h 246877"/>
                <a:gd name="connsiteX8" fmla="*/ 367223 w 475643"/>
                <a:gd name="connsiteY8" fmla="*/ 55547 h 246877"/>
                <a:gd name="connsiteX9" fmla="*/ 468284 w 475643"/>
                <a:gd name="connsiteY9" fmla="*/ 215152 h 246877"/>
                <a:gd name="connsiteX10" fmla="*/ 473681 w 475643"/>
                <a:gd name="connsiteY10" fmla="*/ 233468 h 246877"/>
                <a:gd name="connsiteX11" fmla="*/ 475643 w 475643"/>
                <a:gd name="connsiteY11" fmla="*/ 241644 h 246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5643" h="246877">
                  <a:moveTo>
                    <a:pt x="475643" y="241644"/>
                  </a:moveTo>
                  <a:lnTo>
                    <a:pt x="474826" y="246877"/>
                  </a:lnTo>
                  <a:cubicBezTo>
                    <a:pt x="419880" y="236411"/>
                    <a:pt x="370166" y="200108"/>
                    <a:pt x="344329" y="150395"/>
                  </a:cubicBezTo>
                  <a:cubicBezTo>
                    <a:pt x="271885" y="181138"/>
                    <a:pt x="196825" y="200598"/>
                    <a:pt x="118330" y="197164"/>
                  </a:cubicBezTo>
                  <a:cubicBezTo>
                    <a:pt x="85134" y="195692"/>
                    <a:pt x="48503" y="189151"/>
                    <a:pt x="24628" y="167729"/>
                  </a:cubicBezTo>
                  <a:cubicBezTo>
                    <a:pt x="19395" y="163150"/>
                    <a:pt x="14816" y="157753"/>
                    <a:pt x="10891" y="151703"/>
                  </a:cubicBezTo>
                  <a:cubicBezTo>
                    <a:pt x="-2518" y="130607"/>
                    <a:pt x="-3663" y="102317"/>
                    <a:pt x="8111" y="80077"/>
                  </a:cubicBezTo>
                  <a:cubicBezTo>
                    <a:pt x="19885" y="57837"/>
                    <a:pt x="77775" y="13684"/>
                    <a:pt x="162974" y="2891"/>
                  </a:cubicBezTo>
                  <a:cubicBezTo>
                    <a:pt x="255205" y="-8884"/>
                    <a:pt x="319963" y="16627"/>
                    <a:pt x="367223" y="55547"/>
                  </a:cubicBezTo>
                  <a:cubicBezTo>
                    <a:pt x="426421" y="104606"/>
                    <a:pt x="456020" y="176723"/>
                    <a:pt x="468284" y="215152"/>
                  </a:cubicBezTo>
                  <a:cubicBezTo>
                    <a:pt x="470737" y="222675"/>
                    <a:pt x="472373" y="228889"/>
                    <a:pt x="473681" y="233468"/>
                  </a:cubicBezTo>
                  <a:cubicBezTo>
                    <a:pt x="475153" y="238701"/>
                    <a:pt x="475643" y="241644"/>
                    <a:pt x="475643" y="241644"/>
                  </a:cubicBez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8" name="任意形状 211"/>
            <p:cNvSpPr/>
            <p:nvPr/>
          </p:nvSpPr>
          <p:spPr>
            <a:xfrm>
              <a:off x="10003319" y="3778904"/>
              <a:ext cx="77840" cy="224363"/>
            </a:xfrm>
            <a:custGeom>
              <a:avLst/>
              <a:gdLst>
                <a:gd name="connsiteX0" fmla="*/ 77840 w 77840"/>
                <a:gd name="connsiteY0" fmla="*/ 0 h 224363"/>
                <a:gd name="connsiteX1" fmla="*/ 0 w 77840"/>
                <a:gd name="connsiteY1" fmla="*/ 224363 h 224363"/>
                <a:gd name="connsiteX2" fmla="*/ 2126 w 77840"/>
                <a:gd name="connsiteY2" fmla="*/ 176449 h 224363"/>
                <a:gd name="connsiteX3" fmla="*/ 8994 w 77840"/>
                <a:gd name="connsiteY3" fmla="*/ 130824 h 224363"/>
                <a:gd name="connsiteX4" fmla="*/ 11120 w 77840"/>
                <a:gd name="connsiteY4" fmla="*/ 121666 h 224363"/>
                <a:gd name="connsiteX5" fmla="*/ 11120 w 77840"/>
                <a:gd name="connsiteY5" fmla="*/ 121503 h 224363"/>
                <a:gd name="connsiteX6" fmla="*/ 77840 w 77840"/>
                <a:gd name="connsiteY6" fmla="*/ 164 h 224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840" h="224363">
                  <a:moveTo>
                    <a:pt x="77840" y="0"/>
                  </a:moveTo>
                  <a:cubicBezTo>
                    <a:pt x="67374" y="78985"/>
                    <a:pt x="40719" y="155844"/>
                    <a:pt x="0" y="224363"/>
                  </a:cubicBezTo>
                  <a:cubicBezTo>
                    <a:pt x="0" y="208174"/>
                    <a:pt x="654" y="192148"/>
                    <a:pt x="2126" y="176449"/>
                  </a:cubicBezTo>
                  <a:cubicBezTo>
                    <a:pt x="3598" y="160750"/>
                    <a:pt x="5887" y="145542"/>
                    <a:pt x="8994" y="130824"/>
                  </a:cubicBezTo>
                  <a:cubicBezTo>
                    <a:pt x="9648" y="127717"/>
                    <a:pt x="10302" y="124773"/>
                    <a:pt x="11120" y="121666"/>
                  </a:cubicBezTo>
                  <a:cubicBezTo>
                    <a:pt x="11120" y="121666"/>
                    <a:pt x="11120" y="121666"/>
                    <a:pt x="11120" y="121503"/>
                  </a:cubicBezTo>
                  <a:cubicBezTo>
                    <a:pt x="22894" y="71953"/>
                    <a:pt x="44644" y="29108"/>
                    <a:pt x="77840" y="164"/>
                  </a:cubicBez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9" name="任意形状 212"/>
            <p:cNvSpPr/>
            <p:nvPr/>
          </p:nvSpPr>
          <p:spPr>
            <a:xfrm>
              <a:off x="9185833" y="4286159"/>
              <a:ext cx="2529204" cy="1581022"/>
            </a:xfrm>
            <a:custGeom>
              <a:avLst/>
              <a:gdLst>
                <a:gd name="connsiteX0" fmla="*/ 2060477 w 2529204"/>
                <a:gd name="connsiteY0" fmla="*/ 546696 h 1581022"/>
                <a:gd name="connsiteX1" fmla="*/ 1618946 w 2529204"/>
                <a:gd name="connsiteY1" fmla="*/ 444489 h 1581022"/>
                <a:gd name="connsiteX2" fmla="*/ 1467681 w 2529204"/>
                <a:gd name="connsiteY2" fmla="*/ 816520 h 1581022"/>
                <a:gd name="connsiteX3" fmla="*/ 2477479 w 2529204"/>
                <a:gd name="connsiteY3" fmla="*/ 951432 h 1581022"/>
                <a:gd name="connsiteX4" fmla="*/ 1798829 w 2529204"/>
                <a:gd name="connsiteY4" fmla="*/ 2959 h 1581022"/>
                <a:gd name="connsiteX5" fmla="*/ 1425654 w 2529204"/>
                <a:gd name="connsiteY5" fmla="*/ 114486 h 1581022"/>
                <a:gd name="connsiteX6" fmla="*/ 1124268 w 2529204"/>
                <a:gd name="connsiteY6" fmla="*/ 252342 h 1581022"/>
                <a:gd name="connsiteX7" fmla="*/ 817650 w 2529204"/>
                <a:gd name="connsiteY7" fmla="*/ 456754 h 1581022"/>
                <a:gd name="connsiteX8" fmla="*/ 727708 w 2529204"/>
                <a:gd name="connsiteY8" fmla="*/ 910550 h 1581022"/>
                <a:gd name="connsiteX9" fmla="*/ 335236 w 2529204"/>
                <a:gd name="connsiteY9" fmla="*/ 456754 h 1581022"/>
                <a:gd name="connsiteX10" fmla="*/ 0 w 2529204"/>
                <a:gd name="connsiteY10" fmla="*/ 697961 h 1581022"/>
                <a:gd name="connsiteX11" fmla="*/ 502855 w 2529204"/>
                <a:gd name="connsiteY11" fmla="*/ 1581022 h 1581022"/>
                <a:gd name="connsiteX12" fmla="*/ 2023683 w 2529204"/>
                <a:gd name="connsiteY12" fmla="*/ 1168109 h 1581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29204" h="1581022">
                  <a:moveTo>
                    <a:pt x="2060477" y="546696"/>
                  </a:moveTo>
                  <a:lnTo>
                    <a:pt x="1618946" y="444489"/>
                  </a:lnTo>
                  <a:lnTo>
                    <a:pt x="1467681" y="816520"/>
                  </a:lnTo>
                  <a:cubicBezTo>
                    <a:pt x="1467681" y="816520"/>
                    <a:pt x="2215831" y="1347992"/>
                    <a:pt x="2477479" y="951432"/>
                  </a:cubicBezTo>
                  <a:cubicBezTo>
                    <a:pt x="2739127" y="554872"/>
                    <a:pt x="1929653" y="27488"/>
                    <a:pt x="1798829" y="2959"/>
                  </a:cubicBezTo>
                  <a:cubicBezTo>
                    <a:pt x="1668005" y="-21571"/>
                    <a:pt x="1425654" y="114486"/>
                    <a:pt x="1425654" y="114486"/>
                  </a:cubicBezTo>
                  <a:cubicBezTo>
                    <a:pt x="1425654" y="114486"/>
                    <a:pt x="1324593" y="428136"/>
                    <a:pt x="1124268" y="252342"/>
                  </a:cubicBezTo>
                  <a:cubicBezTo>
                    <a:pt x="1124268" y="252342"/>
                    <a:pt x="850356" y="354548"/>
                    <a:pt x="817650" y="456754"/>
                  </a:cubicBezTo>
                  <a:cubicBezTo>
                    <a:pt x="784944" y="558960"/>
                    <a:pt x="727708" y="910550"/>
                    <a:pt x="727708" y="910550"/>
                  </a:cubicBezTo>
                  <a:lnTo>
                    <a:pt x="335236" y="456754"/>
                  </a:lnTo>
                  <a:lnTo>
                    <a:pt x="0" y="697961"/>
                  </a:lnTo>
                  <a:lnTo>
                    <a:pt x="502855" y="1581022"/>
                  </a:lnTo>
                  <a:lnTo>
                    <a:pt x="2023683" y="1168109"/>
                  </a:lnTo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0" name="任意形状 213"/>
            <p:cNvSpPr/>
            <p:nvPr/>
          </p:nvSpPr>
          <p:spPr>
            <a:xfrm>
              <a:off x="10655640" y="4681753"/>
              <a:ext cx="573826" cy="331148"/>
            </a:xfrm>
            <a:custGeom>
              <a:avLst/>
              <a:gdLst>
                <a:gd name="connsiteX0" fmla="*/ 573827 w 573826"/>
                <a:gd name="connsiteY0" fmla="*/ 147177 h 331148"/>
                <a:gd name="connsiteX1" fmla="*/ 130824 w 573826"/>
                <a:gd name="connsiteY1" fmla="*/ 0 h 331148"/>
                <a:gd name="connsiteX2" fmla="*/ 0 w 573826"/>
                <a:gd name="connsiteY2" fmla="*/ 331148 h 33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3826" h="331148">
                  <a:moveTo>
                    <a:pt x="573827" y="147177"/>
                  </a:moveTo>
                  <a:lnTo>
                    <a:pt x="130824" y="0"/>
                  </a:lnTo>
                  <a:lnTo>
                    <a:pt x="0" y="331148"/>
                  </a:lnTo>
                </a:path>
              </a:pathLst>
            </a:custGeom>
            <a:solidFill>
              <a:schemeClr val="accent3">
                <a:lumMod val="7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1" name="任意形状 215"/>
            <p:cNvSpPr/>
            <p:nvPr/>
          </p:nvSpPr>
          <p:spPr>
            <a:xfrm>
              <a:off x="10482949" y="4695307"/>
              <a:ext cx="349303" cy="361092"/>
            </a:xfrm>
            <a:custGeom>
              <a:avLst/>
              <a:gdLst>
                <a:gd name="connsiteX0" fmla="*/ 187899 w 349303"/>
                <a:gd name="connsiteY0" fmla="*/ 80475 h 361092"/>
                <a:gd name="connsiteX1" fmla="*/ 145545 w 349303"/>
                <a:gd name="connsiteY1" fmla="*/ 3943 h 361092"/>
                <a:gd name="connsiteX2" fmla="*/ 273262 w 349303"/>
                <a:gd name="connsiteY2" fmla="*/ 72462 h 361092"/>
                <a:gd name="connsiteX3" fmla="*/ 349303 w 349303"/>
                <a:gd name="connsiteY3" fmla="*/ 130188 h 361092"/>
                <a:gd name="connsiteX4" fmla="*/ 238103 w 349303"/>
                <a:gd name="connsiteY4" fmla="*/ 361092 h 361092"/>
                <a:gd name="connsiteX5" fmla="*/ 7689 w 349303"/>
                <a:gd name="connsiteY5" fmla="*/ 167309 h 361092"/>
                <a:gd name="connsiteX6" fmla="*/ 25023 w 349303"/>
                <a:gd name="connsiteY6" fmla="*/ 146214 h 361092"/>
                <a:gd name="connsiteX7" fmla="*/ 3 w 349303"/>
                <a:gd name="connsiteY7" fmla="*/ 115961 h 361092"/>
                <a:gd name="connsiteX8" fmla="*/ 17337 w 349303"/>
                <a:gd name="connsiteY8" fmla="*/ 94865 h 361092"/>
                <a:gd name="connsiteX9" fmla="*/ 12104 w 349303"/>
                <a:gd name="connsiteY9" fmla="*/ 62814 h 361092"/>
                <a:gd name="connsiteX10" fmla="*/ 187899 w 349303"/>
                <a:gd name="connsiteY10" fmla="*/ 80311 h 36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9303" h="361092">
                  <a:moveTo>
                    <a:pt x="187899" y="80475"/>
                  </a:moveTo>
                  <a:cubicBezTo>
                    <a:pt x="143746" y="55291"/>
                    <a:pt x="129355" y="24875"/>
                    <a:pt x="145545" y="3943"/>
                  </a:cubicBezTo>
                  <a:cubicBezTo>
                    <a:pt x="158791" y="-13228"/>
                    <a:pt x="223712" y="28636"/>
                    <a:pt x="273262" y="72462"/>
                  </a:cubicBezTo>
                  <a:cubicBezTo>
                    <a:pt x="306622" y="101897"/>
                    <a:pt x="349303" y="130188"/>
                    <a:pt x="349303" y="130188"/>
                  </a:cubicBezTo>
                  <a:lnTo>
                    <a:pt x="238103" y="361092"/>
                  </a:lnTo>
                  <a:cubicBezTo>
                    <a:pt x="238103" y="361092"/>
                    <a:pt x="6708" y="202795"/>
                    <a:pt x="7689" y="167309"/>
                  </a:cubicBezTo>
                  <a:cubicBezTo>
                    <a:pt x="8343" y="146050"/>
                    <a:pt x="25023" y="146214"/>
                    <a:pt x="25023" y="146214"/>
                  </a:cubicBezTo>
                  <a:cubicBezTo>
                    <a:pt x="25023" y="146214"/>
                    <a:pt x="-324" y="132968"/>
                    <a:pt x="3" y="115961"/>
                  </a:cubicBezTo>
                  <a:cubicBezTo>
                    <a:pt x="330" y="98954"/>
                    <a:pt x="17337" y="94865"/>
                    <a:pt x="17337" y="94865"/>
                  </a:cubicBezTo>
                  <a:cubicBezTo>
                    <a:pt x="17337" y="94865"/>
                    <a:pt x="-2940" y="80311"/>
                    <a:pt x="12104" y="62814"/>
                  </a:cubicBezTo>
                  <a:cubicBezTo>
                    <a:pt x="28457" y="43681"/>
                    <a:pt x="109405" y="59379"/>
                    <a:pt x="187899" y="80311"/>
                  </a:cubicBezTo>
                  <a:close/>
                </a:path>
              </a:pathLst>
            </a:custGeom>
            <a:solidFill>
              <a:srgbClr val="FFB78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2" name="任意形状 216"/>
            <p:cNvSpPr/>
            <p:nvPr/>
          </p:nvSpPr>
          <p:spPr>
            <a:xfrm>
              <a:off x="10499959" y="4782160"/>
              <a:ext cx="118232" cy="43171"/>
            </a:xfrm>
            <a:custGeom>
              <a:avLst/>
              <a:gdLst>
                <a:gd name="connsiteX0" fmla="*/ 112018 w 118232"/>
                <a:gd name="connsiteY0" fmla="*/ 43172 h 43171"/>
                <a:gd name="connsiteX1" fmla="*/ 0 w 118232"/>
                <a:gd name="connsiteY1" fmla="*/ 16353 h 43171"/>
                <a:gd name="connsiteX2" fmla="*/ 981 w 118232"/>
                <a:gd name="connsiteY2" fmla="*/ 0 h 43171"/>
                <a:gd name="connsiteX3" fmla="*/ 118232 w 118232"/>
                <a:gd name="connsiteY3" fmla="*/ 27964 h 43171"/>
                <a:gd name="connsiteX4" fmla="*/ 112182 w 118232"/>
                <a:gd name="connsiteY4" fmla="*/ 43172 h 4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232" h="43171">
                  <a:moveTo>
                    <a:pt x="112018" y="43172"/>
                  </a:moveTo>
                  <a:cubicBezTo>
                    <a:pt x="52657" y="19624"/>
                    <a:pt x="491" y="16353"/>
                    <a:pt x="0" y="16353"/>
                  </a:cubicBezTo>
                  <a:lnTo>
                    <a:pt x="981" y="0"/>
                  </a:lnTo>
                  <a:cubicBezTo>
                    <a:pt x="3271" y="0"/>
                    <a:pt x="56254" y="3271"/>
                    <a:pt x="118232" y="27964"/>
                  </a:cubicBezTo>
                  <a:lnTo>
                    <a:pt x="112182" y="43172"/>
                  </a:ln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3" name="任意形状 217"/>
            <p:cNvSpPr/>
            <p:nvPr/>
          </p:nvSpPr>
          <p:spPr>
            <a:xfrm>
              <a:off x="10506174" y="4833508"/>
              <a:ext cx="96155" cy="44643"/>
            </a:xfrm>
            <a:custGeom>
              <a:avLst/>
              <a:gdLst>
                <a:gd name="connsiteX0" fmla="*/ 89941 w 96155"/>
                <a:gd name="connsiteY0" fmla="*/ 44644 h 44643"/>
                <a:gd name="connsiteX1" fmla="*/ 0 w 96155"/>
                <a:gd name="connsiteY1" fmla="*/ 15862 h 44643"/>
                <a:gd name="connsiteX2" fmla="*/ 3761 w 96155"/>
                <a:gd name="connsiteY2" fmla="*/ 0 h 44643"/>
                <a:gd name="connsiteX3" fmla="*/ 96156 w 96155"/>
                <a:gd name="connsiteY3" fmla="*/ 29599 h 44643"/>
                <a:gd name="connsiteX4" fmla="*/ 89778 w 96155"/>
                <a:gd name="connsiteY4" fmla="*/ 44644 h 44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155" h="44643">
                  <a:moveTo>
                    <a:pt x="89941" y="44644"/>
                  </a:moveTo>
                  <a:cubicBezTo>
                    <a:pt x="48732" y="27309"/>
                    <a:pt x="491" y="16026"/>
                    <a:pt x="0" y="15862"/>
                  </a:cubicBezTo>
                  <a:lnTo>
                    <a:pt x="3761" y="0"/>
                  </a:lnTo>
                  <a:cubicBezTo>
                    <a:pt x="5724" y="491"/>
                    <a:pt x="53801" y="11774"/>
                    <a:pt x="96156" y="29599"/>
                  </a:cubicBezTo>
                  <a:lnTo>
                    <a:pt x="89778" y="44644"/>
                  </a:ln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4" name="任意形状 218"/>
            <p:cNvSpPr/>
            <p:nvPr/>
          </p:nvSpPr>
          <p:spPr>
            <a:xfrm>
              <a:off x="9044732" y="6394892"/>
              <a:ext cx="720814" cy="425177"/>
            </a:xfrm>
            <a:custGeom>
              <a:avLst/>
              <a:gdLst>
                <a:gd name="connsiteX0" fmla="*/ 720650 w 720814"/>
                <a:gd name="connsiteY0" fmla="*/ 425014 h 425177"/>
                <a:gd name="connsiteX1" fmla="*/ 711166 w 720814"/>
                <a:gd name="connsiteY1" fmla="*/ 1799 h 425177"/>
                <a:gd name="connsiteX2" fmla="*/ 260968 w 720814"/>
                <a:gd name="connsiteY2" fmla="*/ 0 h 425177"/>
                <a:gd name="connsiteX3" fmla="*/ 13547 w 720814"/>
                <a:gd name="connsiteY3" fmla="*/ 318720 h 425177"/>
                <a:gd name="connsiteX4" fmla="*/ 63751 w 720814"/>
                <a:gd name="connsiteY4" fmla="*/ 421907 h 425177"/>
                <a:gd name="connsiteX5" fmla="*/ 446738 w 720814"/>
                <a:gd name="connsiteY5" fmla="*/ 423706 h 425177"/>
                <a:gd name="connsiteX6" fmla="*/ 565624 w 720814"/>
                <a:gd name="connsiteY6" fmla="*/ 424360 h 425177"/>
                <a:gd name="connsiteX7" fmla="*/ 720814 w 720814"/>
                <a:gd name="connsiteY7" fmla="*/ 425178 h 425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0814" h="425177">
                  <a:moveTo>
                    <a:pt x="720650" y="425014"/>
                  </a:moveTo>
                  <a:lnTo>
                    <a:pt x="711166" y="1799"/>
                  </a:lnTo>
                  <a:lnTo>
                    <a:pt x="260968" y="0"/>
                  </a:lnTo>
                  <a:lnTo>
                    <a:pt x="13547" y="318720"/>
                  </a:lnTo>
                  <a:cubicBezTo>
                    <a:pt x="-18995" y="360583"/>
                    <a:pt x="10767" y="421580"/>
                    <a:pt x="63751" y="421907"/>
                  </a:cubicBezTo>
                  <a:lnTo>
                    <a:pt x="446738" y="423706"/>
                  </a:lnTo>
                  <a:cubicBezTo>
                    <a:pt x="446738" y="423706"/>
                    <a:pt x="499558" y="327387"/>
                    <a:pt x="565624" y="424360"/>
                  </a:cubicBezTo>
                  <a:lnTo>
                    <a:pt x="720814" y="425178"/>
                  </a:ln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5" name="任意形状 219"/>
            <p:cNvSpPr/>
            <p:nvPr/>
          </p:nvSpPr>
          <p:spPr>
            <a:xfrm>
              <a:off x="9120421" y="4965441"/>
              <a:ext cx="2265062" cy="1486195"/>
            </a:xfrm>
            <a:custGeom>
              <a:avLst/>
              <a:gdLst>
                <a:gd name="connsiteX0" fmla="*/ 1861625 w 2265062"/>
                <a:gd name="connsiteY0" fmla="*/ 930031 h 1486195"/>
                <a:gd name="connsiteX1" fmla="*/ 1834969 w 2265062"/>
                <a:gd name="connsiteY1" fmla="*/ 939842 h 1486195"/>
                <a:gd name="connsiteX2" fmla="*/ 1740449 w 2265062"/>
                <a:gd name="connsiteY2" fmla="*/ 968460 h 1486195"/>
                <a:gd name="connsiteX3" fmla="*/ 1645602 w 2265062"/>
                <a:gd name="connsiteY3" fmla="*/ 987102 h 1486195"/>
                <a:gd name="connsiteX4" fmla="*/ 1020100 w 2265062"/>
                <a:gd name="connsiteY4" fmla="*/ 883424 h 1486195"/>
                <a:gd name="connsiteX5" fmla="*/ 883225 w 2265062"/>
                <a:gd name="connsiteY5" fmla="*/ 860694 h 1486195"/>
                <a:gd name="connsiteX6" fmla="*/ 775950 w 2265062"/>
                <a:gd name="connsiteY6" fmla="*/ 1270827 h 1486195"/>
                <a:gd name="connsiteX7" fmla="*/ 719695 w 2265062"/>
                <a:gd name="connsiteY7" fmla="*/ 1486196 h 1486195"/>
                <a:gd name="connsiteX8" fmla="*/ 0 w 2265062"/>
                <a:gd name="connsiteY8" fmla="*/ 1486196 h 1486195"/>
                <a:gd name="connsiteX9" fmla="*/ 547825 w 2265062"/>
                <a:gd name="connsiteY9" fmla="*/ 30780 h 1486195"/>
                <a:gd name="connsiteX10" fmla="*/ 1394093 w 2265062"/>
                <a:gd name="connsiteY10" fmla="*/ 243368 h 1486195"/>
                <a:gd name="connsiteX11" fmla="*/ 2264890 w 2265062"/>
                <a:gd name="connsiteY11" fmla="*/ 390545 h 1486195"/>
                <a:gd name="connsiteX12" fmla="*/ 1861461 w 2265062"/>
                <a:gd name="connsiteY12" fmla="*/ 930031 h 1486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65062" h="1486195">
                  <a:moveTo>
                    <a:pt x="1861625" y="930031"/>
                  </a:moveTo>
                  <a:cubicBezTo>
                    <a:pt x="1852631" y="933628"/>
                    <a:pt x="1843637" y="936735"/>
                    <a:pt x="1834969" y="939842"/>
                  </a:cubicBezTo>
                  <a:cubicBezTo>
                    <a:pt x="1800301" y="952107"/>
                    <a:pt x="1768086" y="961428"/>
                    <a:pt x="1740449" y="968460"/>
                  </a:cubicBezTo>
                  <a:cubicBezTo>
                    <a:pt x="1683377" y="982851"/>
                    <a:pt x="1645602" y="987102"/>
                    <a:pt x="1645602" y="987102"/>
                  </a:cubicBezTo>
                  <a:lnTo>
                    <a:pt x="1020100" y="883424"/>
                  </a:lnTo>
                  <a:lnTo>
                    <a:pt x="883225" y="860694"/>
                  </a:lnTo>
                  <a:lnTo>
                    <a:pt x="775950" y="1270827"/>
                  </a:lnTo>
                  <a:lnTo>
                    <a:pt x="719695" y="1486196"/>
                  </a:lnTo>
                  <a:lnTo>
                    <a:pt x="0" y="1486196"/>
                  </a:lnTo>
                  <a:cubicBezTo>
                    <a:pt x="0" y="1486196"/>
                    <a:pt x="147177" y="247457"/>
                    <a:pt x="547825" y="30780"/>
                  </a:cubicBezTo>
                  <a:cubicBezTo>
                    <a:pt x="795573" y="-103152"/>
                    <a:pt x="1394093" y="243368"/>
                    <a:pt x="1394093" y="243368"/>
                  </a:cubicBezTo>
                  <a:lnTo>
                    <a:pt x="2264890" y="390545"/>
                  </a:lnTo>
                  <a:cubicBezTo>
                    <a:pt x="2272249" y="707793"/>
                    <a:pt x="2043143" y="859549"/>
                    <a:pt x="1861461" y="930031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6" name="任意形状 220"/>
            <p:cNvSpPr/>
            <p:nvPr/>
          </p:nvSpPr>
          <p:spPr>
            <a:xfrm>
              <a:off x="9506922" y="5289576"/>
              <a:ext cx="888214" cy="946691"/>
            </a:xfrm>
            <a:custGeom>
              <a:avLst/>
              <a:gdLst>
                <a:gd name="connsiteX0" fmla="*/ 888215 w 888214"/>
                <a:gd name="connsiteY0" fmla="*/ 4596 h 946691"/>
                <a:gd name="connsiteX1" fmla="*/ 633598 w 888214"/>
                <a:gd name="connsiteY1" fmla="*/ 559290 h 946691"/>
                <a:gd name="connsiteX2" fmla="*/ 496724 w 888214"/>
                <a:gd name="connsiteY2" fmla="*/ 536559 h 946691"/>
                <a:gd name="connsiteX3" fmla="*/ 389448 w 888214"/>
                <a:gd name="connsiteY3" fmla="*/ 946692 h 946691"/>
                <a:gd name="connsiteX4" fmla="*/ 2046 w 888214"/>
                <a:gd name="connsiteY4" fmla="*/ 356676 h 946691"/>
                <a:gd name="connsiteX5" fmla="*/ 888215 w 888214"/>
                <a:gd name="connsiteY5" fmla="*/ 4596 h 94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8214" h="946691">
                  <a:moveTo>
                    <a:pt x="888215" y="4596"/>
                  </a:moveTo>
                  <a:lnTo>
                    <a:pt x="633598" y="559290"/>
                  </a:lnTo>
                  <a:lnTo>
                    <a:pt x="496724" y="536559"/>
                  </a:lnTo>
                  <a:lnTo>
                    <a:pt x="389448" y="946692"/>
                  </a:lnTo>
                  <a:cubicBezTo>
                    <a:pt x="268600" y="856423"/>
                    <a:pt x="-27390" y="607858"/>
                    <a:pt x="2046" y="356676"/>
                  </a:cubicBezTo>
                  <a:cubicBezTo>
                    <a:pt x="51595" y="-67193"/>
                    <a:pt x="888215" y="4596"/>
                    <a:pt x="888215" y="459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7" name="任意形状 221"/>
            <p:cNvSpPr/>
            <p:nvPr/>
          </p:nvSpPr>
          <p:spPr>
            <a:xfrm>
              <a:off x="10633563" y="6017628"/>
              <a:ext cx="598846" cy="802300"/>
            </a:xfrm>
            <a:custGeom>
              <a:avLst/>
              <a:gdLst>
                <a:gd name="connsiteX0" fmla="*/ 598847 w 598846"/>
                <a:gd name="connsiteY0" fmla="*/ 205230 h 802300"/>
                <a:gd name="connsiteX1" fmla="*/ 228615 w 598846"/>
                <a:gd name="connsiteY1" fmla="*/ 0 h 802300"/>
                <a:gd name="connsiteX2" fmla="*/ 0 w 598846"/>
                <a:gd name="connsiteY2" fmla="*/ 387893 h 802300"/>
                <a:gd name="connsiteX3" fmla="*/ 150284 w 598846"/>
                <a:gd name="connsiteY3" fmla="*/ 762213 h 802300"/>
                <a:gd name="connsiteX4" fmla="*/ 264591 w 598846"/>
                <a:gd name="connsiteY4" fmla="*/ 770880 h 802300"/>
                <a:gd name="connsiteX5" fmla="*/ 459356 w 598846"/>
                <a:gd name="connsiteY5" fmla="*/ 441040 h 802300"/>
                <a:gd name="connsiteX6" fmla="*/ 519862 w 598846"/>
                <a:gd name="connsiteY6" fmla="*/ 338670 h 802300"/>
                <a:gd name="connsiteX7" fmla="*/ 598847 w 598846"/>
                <a:gd name="connsiteY7" fmla="*/ 205230 h 802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8846" h="802300">
                  <a:moveTo>
                    <a:pt x="598847" y="205230"/>
                  </a:moveTo>
                  <a:lnTo>
                    <a:pt x="228615" y="0"/>
                  </a:lnTo>
                  <a:lnTo>
                    <a:pt x="0" y="387893"/>
                  </a:lnTo>
                  <a:lnTo>
                    <a:pt x="150284" y="762213"/>
                  </a:lnTo>
                  <a:cubicBezTo>
                    <a:pt x="170071" y="811435"/>
                    <a:pt x="237609" y="816505"/>
                    <a:pt x="264591" y="770880"/>
                  </a:cubicBezTo>
                  <a:lnTo>
                    <a:pt x="459356" y="441040"/>
                  </a:lnTo>
                  <a:cubicBezTo>
                    <a:pt x="459356" y="441040"/>
                    <a:pt x="402938" y="346847"/>
                    <a:pt x="519862" y="338670"/>
                  </a:cubicBezTo>
                  <a:lnTo>
                    <a:pt x="598847" y="205230"/>
                  </a:ln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8" name="任意形状 222"/>
            <p:cNvSpPr/>
            <p:nvPr/>
          </p:nvSpPr>
          <p:spPr>
            <a:xfrm>
              <a:off x="9564380" y="5292848"/>
              <a:ext cx="1379399" cy="1244969"/>
            </a:xfrm>
            <a:custGeom>
              <a:avLst/>
              <a:gdLst>
                <a:gd name="connsiteX0" fmla="*/ 802956 w 1379399"/>
                <a:gd name="connsiteY0" fmla="*/ 357983 h 1244969"/>
                <a:gd name="connsiteX1" fmla="*/ 1379400 w 1379399"/>
                <a:gd name="connsiteY1" fmla="*/ 688804 h 1244969"/>
                <a:gd name="connsiteX2" fmla="*/ 1007369 w 1379399"/>
                <a:gd name="connsiteY2" fmla="*/ 1244969 h 1244969"/>
                <a:gd name="connsiteX3" fmla="*/ 1660 w 1379399"/>
                <a:gd name="connsiteY3" fmla="*/ 339995 h 1244969"/>
                <a:gd name="connsiteX4" fmla="*/ 991016 w 1379399"/>
                <a:gd name="connsiteY4" fmla="*/ 12935 h 1244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9399" h="1244969">
                  <a:moveTo>
                    <a:pt x="802956" y="357983"/>
                  </a:moveTo>
                  <a:lnTo>
                    <a:pt x="1379400" y="688804"/>
                  </a:lnTo>
                  <a:lnTo>
                    <a:pt x="1007369" y="1244969"/>
                  </a:lnTo>
                  <a:cubicBezTo>
                    <a:pt x="1007369" y="1244969"/>
                    <a:pt x="-47399" y="779727"/>
                    <a:pt x="1660" y="339995"/>
                  </a:cubicBezTo>
                  <a:cubicBezTo>
                    <a:pt x="50719" y="-99737"/>
                    <a:pt x="991016" y="12935"/>
                    <a:pt x="991016" y="12935"/>
                  </a:cubicBezTo>
                </a:path>
              </a:pathLst>
            </a:custGeom>
            <a:solidFill>
              <a:srgbClr val="9773C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9" name="任意形状 223"/>
            <p:cNvSpPr/>
            <p:nvPr/>
          </p:nvSpPr>
          <p:spPr>
            <a:xfrm>
              <a:off x="10793823" y="5256233"/>
              <a:ext cx="591487" cy="133221"/>
            </a:xfrm>
            <a:custGeom>
              <a:avLst/>
              <a:gdLst>
                <a:gd name="connsiteX0" fmla="*/ 591488 w 591487"/>
                <a:gd name="connsiteY0" fmla="*/ 128044 h 133221"/>
                <a:gd name="connsiteX1" fmla="*/ 0 w 591487"/>
                <a:gd name="connsiteY1" fmla="*/ 0 h 133221"/>
                <a:gd name="connsiteX2" fmla="*/ 509723 w 591487"/>
                <a:gd name="connsiteY2" fmla="*/ 86180 h 133221"/>
                <a:gd name="connsiteX3" fmla="*/ 591488 w 591487"/>
                <a:gd name="connsiteY3" fmla="*/ 128044 h 133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1487" h="133221">
                  <a:moveTo>
                    <a:pt x="591488" y="128044"/>
                  </a:moveTo>
                  <a:cubicBezTo>
                    <a:pt x="355514" y="154209"/>
                    <a:pt x="144233" y="76532"/>
                    <a:pt x="0" y="0"/>
                  </a:cubicBezTo>
                  <a:lnTo>
                    <a:pt x="509723" y="86180"/>
                  </a:lnTo>
                  <a:lnTo>
                    <a:pt x="591488" y="12804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0" name="任意形状 224"/>
            <p:cNvSpPr/>
            <p:nvPr/>
          </p:nvSpPr>
          <p:spPr>
            <a:xfrm>
              <a:off x="10598241" y="5011429"/>
              <a:ext cx="705304" cy="330821"/>
            </a:xfrm>
            <a:custGeom>
              <a:avLst/>
              <a:gdLst>
                <a:gd name="connsiteX0" fmla="*/ 705305 w 705304"/>
                <a:gd name="connsiteY0" fmla="*/ 330821 h 330821"/>
                <a:gd name="connsiteX1" fmla="*/ 195582 w 705304"/>
                <a:gd name="connsiteY1" fmla="*/ 244641 h 330821"/>
                <a:gd name="connsiteX2" fmla="*/ 0 w 705304"/>
                <a:gd name="connsiteY2" fmla="*/ 115943 h 330821"/>
                <a:gd name="connsiteX3" fmla="*/ 59198 w 705304"/>
                <a:gd name="connsiteY3" fmla="*/ 0 h 330821"/>
                <a:gd name="connsiteX4" fmla="*/ 705141 w 705304"/>
                <a:gd name="connsiteY4" fmla="*/ 330821 h 330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304" h="330821">
                  <a:moveTo>
                    <a:pt x="705305" y="330821"/>
                  </a:moveTo>
                  <a:lnTo>
                    <a:pt x="195582" y="244641"/>
                  </a:lnTo>
                  <a:cubicBezTo>
                    <a:pt x="73752" y="179883"/>
                    <a:pt x="0" y="115943"/>
                    <a:pt x="0" y="115943"/>
                  </a:cubicBezTo>
                  <a:lnTo>
                    <a:pt x="59198" y="0"/>
                  </a:lnTo>
                  <a:lnTo>
                    <a:pt x="705141" y="330821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1" name="任意形状 225"/>
            <p:cNvSpPr/>
            <p:nvPr/>
          </p:nvSpPr>
          <p:spPr>
            <a:xfrm>
              <a:off x="10395137" y="5666693"/>
              <a:ext cx="560253" cy="267371"/>
            </a:xfrm>
            <a:custGeom>
              <a:avLst/>
              <a:gdLst>
                <a:gd name="connsiteX0" fmla="*/ 560254 w 560253"/>
                <a:gd name="connsiteY0" fmla="*/ 238754 h 267371"/>
                <a:gd name="connsiteX1" fmla="*/ 465733 w 560253"/>
                <a:gd name="connsiteY1" fmla="*/ 267371 h 267371"/>
                <a:gd name="connsiteX2" fmla="*/ 0 w 560253"/>
                <a:gd name="connsiteY2" fmla="*/ 0 h 267371"/>
                <a:gd name="connsiteX3" fmla="*/ 560254 w 560253"/>
                <a:gd name="connsiteY3" fmla="*/ 238754 h 2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0253" h="267371">
                  <a:moveTo>
                    <a:pt x="560254" y="238754"/>
                  </a:moveTo>
                  <a:cubicBezTo>
                    <a:pt x="525585" y="251018"/>
                    <a:pt x="493370" y="260340"/>
                    <a:pt x="465733" y="267371"/>
                  </a:cubicBezTo>
                  <a:lnTo>
                    <a:pt x="0" y="0"/>
                  </a:lnTo>
                  <a:lnTo>
                    <a:pt x="560254" y="23875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2" name="任意形状 226"/>
            <p:cNvSpPr/>
            <p:nvPr/>
          </p:nvSpPr>
          <p:spPr>
            <a:xfrm>
              <a:off x="10653514" y="4289117"/>
              <a:ext cx="1061523" cy="1095458"/>
            </a:xfrm>
            <a:custGeom>
              <a:avLst/>
              <a:gdLst>
                <a:gd name="connsiteX0" fmla="*/ 592796 w 1061523"/>
                <a:gd name="connsiteY0" fmla="*/ 543737 h 1095458"/>
                <a:gd name="connsiteX1" fmla="*/ 151265 w 1061523"/>
                <a:gd name="connsiteY1" fmla="*/ 441531 h 1095458"/>
                <a:gd name="connsiteX2" fmla="*/ 0 w 1061523"/>
                <a:gd name="connsiteY2" fmla="*/ 813561 h 1095458"/>
                <a:gd name="connsiteX3" fmla="*/ 1009798 w 1061523"/>
                <a:gd name="connsiteY3" fmla="*/ 948473 h 1095458"/>
                <a:gd name="connsiteX4" fmla="*/ 331148 w 1061523"/>
                <a:gd name="connsiteY4" fmla="*/ 0 h 1095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523" h="1095458">
                  <a:moveTo>
                    <a:pt x="592796" y="543737"/>
                  </a:moveTo>
                  <a:lnTo>
                    <a:pt x="151265" y="441531"/>
                  </a:lnTo>
                  <a:lnTo>
                    <a:pt x="0" y="813561"/>
                  </a:lnTo>
                  <a:cubicBezTo>
                    <a:pt x="0" y="813561"/>
                    <a:pt x="748150" y="1345033"/>
                    <a:pt x="1009798" y="948473"/>
                  </a:cubicBezTo>
                  <a:cubicBezTo>
                    <a:pt x="1271445" y="551913"/>
                    <a:pt x="461972" y="24529"/>
                    <a:pt x="331148" y="0"/>
                  </a:cubicBezTo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3" name="任意形状 228"/>
            <p:cNvSpPr/>
            <p:nvPr/>
          </p:nvSpPr>
          <p:spPr>
            <a:xfrm>
              <a:off x="10155660" y="4001890"/>
              <a:ext cx="155491" cy="155422"/>
            </a:xfrm>
            <a:custGeom>
              <a:avLst/>
              <a:gdLst>
                <a:gd name="connsiteX0" fmla="*/ 77746 w 155491"/>
                <a:gd name="connsiteY0" fmla="*/ 155259 h 155422"/>
                <a:gd name="connsiteX1" fmla="*/ 1541 w 155491"/>
                <a:gd name="connsiteY1" fmla="*/ 92627 h 155422"/>
                <a:gd name="connsiteX2" fmla="*/ 13315 w 155491"/>
                <a:gd name="connsiteY2" fmla="*/ 34410 h 155422"/>
                <a:gd name="connsiteX3" fmla="*/ 62865 w 155491"/>
                <a:gd name="connsiteY3" fmla="*/ 1541 h 155422"/>
                <a:gd name="connsiteX4" fmla="*/ 121081 w 155491"/>
                <a:gd name="connsiteY4" fmla="*/ 13315 h 155422"/>
                <a:gd name="connsiteX5" fmla="*/ 153951 w 155491"/>
                <a:gd name="connsiteY5" fmla="*/ 62865 h 155422"/>
                <a:gd name="connsiteX6" fmla="*/ 142177 w 155491"/>
                <a:gd name="connsiteY6" fmla="*/ 121081 h 155422"/>
                <a:gd name="connsiteX7" fmla="*/ 92627 w 155491"/>
                <a:gd name="connsiteY7" fmla="*/ 153951 h 155422"/>
                <a:gd name="connsiteX8" fmla="*/ 77582 w 155491"/>
                <a:gd name="connsiteY8" fmla="*/ 155422 h 155422"/>
                <a:gd name="connsiteX9" fmla="*/ 77909 w 155491"/>
                <a:gd name="connsiteY9" fmla="*/ 16259 h 155422"/>
                <a:gd name="connsiteX10" fmla="*/ 65972 w 155491"/>
                <a:gd name="connsiteY10" fmla="*/ 17403 h 155422"/>
                <a:gd name="connsiteX11" fmla="*/ 26888 w 155491"/>
                <a:gd name="connsiteY11" fmla="*/ 43404 h 155422"/>
                <a:gd name="connsiteX12" fmla="*/ 17730 w 155491"/>
                <a:gd name="connsiteY12" fmla="*/ 89356 h 155422"/>
                <a:gd name="connsiteX13" fmla="*/ 17730 w 155491"/>
                <a:gd name="connsiteY13" fmla="*/ 89356 h 155422"/>
                <a:gd name="connsiteX14" fmla="*/ 89683 w 155491"/>
                <a:gd name="connsiteY14" fmla="*/ 137598 h 155422"/>
                <a:gd name="connsiteX15" fmla="*/ 128767 w 155491"/>
                <a:gd name="connsiteY15" fmla="*/ 111596 h 155422"/>
                <a:gd name="connsiteX16" fmla="*/ 137925 w 155491"/>
                <a:gd name="connsiteY16" fmla="*/ 65645 h 155422"/>
                <a:gd name="connsiteX17" fmla="*/ 111924 w 155491"/>
                <a:gd name="connsiteY17" fmla="*/ 26561 h 155422"/>
                <a:gd name="connsiteX18" fmla="*/ 77909 w 155491"/>
                <a:gd name="connsiteY18" fmla="*/ 16095 h 1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5491" h="155422">
                  <a:moveTo>
                    <a:pt x="77746" y="155259"/>
                  </a:moveTo>
                  <a:cubicBezTo>
                    <a:pt x="41442" y="155259"/>
                    <a:pt x="8900" y="129585"/>
                    <a:pt x="1541" y="92627"/>
                  </a:cubicBezTo>
                  <a:cubicBezTo>
                    <a:pt x="-2547" y="72349"/>
                    <a:pt x="1541" y="51581"/>
                    <a:pt x="13315" y="34410"/>
                  </a:cubicBezTo>
                  <a:cubicBezTo>
                    <a:pt x="24926" y="17240"/>
                    <a:pt x="42423" y="5466"/>
                    <a:pt x="62865" y="1541"/>
                  </a:cubicBezTo>
                  <a:cubicBezTo>
                    <a:pt x="83142" y="-2547"/>
                    <a:pt x="103911" y="1541"/>
                    <a:pt x="121081" y="13315"/>
                  </a:cubicBezTo>
                  <a:cubicBezTo>
                    <a:pt x="138252" y="24926"/>
                    <a:pt x="150026" y="42423"/>
                    <a:pt x="153951" y="62865"/>
                  </a:cubicBezTo>
                  <a:cubicBezTo>
                    <a:pt x="158039" y="83142"/>
                    <a:pt x="153951" y="103911"/>
                    <a:pt x="142177" y="121081"/>
                  </a:cubicBezTo>
                  <a:cubicBezTo>
                    <a:pt x="130403" y="138252"/>
                    <a:pt x="113068" y="150026"/>
                    <a:pt x="92627" y="153951"/>
                  </a:cubicBezTo>
                  <a:cubicBezTo>
                    <a:pt x="87558" y="154932"/>
                    <a:pt x="82488" y="155422"/>
                    <a:pt x="77582" y="155422"/>
                  </a:cubicBezTo>
                  <a:close/>
                  <a:moveTo>
                    <a:pt x="77909" y="16259"/>
                  </a:moveTo>
                  <a:cubicBezTo>
                    <a:pt x="73985" y="16259"/>
                    <a:pt x="69896" y="16586"/>
                    <a:pt x="65972" y="17403"/>
                  </a:cubicBezTo>
                  <a:cubicBezTo>
                    <a:pt x="49946" y="20510"/>
                    <a:pt x="36046" y="29832"/>
                    <a:pt x="26888" y="43404"/>
                  </a:cubicBezTo>
                  <a:cubicBezTo>
                    <a:pt x="17730" y="56977"/>
                    <a:pt x="14460" y="73330"/>
                    <a:pt x="17730" y="89356"/>
                  </a:cubicBezTo>
                  <a:lnTo>
                    <a:pt x="17730" y="89356"/>
                  </a:lnTo>
                  <a:cubicBezTo>
                    <a:pt x="24271" y="122553"/>
                    <a:pt x="56650" y="144139"/>
                    <a:pt x="89683" y="137598"/>
                  </a:cubicBezTo>
                  <a:cubicBezTo>
                    <a:pt x="105709" y="134491"/>
                    <a:pt x="119609" y="125169"/>
                    <a:pt x="128767" y="111596"/>
                  </a:cubicBezTo>
                  <a:cubicBezTo>
                    <a:pt x="137925" y="98023"/>
                    <a:pt x="141195" y="81670"/>
                    <a:pt x="137925" y="65645"/>
                  </a:cubicBezTo>
                  <a:cubicBezTo>
                    <a:pt x="134818" y="49619"/>
                    <a:pt x="125497" y="35719"/>
                    <a:pt x="111924" y="26561"/>
                  </a:cubicBezTo>
                  <a:cubicBezTo>
                    <a:pt x="101785" y="19693"/>
                    <a:pt x="90011" y="16095"/>
                    <a:pt x="77909" y="16095"/>
                  </a:cubicBezTo>
                  <a:close/>
                </a:path>
              </a:pathLst>
            </a:custGeom>
            <a:solidFill>
              <a:srgbClr val="F8F7E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4" name="任意形状 229"/>
            <p:cNvSpPr/>
            <p:nvPr/>
          </p:nvSpPr>
          <p:spPr>
            <a:xfrm>
              <a:off x="9975172" y="4037261"/>
              <a:ext cx="155394" cy="155537"/>
            </a:xfrm>
            <a:custGeom>
              <a:avLst/>
              <a:gdLst>
                <a:gd name="connsiteX0" fmla="*/ 77533 w 155394"/>
                <a:gd name="connsiteY0" fmla="*/ 155537 h 155537"/>
                <a:gd name="connsiteX1" fmla="*/ 34362 w 155394"/>
                <a:gd name="connsiteY1" fmla="*/ 142291 h 155537"/>
                <a:gd name="connsiteX2" fmla="*/ 1492 w 155394"/>
                <a:gd name="connsiteY2" fmla="*/ 92742 h 155537"/>
                <a:gd name="connsiteX3" fmla="*/ 1492 w 155394"/>
                <a:gd name="connsiteY3" fmla="*/ 92742 h 155537"/>
                <a:gd name="connsiteX4" fmla="*/ 62652 w 155394"/>
                <a:gd name="connsiteY4" fmla="*/ 1492 h 155537"/>
                <a:gd name="connsiteX5" fmla="*/ 153902 w 155394"/>
                <a:gd name="connsiteY5" fmla="*/ 62652 h 155537"/>
                <a:gd name="connsiteX6" fmla="*/ 92742 w 155394"/>
                <a:gd name="connsiteY6" fmla="*/ 153902 h 155537"/>
                <a:gd name="connsiteX7" fmla="*/ 77533 w 155394"/>
                <a:gd name="connsiteY7" fmla="*/ 155374 h 155537"/>
                <a:gd name="connsiteX8" fmla="*/ 17518 w 155394"/>
                <a:gd name="connsiteY8" fmla="*/ 89635 h 155537"/>
                <a:gd name="connsiteX9" fmla="*/ 43519 w 155394"/>
                <a:gd name="connsiteY9" fmla="*/ 128718 h 155537"/>
                <a:gd name="connsiteX10" fmla="*/ 89471 w 155394"/>
                <a:gd name="connsiteY10" fmla="*/ 138040 h 155537"/>
                <a:gd name="connsiteX11" fmla="*/ 137713 w 155394"/>
                <a:gd name="connsiteY11" fmla="*/ 66086 h 155537"/>
                <a:gd name="connsiteX12" fmla="*/ 65759 w 155394"/>
                <a:gd name="connsiteY12" fmla="*/ 17845 h 155537"/>
                <a:gd name="connsiteX13" fmla="*/ 17518 w 155394"/>
                <a:gd name="connsiteY13" fmla="*/ 89798 h 155537"/>
                <a:gd name="connsiteX14" fmla="*/ 17518 w 155394"/>
                <a:gd name="connsiteY14" fmla="*/ 89798 h 155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5394" h="155537">
                  <a:moveTo>
                    <a:pt x="77533" y="155537"/>
                  </a:moveTo>
                  <a:cubicBezTo>
                    <a:pt x="62325" y="155537"/>
                    <a:pt x="47444" y="150958"/>
                    <a:pt x="34362" y="142291"/>
                  </a:cubicBezTo>
                  <a:cubicBezTo>
                    <a:pt x="17191" y="130681"/>
                    <a:pt x="5417" y="113183"/>
                    <a:pt x="1492" y="92742"/>
                  </a:cubicBezTo>
                  <a:lnTo>
                    <a:pt x="1492" y="92742"/>
                  </a:lnTo>
                  <a:cubicBezTo>
                    <a:pt x="-6848" y="50715"/>
                    <a:pt x="20625" y="9832"/>
                    <a:pt x="62652" y="1492"/>
                  </a:cubicBezTo>
                  <a:cubicBezTo>
                    <a:pt x="104679" y="-6848"/>
                    <a:pt x="145562" y="20625"/>
                    <a:pt x="153902" y="62652"/>
                  </a:cubicBezTo>
                  <a:cubicBezTo>
                    <a:pt x="162242" y="104679"/>
                    <a:pt x="134769" y="145562"/>
                    <a:pt x="92742" y="153902"/>
                  </a:cubicBezTo>
                  <a:cubicBezTo>
                    <a:pt x="87672" y="154883"/>
                    <a:pt x="82603" y="155374"/>
                    <a:pt x="77533" y="155374"/>
                  </a:cubicBezTo>
                  <a:close/>
                  <a:moveTo>
                    <a:pt x="17518" y="89635"/>
                  </a:moveTo>
                  <a:cubicBezTo>
                    <a:pt x="20625" y="105661"/>
                    <a:pt x="29946" y="119561"/>
                    <a:pt x="43519" y="128718"/>
                  </a:cubicBezTo>
                  <a:cubicBezTo>
                    <a:pt x="57092" y="137876"/>
                    <a:pt x="73445" y="141147"/>
                    <a:pt x="89471" y="138040"/>
                  </a:cubicBezTo>
                  <a:cubicBezTo>
                    <a:pt x="122668" y="131498"/>
                    <a:pt x="144254" y="99119"/>
                    <a:pt x="137713" y="66086"/>
                  </a:cubicBezTo>
                  <a:cubicBezTo>
                    <a:pt x="131171" y="32890"/>
                    <a:pt x="98792" y="11304"/>
                    <a:pt x="65759" y="17845"/>
                  </a:cubicBezTo>
                  <a:cubicBezTo>
                    <a:pt x="32563" y="24386"/>
                    <a:pt x="10977" y="56765"/>
                    <a:pt x="17518" y="89798"/>
                  </a:cubicBezTo>
                  <a:lnTo>
                    <a:pt x="17518" y="89798"/>
                  </a:lnTo>
                  <a:close/>
                </a:path>
              </a:pathLst>
            </a:custGeom>
            <a:solidFill>
              <a:srgbClr val="F8F7E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" name="任意形状 230"/>
            <p:cNvSpPr/>
            <p:nvPr/>
          </p:nvSpPr>
          <p:spPr>
            <a:xfrm rot="20931001">
              <a:off x="10120672" y="4089099"/>
              <a:ext cx="44970" cy="16352"/>
            </a:xfrm>
            <a:custGeom>
              <a:avLst/>
              <a:gdLst>
                <a:gd name="connsiteX0" fmla="*/ 0 w 44970"/>
                <a:gd name="connsiteY0" fmla="*/ 0 h 16352"/>
                <a:gd name="connsiteX1" fmla="*/ 44971 w 44970"/>
                <a:gd name="connsiteY1" fmla="*/ 0 h 16352"/>
                <a:gd name="connsiteX2" fmla="*/ 44971 w 44970"/>
                <a:gd name="connsiteY2" fmla="*/ 16353 h 16352"/>
                <a:gd name="connsiteX3" fmla="*/ 0 w 44970"/>
                <a:gd name="connsiteY3" fmla="*/ 16353 h 16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970" h="16352">
                  <a:moveTo>
                    <a:pt x="0" y="0"/>
                  </a:moveTo>
                  <a:lnTo>
                    <a:pt x="44971" y="0"/>
                  </a:lnTo>
                  <a:lnTo>
                    <a:pt x="44971" y="16353"/>
                  </a:lnTo>
                  <a:lnTo>
                    <a:pt x="0" y="16353"/>
                  </a:lnTo>
                  <a:close/>
                </a:path>
              </a:pathLst>
            </a:custGeom>
            <a:solidFill>
              <a:srgbClr val="F8F7E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" name="任意形状 231"/>
            <p:cNvSpPr/>
            <p:nvPr/>
          </p:nvSpPr>
          <p:spPr>
            <a:xfrm rot="19616999">
              <a:off x="10284239" y="3998672"/>
              <a:ext cx="181518" cy="16352"/>
            </a:xfrm>
            <a:custGeom>
              <a:avLst/>
              <a:gdLst>
                <a:gd name="connsiteX0" fmla="*/ 0 w 181518"/>
                <a:gd name="connsiteY0" fmla="*/ 0 h 16352"/>
                <a:gd name="connsiteX1" fmla="*/ 181518 w 181518"/>
                <a:gd name="connsiteY1" fmla="*/ 0 h 16352"/>
                <a:gd name="connsiteX2" fmla="*/ 181518 w 181518"/>
                <a:gd name="connsiteY2" fmla="*/ 16353 h 16352"/>
                <a:gd name="connsiteX3" fmla="*/ 0 w 181518"/>
                <a:gd name="connsiteY3" fmla="*/ 16353 h 16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518" h="16352">
                  <a:moveTo>
                    <a:pt x="0" y="0"/>
                  </a:moveTo>
                  <a:lnTo>
                    <a:pt x="181518" y="0"/>
                  </a:lnTo>
                  <a:lnTo>
                    <a:pt x="181518" y="16353"/>
                  </a:lnTo>
                  <a:lnTo>
                    <a:pt x="0" y="16353"/>
                  </a:lnTo>
                  <a:close/>
                </a:path>
              </a:pathLst>
            </a:custGeom>
            <a:solidFill>
              <a:srgbClr val="F8F7E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" name="任意形状 232"/>
            <p:cNvSpPr/>
            <p:nvPr/>
          </p:nvSpPr>
          <p:spPr>
            <a:xfrm>
              <a:off x="10401514" y="3944466"/>
              <a:ext cx="136777" cy="189339"/>
            </a:xfrm>
            <a:custGeom>
              <a:avLst/>
              <a:gdLst>
                <a:gd name="connsiteX0" fmla="*/ 0 w 136777"/>
                <a:gd name="connsiteY0" fmla="*/ 33781 h 189339"/>
                <a:gd name="connsiteX1" fmla="*/ 43499 w 136777"/>
                <a:gd name="connsiteY1" fmla="*/ 584 h 189339"/>
                <a:gd name="connsiteX2" fmla="*/ 97464 w 136777"/>
                <a:gd name="connsiteY2" fmla="*/ 15629 h 189339"/>
                <a:gd name="connsiteX3" fmla="*/ 129025 w 136777"/>
                <a:gd name="connsiteY3" fmla="*/ 132716 h 189339"/>
                <a:gd name="connsiteX4" fmla="*/ 20768 w 136777"/>
                <a:gd name="connsiteY4" fmla="*/ 187335 h 18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777" h="189339">
                  <a:moveTo>
                    <a:pt x="0" y="33781"/>
                  </a:moveTo>
                  <a:cubicBezTo>
                    <a:pt x="6541" y="15792"/>
                    <a:pt x="24529" y="3201"/>
                    <a:pt x="43499" y="584"/>
                  </a:cubicBezTo>
                  <a:cubicBezTo>
                    <a:pt x="62468" y="-2032"/>
                    <a:pt x="81929" y="4345"/>
                    <a:pt x="97464" y="15629"/>
                  </a:cubicBezTo>
                  <a:cubicBezTo>
                    <a:pt x="132950" y="41140"/>
                    <a:pt x="146850" y="92651"/>
                    <a:pt x="129025" y="132716"/>
                  </a:cubicBezTo>
                  <a:cubicBezTo>
                    <a:pt x="111200" y="172618"/>
                    <a:pt x="63613" y="196656"/>
                    <a:pt x="20768" y="187335"/>
                  </a:cubicBezTo>
                </a:path>
              </a:pathLst>
            </a:custGeom>
            <a:solidFill>
              <a:srgbClr val="FFB78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" name="任意形状 233"/>
            <p:cNvSpPr/>
            <p:nvPr/>
          </p:nvSpPr>
          <p:spPr>
            <a:xfrm>
              <a:off x="10447957" y="3988386"/>
              <a:ext cx="49876" cy="80947"/>
            </a:xfrm>
            <a:custGeom>
              <a:avLst/>
              <a:gdLst>
                <a:gd name="connsiteX0" fmla="*/ 31071 w 49876"/>
                <a:gd name="connsiteY0" fmla="*/ 80784 h 80947"/>
                <a:gd name="connsiteX1" fmla="*/ 15045 w 49876"/>
                <a:gd name="connsiteY1" fmla="*/ 77677 h 80947"/>
                <a:gd name="connsiteX2" fmla="*/ 0 w 49876"/>
                <a:gd name="connsiteY2" fmla="*/ 13082 h 80947"/>
                <a:gd name="connsiteX3" fmla="*/ 7686 w 49876"/>
                <a:gd name="connsiteY3" fmla="*/ 0 h 80947"/>
                <a:gd name="connsiteX4" fmla="*/ 49877 w 49876"/>
                <a:gd name="connsiteY4" fmla="*/ 6214 h 80947"/>
                <a:gd name="connsiteX5" fmla="*/ 47587 w 49876"/>
                <a:gd name="connsiteY5" fmla="*/ 22404 h 80947"/>
                <a:gd name="connsiteX6" fmla="*/ 22567 w 49876"/>
                <a:gd name="connsiteY6" fmla="*/ 18806 h 80947"/>
                <a:gd name="connsiteX7" fmla="*/ 31071 w 49876"/>
                <a:gd name="connsiteY7" fmla="*/ 80947 h 80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876" h="80947">
                  <a:moveTo>
                    <a:pt x="31071" y="80784"/>
                  </a:moveTo>
                  <a:lnTo>
                    <a:pt x="15045" y="77677"/>
                  </a:lnTo>
                  <a:cubicBezTo>
                    <a:pt x="19297" y="55273"/>
                    <a:pt x="13737" y="31234"/>
                    <a:pt x="0" y="13082"/>
                  </a:cubicBezTo>
                  <a:lnTo>
                    <a:pt x="7686" y="0"/>
                  </a:lnTo>
                  <a:lnTo>
                    <a:pt x="49877" y="6214"/>
                  </a:lnTo>
                  <a:lnTo>
                    <a:pt x="47587" y="22404"/>
                  </a:lnTo>
                  <a:lnTo>
                    <a:pt x="22567" y="18806"/>
                  </a:lnTo>
                  <a:cubicBezTo>
                    <a:pt x="31888" y="37939"/>
                    <a:pt x="34995" y="60015"/>
                    <a:pt x="31071" y="80947"/>
                  </a:cubicBez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" name="任意形状 234"/>
            <p:cNvSpPr/>
            <p:nvPr/>
          </p:nvSpPr>
          <p:spPr>
            <a:xfrm rot="18171599">
              <a:off x="10239700" y="6157341"/>
              <a:ext cx="681592" cy="16352"/>
            </a:xfrm>
            <a:custGeom>
              <a:avLst/>
              <a:gdLst>
                <a:gd name="connsiteX0" fmla="*/ 0 w 681592"/>
                <a:gd name="connsiteY0" fmla="*/ 0 h 16352"/>
                <a:gd name="connsiteX1" fmla="*/ 681593 w 681592"/>
                <a:gd name="connsiteY1" fmla="*/ 0 h 16352"/>
                <a:gd name="connsiteX2" fmla="*/ 681593 w 681592"/>
                <a:gd name="connsiteY2" fmla="*/ 16353 h 16352"/>
                <a:gd name="connsiteX3" fmla="*/ 0 w 681592"/>
                <a:gd name="connsiteY3" fmla="*/ 16353 h 16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1592" h="16352">
                  <a:moveTo>
                    <a:pt x="0" y="0"/>
                  </a:moveTo>
                  <a:lnTo>
                    <a:pt x="681593" y="0"/>
                  </a:lnTo>
                  <a:lnTo>
                    <a:pt x="681593" y="16353"/>
                  </a:lnTo>
                  <a:lnTo>
                    <a:pt x="0" y="16353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" name="任意形状 235"/>
            <p:cNvSpPr/>
            <p:nvPr/>
          </p:nvSpPr>
          <p:spPr>
            <a:xfrm>
              <a:off x="9148712" y="6253111"/>
              <a:ext cx="750929" cy="16352"/>
            </a:xfrm>
            <a:custGeom>
              <a:avLst/>
              <a:gdLst>
                <a:gd name="connsiteX0" fmla="*/ 0 w 750929"/>
                <a:gd name="connsiteY0" fmla="*/ 0 h 16352"/>
                <a:gd name="connsiteX1" fmla="*/ 750929 w 750929"/>
                <a:gd name="connsiteY1" fmla="*/ 0 h 16352"/>
                <a:gd name="connsiteX2" fmla="*/ 750929 w 750929"/>
                <a:gd name="connsiteY2" fmla="*/ 16353 h 16352"/>
                <a:gd name="connsiteX3" fmla="*/ 0 w 750929"/>
                <a:gd name="connsiteY3" fmla="*/ 16353 h 16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0929" h="16352">
                  <a:moveTo>
                    <a:pt x="0" y="0"/>
                  </a:moveTo>
                  <a:lnTo>
                    <a:pt x="750929" y="0"/>
                  </a:lnTo>
                  <a:lnTo>
                    <a:pt x="750929" y="16353"/>
                  </a:lnTo>
                  <a:lnTo>
                    <a:pt x="0" y="16353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" name="任意形状 236"/>
            <p:cNvSpPr/>
            <p:nvPr/>
          </p:nvSpPr>
          <p:spPr>
            <a:xfrm>
              <a:off x="11044351" y="5471275"/>
              <a:ext cx="328531" cy="393452"/>
            </a:xfrm>
            <a:custGeom>
              <a:avLst/>
              <a:gdLst>
                <a:gd name="connsiteX0" fmla="*/ 16353 w 328531"/>
                <a:gd name="connsiteY0" fmla="*/ 393453 h 393452"/>
                <a:gd name="connsiteX1" fmla="*/ 0 w 328531"/>
                <a:gd name="connsiteY1" fmla="*/ 393453 h 393452"/>
                <a:gd name="connsiteX2" fmla="*/ 0 w 328531"/>
                <a:gd name="connsiteY2" fmla="*/ 290102 h 393452"/>
                <a:gd name="connsiteX3" fmla="*/ 818 w 328531"/>
                <a:gd name="connsiteY3" fmla="*/ 286504 h 393452"/>
                <a:gd name="connsiteX4" fmla="*/ 143906 w 328531"/>
                <a:gd name="connsiteY4" fmla="*/ 4415 h 393452"/>
                <a:gd name="connsiteX5" fmla="*/ 151919 w 328531"/>
                <a:gd name="connsiteY5" fmla="*/ 0 h 393452"/>
                <a:gd name="connsiteX6" fmla="*/ 328532 w 328531"/>
                <a:gd name="connsiteY6" fmla="*/ 15862 h 393452"/>
                <a:gd name="connsiteX7" fmla="*/ 327060 w 328531"/>
                <a:gd name="connsiteY7" fmla="*/ 32052 h 393452"/>
                <a:gd name="connsiteX8" fmla="*/ 156008 w 328531"/>
                <a:gd name="connsiteY8" fmla="*/ 16680 h 393452"/>
                <a:gd name="connsiteX9" fmla="*/ 16353 w 328531"/>
                <a:gd name="connsiteY9" fmla="*/ 292064 h 393452"/>
                <a:gd name="connsiteX10" fmla="*/ 16353 w 328531"/>
                <a:gd name="connsiteY10" fmla="*/ 393453 h 3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8531" h="393452">
                  <a:moveTo>
                    <a:pt x="16353" y="393453"/>
                  </a:moveTo>
                  <a:lnTo>
                    <a:pt x="0" y="393453"/>
                  </a:lnTo>
                  <a:lnTo>
                    <a:pt x="0" y="290102"/>
                  </a:lnTo>
                  <a:lnTo>
                    <a:pt x="818" y="286504"/>
                  </a:lnTo>
                  <a:lnTo>
                    <a:pt x="143906" y="4415"/>
                  </a:lnTo>
                  <a:lnTo>
                    <a:pt x="151919" y="0"/>
                  </a:lnTo>
                  <a:lnTo>
                    <a:pt x="328532" y="15862"/>
                  </a:lnTo>
                  <a:lnTo>
                    <a:pt x="327060" y="32052"/>
                  </a:lnTo>
                  <a:lnTo>
                    <a:pt x="156008" y="16680"/>
                  </a:lnTo>
                  <a:lnTo>
                    <a:pt x="16353" y="292064"/>
                  </a:lnTo>
                  <a:lnTo>
                    <a:pt x="16353" y="393453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52" name="组合 63"/>
            <p:cNvGrpSpPr/>
            <p:nvPr/>
          </p:nvGrpSpPr>
          <p:grpSpPr>
            <a:xfrm>
              <a:off x="9940264" y="538372"/>
              <a:ext cx="873725" cy="1433207"/>
              <a:chOff x="10122871" y="290971"/>
              <a:chExt cx="592822" cy="972431"/>
            </a:xfrm>
          </p:grpSpPr>
          <p:grpSp>
            <p:nvGrpSpPr>
              <p:cNvPr id="153" name="组合 64"/>
              <p:cNvGrpSpPr/>
              <p:nvPr/>
            </p:nvGrpSpPr>
            <p:grpSpPr>
              <a:xfrm>
                <a:off x="10122871" y="1072687"/>
                <a:ext cx="213469" cy="190715"/>
                <a:chOff x="10122871" y="1072687"/>
                <a:chExt cx="213469" cy="190715"/>
              </a:xfrm>
            </p:grpSpPr>
            <p:sp>
              <p:nvSpPr>
                <p:cNvPr id="154" name="任意形状 65"/>
                <p:cNvSpPr/>
                <p:nvPr/>
              </p:nvSpPr>
              <p:spPr>
                <a:xfrm>
                  <a:off x="10122871" y="1072687"/>
                  <a:ext cx="213469" cy="190715"/>
                </a:xfrm>
                <a:custGeom>
                  <a:avLst/>
                  <a:gdLst>
                    <a:gd name="connsiteX0" fmla="*/ 52497 w 213469"/>
                    <a:gd name="connsiteY0" fmla="*/ 73628 h 190715"/>
                    <a:gd name="connsiteX1" fmla="*/ 1728 w 213469"/>
                    <a:gd name="connsiteY1" fmla="*/ 77629 h 190715"/>
                    <a:gd name="connsiteX2" fmla="*/ 68880 w 213469"/>
                    <a:gd name="connsiteY2" fmla="*/ 26384 h 190715"/>
                    <a:gd name="connsiteX3" fmla="*/ 117743 w 213469"/>
                    <a:gd name="connsiteY3" fmla="*/ 0 h 190715"/>
                    <a:gd name="connsiteX4" fmla="*/ 213469 w 213469"/>
                    <a:gd name="connsiteY4" fmla="*/ 114586 h 190715"/>
                    <a:gd name="connsiteX5" fmla="*/ 55164 w 213469"/>
                    <a:gd name="connsiteY5" fmla="*/ 190024 h 190715"/>
                    <a:gd name="connsiteX6" fmla="*/ 48210 w 213469"/>
                    <a:gd name="connsiteY6" fmla="*/ 175736 h 190715"/>
                    <a:gd name="connsiteX7" fmla="*/ 26112 w 213469"/>
                    <a:gd name="connsiteY7" fmla="*/ 181737 h 190715"/>
                    <a:gd name="connsiteX8" fmla="*/ 19159 w 213469"/>
                    <a:gd name="connsiteY8" fmla="*/ 167449 h 190715"/>
                    <a:gd name="connsiteX9" fmla="*/ 871 w 213469"/>
                    <a:gd name="connsiteY9" fmla="*/ 162497 h 190715"/>
                    <a:gd name="connsiteX10" fmla="*/ 52497 w 213469"/>
                    <a:gd name="connsiteY10" fmla="*/ 73533 h 1907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13469" h="190715">
                      <a:moveTo>
                        <a:pt x="52497" y="73628"/>
                      </a:moveTo>
                      <a:cubicBezTo>
                        <a:pt x="28494" y="90964"/>
                        <a:pt x="8872" y="91249"/>
                        <a:pt x="1728" y="77629"/>
                      </a:cubicBezTo>
                      <a:cubicBezTo>
                        <a:pt x="-4177" y="66389"/>
                        <a:pt x="33637" y="42100"/>
                        <a:pt x="68880" y="26384"/>
                      </a:cubicBezTo>
                      <a:cubicBezTo>
                        <a:pt x="92502" y="15811"/>
                        <a:pt x="117743" y="0"/>
                        <a:pt x="117743" y="0"/>
                      </a:cubicBezTo>
                      <a:lnTo>
                        <a:pt x="213469" y="114586"/>
                      </a:lnTo>
                      <a:cubicBezTo>
                        <a:pt x="213469" y="114586"/>
                        <a:pt x="73833" y="199168"/>
                        <a:pt x="55164" y="190024"/>
                      </a:cubicBezTo>
                      <a:cubicBezTo>
                        <a:pt x="44019" y="184594"/>
                        <a:pt x="48210" y="175736"/>
                        <a:pt x="48210" y="175736"/>
                      </a:cubicBezTo>
                      <a:cubicBezTo>
                        <a:pt x="48210" y="175736"/>
                        <a:pt x="35066" y="186023"/>
                        <a:pt x="26112" y="181737"/>
                      </a:cubicBezTo>
                      <a:cubicBezTo>
                        <a:pt x="17159" y="177451"/>
                        <a:pt x="19159" y="167449"/>
                        <a:pt x="19159" y="167449"/>
                      </a:cubicBezTo>
                      <a:cubicBezTo>
                        <a:pt x="19159" y="167449"/>
                        <a:pt x="6586" y="174689"/>
                        <a:pt x="871" y="162497"/>
                      </a:cubicBezTo>
                      <a:cubicBezTo>
                        <a:pt x="-5320" y="149257"/>
                        <a:pt x="22493" y="110109"/>
                        <a:pt x="52497" y="73533"/>
                      </a:cubicBezTo>
                      <a:close/>
                    </a:path>
                  </a:pathLst>
                </a:custGeom>
                <a:solidFill>
                  <a:srgbClr val="FFB78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5" name="任意形状 66"/>
                <p:cNvSpPr/>
                <p:nvPr/>
              </p:nvSpPr>
              <p:spPr>
                <a:xfrm>
                  <a:off x="10137648" y="1182606"/>
                  <a:ext cx="49625" cy="59816"/>
                </a:xfrm>
                <a:custGeom>
                  <a:avLst/>
                  <a:gdLst>
                    <a:gd name="connsiteX0" fmla="*/ 8477 w 49625"/>
                    <a:gd name="connsiteY0" fmla="*/ 59817 h 59816"/>
                    <a:gd name="connsiteX1" fmla="*/ 0 w 49625"/>
                    <a:gd name="connsiteY1" fmla="*/ 55435 h 59816"/>
                    <a:gd name="connsiteX2" fmla="*/ 43053 w 49625"/>
                    <a:gd name="connsiteY2" fmla="*/ 0 h 59816"/>
                    <a:gd name="connsiteX3" fmla="*/ 49625 w 49625"/>
                    <a:gd name="connsiteY3" fmla="*/ 6858 h 59816"/>
                    <a:gd name="connsiteX4" fmla="*/ 8382 w 49625"/>
                    <a:gd name="connsiteY4" fmla="*/ 59817 h 598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9625" h="59816">
                      <a:moveTo>
                        <a:pt x="8477" y="59817"/>
                      </a:moveTo>
                      <a:lnTo>
                        <a:pt x="0" y="55435"/>
                      </a:lnTo>
                      <a:cubicBezTo>
                        <a:pt x="571" y="54292"/>
                        <a:pt x="15050" y="26956"/>
                        <a:pt x="43053" y="0"/>
                      </a:cubicBezTo>
                      <a:lnTo>
                        <a:pt x="49625" y="6858"/>
                      </a:lnTo>
                      <a:cubicBezTo>
                        <a:pt x="22860" y="32671"/>
                        <a:pt x="8477" y="59531"/>
                        <a:pt x="8382" y="5981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56" name="任意形状 67"/>
                <p:cNvSpPr/>
                <p:nvPr/>
              </p:nvSpPr>
              <p:spPr>
                <a:xfrm>
                  <a:off x="10167271" y="1203656"/>
                  <a:ext cx="44481" cy="47720"/>
                </a:xfrm>
                <a:custGeom>
                  <a:avLst/>
                  <a:gdLst>
                    <a:gd name="connsiteX0" fmla="*/ 7525 w 44481"/>
                    <a:gd name="connsiteY0" fmla="*/ 47720 h 47720"/>
                    <a:gd name="connsiteX1" fmla="*/ 0 w 44481"/>
                    <a:gd name="connsiteY1" fmla="*/ 41910 h 47720"/>
                    <a:gd name="connsiteX2" fmla="*/ 38005 w 44481"/>
                    <a:gd name="connsiteY2" fmla="*/ 0 h 47720"/>
                    <a:gd name="connsiteX3" fmla="*/ 44482 w 44481"/>
                    <a:gd name="connsiteY3" fmla="*/ 6953 h 47720"/>
                    <a:gd name="connsiteX4" fmla="*/ 7620 w 44481"/>
                    <a:gd name="connsiteY4" fmla="*/ 47720 h 47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4481" h="47720">
                      <a:moveTo>
                        <a:pt x="7525" y="47720"/>
                      </a:moveTo>
                      <a:lnTo>
                        <a:pt x="0" y="41910"/>
                      </a:lnTo>
                      <a:cubicBezTo>
                        <a:pt x="762" y="40958"/>
                        <a:pt x="18288" y="18288"/>
                        <a:pt x="38005" y="0"/>
                      </a:cubicBezTo>
                      <a:lnTo>
                        <a:pt x="44482" y="6953"/>
                      </a:lnTo>
                      <a:cubicBezTo>
                        <a:pt x="25432" y="24670"/>
                        <a:pt x="7715" y="47435"/>
                        <a:pt x="7620" y="4772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57" name="任意形状 68"/>
              <p:cNvSpPr/>
              <p:nvPr/>
            </p:nvSpPr>
            <p:spPr>
              <a:xfrm>
                <a:off x="10157936" y="290971"/>
                <a:ext cx="557756" cy="938498"/>
              </a:xfrm>
              <a:custGeom>
                <a:avLst/>
                <a:gdLst>
                  <a:gd name="connsiteX0" fmla="*/ 155734 w 557756"/>
                  <a:gd name="connsiteY0" fmla="*/ 357092 h 938498"/>
                  <a:gd name="connsiteX1" fmla="*/ 193929 w 557756"/>
                  <a:gd name="connsiteY1" fmla="*/ 477869 h 938498"/>
                  <a:gd name="connsiteX2" fmla="*/ 0 w 557756"/>
                  <a:gd name="connsiteY2" fmla="*/ 762667 h 938498"/>
                  <a:gd name="connsiteX3" fmla="*/ 211455 w 557756"/>
                  <a:gd name="connsiteY3" fmla="*/ 938498 h 938498"/>
                  <a:gd name="connsiteX4" fmla="*/ 553403 w 557756"/>
                  <a:gd name="connsiteY4" fmla="*/ 492823 h 938498"/>
                  <a:gd name="connsiteX5" fmla="*/ 221361 w 557756"/>
                  <a:gd name="connsiteY5" fmla="*/ 0 h 938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7756" h="938498">
                    <a:moveTo>
                      <a:pt x="155734" y="357092"/>
                    </a:moveTo>
                    <a:lnTo>
                      <a:pt x="193929" y="477869"/>
                    </a:lnTo>
                    <a:lnTo>
                      <a:pt x="0" y="762667"/>
                    </a:lnTo>
                    <a:lnTo>
                      <a:pt x="211455" y="938498"/>
                    </a:lnTo>
                    <a:cubicBezTo>
                      <a:pt x="211455" y="938498"/>
                      <a:pt x="500920" y="715423"/>
                      <a:pt x="553403" y="492823"/>
                    </a:cubicBezTo>
                    <a:cubicBezTo>
                      <a:pt x="598075" y="303276"/>
                      <a:pt x="285750" y="20669"/>
                      <a:pt x="221361" y="0"/>
                    </a:cubicBezTo>
                  </a:path>
                </a:pathLst>
              </a:custGeom>
              <a:solidFill>
                <a:schemeClr val="accent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8" name="任意形状 69"/>
              <p:cNvSpPr/>
              <p:nvPr/>
            </p:nvSpPr>
            <p:spPr>
              <a:xfrm>
                <a:off x="10615274" y="600723"/>
                <a:ext cx="63203" cy="291845"/>
              </a:xfrm>
              <a:custGeom>
                <a:avLst/>
                <a:gdLst>
                  <a:gd name="connsiteX0" fmla="*/ 56155 w 63203"/>
                  <a:gd name="connsiteY0" fmla="*/ 291846 h 291845"/>
                  <a:gd name="connsiteX1" fmla="*/ 8625 w 63203"/>
                  <a:gd name="connsiteY1" fmla="*/ 101822 h 291845"/>
                  <a:gd name="connsiteX2" fmla="*/ 55488 w 63203"/>
                  <a:gd name="connsiteY2" fmla="*/ 0 h 291845"/>
                  <a:gd name="connsiteX3" fmla="*/ 63204 w 63203"/>
                  <a:gd name="connsiteY3" fmla="*/ 5525 h 291845"/>
                  <a:gd name="connsiteX4" fmla="*/ 17674 w 63203"/>
                  <a:gd name="connsiteY4" fmla="*/ 104489 h 291845"/>
                  <a:gd name="connsiteX5" fmla="*/ 62537 w 63203"/>
                  <a:gd name="connsiteY5" fmla="*/ 284702 h 291845"/>
                  <a:gd name="connsiteX6" fmla="*/ 56060 w 63203"/>
                  <a:gd name="connsiteY6" fmla="*/ 291751 h 291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203" h="291845">
                    <a:moveTo>
                      <a:pt x="56155" y="291846"/>
                    </a:moveTo>
                    <a:cubicBezTo>
                      <a:pt x="4434" y="244221"/>
                      <a:pt x="-11949" y="178594"/>
                      <a:pt x="8625" y="101822"/>
                    </a:cubicBezTo>
                    <a:cubicBezTo>
                      <a:pt x="24056" y="44387"/>
                      <a:pt x="54250" y="1810"/>
                      <a:pt x="55488" y="0"/>
                    </a:cubicBezTo>
                    <a:lnTo>
                      <a:pt x="63204" y="5525"/>
                    </a:lnTo>
                    <a:cubicBezTo>
                      <a:pt x="63204" y="5525"/>
                      <a:pt x="32628" y="48768"/>
                      <a:pt x="17674" y="104489"/>
                    </a:cubicBezTo>
                    <a:cubicBezTo>
                      <a:pt x="-2138" y="178498"/>
                      <a:pt x="12912" y="239077"/>
                      <a:pt x="62537" y="284702"/>
                    </a:cubicBezTo>
                    <a:lnTo>
                      <a:pt x="56060" y="291751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pic>
          <p:nvPicPr>
            <p:cNvPr id="159" name="图形 73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868566">
              <a:off x="11304143" y="2230476"/>
              <a:ext cx="690179" cy="2015323"/>
            </a:xfrm>
            <a:prstGeom prst="rect">
              <a:avLst/>
            </a:prstGeom>
          </p:spPr>
        </p:pic>
        <p:sp>
          <p:nvSpPr>
            <p:cNvPr id="160" name="任意形状 78"/>
            <p:cNvSpPr/>
            <p:nvPr/>
          </p:nvSpPr>
          <p:spPr>
            <a:xfrm>
              <a:off x="500314" y="555329"/>
              <a:ext cx="463643" cy="483505"/>
            </a:xfrm>
            <a:custGeom>
              <a:avLst/>
              <a:gdLst>
                <a:gd name="connsiteX0" fmla="*/ 39600 w 180624"/>
                <a:gd name="connsiteY0" fmla="*/ 166985 h 181502"/>
                <a:gd name="connsiteX1" fmla="*/ 146661 w 180624"/>
                <a:gd name="connsiteY1" fmla="*/ 161365 h 181502"/>
                <a:gd name="connsiteX2" fmla="*/ 180094 w 180624"/>
                <a:gd name="connsiteY2" fmla="*/ 100024 h 181502"/>
                <a:gd name="connsiteX3" fmla="*/ 116753 w 180624"/>
                <a:gd name="connsiteY3" fmla="*/ 2965 h 181502"/>
                <a:gd name="connsiteX4" fmla="*/ 6644 w 180624"/>
                <a:gd name="connsiteY4" fmla="*/ 53257 h 181502"/>
                <a:gd name="connsiteX5" fmla="*/ 39600 w 180624"/>
                <a:gd name="connsiteY5" fmla="*/ 166985 h 181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624" h="181502">
                  <a:moveTo>
                    <a:pt x="39600" y="166985"/>
                  </a:moveTo>
                  <a:cubicBezTo>
                    <a:pt x="71318" y="188512"/>
                    <a:pt x="117038" y="185654"/>
                    <a:pt x="146661" y="161365"/>
                  </a:cubicBezTo>
                  <a:cubicBezTo>
                    <a:pt x="165140" y="146221"/>
                    <a:pt x="177427" y="123742"/>
                    <a:pt x="180094" y="100024"/>
                  </a:cubicBezTo>
                  <a:cubicBezTo>
                    <a:pt x="184856" y="58305"/>
                    <a:pt x="157043" y="14871"/>
                    <a:pt x="116753" y="2965"/>
                  </a:cubicBezTo>
                  <a:cubicBezTo>
                    <a:pt x="77129" y="-8751"/>
                    <a:pt x="24551" y="15538"/>
                    <a:pt x="6644" y="53257"/>
                  </a:cubicBezTo>
                  <a:cubicBezTo>
                    <a:pt x="-10597" y="89452"/>
                    <a:pt x="7596" y="145268"/>
                    <a:pt x="39600" y="166985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61" name="任意形状 79"/>
            <p:cNvSpPr/>
            <p:nvPr/>
          </p:nvSpPr>
          <p:spPr>
            <a:xfrm>
              <a:off x="336248" y="835955"/>
              <a:ext cx="538122" cy="538122"/>
            </a:xfrm>
            <a:custGeom>
              <a:avLst/>
              <a:gdLst>
                <a:gd name="connsiteX0" fmla="*/ 50768 w 276701"/>
                <a:gd name="connsiteY0" fmla="*/ 276701 h 276701"/>
                <a:gd name="connsiteX1" fmla="*/ 44006 w 276701"/>
                <a:gd name="connsiteY1" fmla="*/ 276701 h 276701"/>
                <a:gd name="connsiteX2" fmla="*/ 0 w 276701"/>
                <a:gd name="connsiteY2" fmla="*/ 232696 h 276701"/>
                <a:gd name="connsiteX3" fmla="*/ 0 w 276701"/>
                <a:gd name="connsiteY3" fmla="*/ 225933 h 276701"/>
                <a:gd name="connsiteX4" fmla="*/ 78010 w 276701"/>
                <a:gd name="connsiteY4" fmla="*/ 147923 h 276701"/>
                <a:gd name="connsiteX5" fmla="*/ 26003 w 276701"/>
                <a:gd name="connsiteY5" fmla="*/ 95917 h 276701"/>
                <a:gd name="connsiteX6" fmla="*/ 27718 w 276701"/>
                <a:gd name="connsiteY6" fmla="*/ 88106 h 276701"/>
                <a:gd name="connsiteX7" fmla="*/ 270605 w 276701"/>
                <a:gd name="connsiteY7" fmla="*/ 0 h 276701"/>
                <a:gd name="connsiteX8" fmla="*/ 276701 w 276701"/>
                <a:gd name="connsiteY8" fmla="*/ 6096 h 276701"/>
                <a:gd name="connsiteX9" fmla="*/ 188595 w 276701"/>
                <a:gd name="connsiteY9" fmla="*/ 248984 h 276701"/>
                <a:gd name="connsiteX10" fmla="*/ 180785 w 276701"/>
                <a:gd name="connsiteY10" fmla="*/ 250698 h 276701"/>
                <a:gd name="connsiteX11" fmla="*/ 128778 w 276701"/>
                <a:gd name="connsiteY11" fmla="*/ 198692 h 276701"/>
                <a:gd name="connsiteX12" fmla="*/ 50768 w 276701"/>
                <a:gd name="connsiteY12" fmla="*/ 276701 h 276701"/>
                <a:gd name="connsiteX13" fmla="*/ 10096 w 276701"/>
                <a:gd name="connsiteY13" fmla="*/ 229267 h 276701"/>
                <a:gd name="connsiteX14" fmla="*/ 47435 w 276701"/>
                <a:gd name="connsiteY14" fmla="*/ 266605 h 276701"/>
                <a:gd name="connsiteX15" fmla="*/ 125444 w 276701"/>
                <a:gd name="connsiteY15" fmla="*/ 188595 h 276701"/>
                <a:gd name="connsiteX16" fmla="*/ 132207 w 276701"/>
                <a:gd name="connsiteY16" fmla="*/ 188595 h 276701"/>
                <a:gd name="connsiteX17" fmla="*/ 182309 w 276701"/>
                <a:gd name="connsiteY17" fmla="*/ 238697 h 276701"/>
                <a:gd name="connsiteX18" fmla="*/ 264319 w 276701"/>
                <a:gd name="connsiteY18" fmla="*/ 12478 h 276701"/>
                <a:gd name="connsiteX19" fmla="*/ 38100 w 276701"/>
                <a:gd name="connsiteY19" fmla="*/ 94488 h 276701"/>
                <a:gd name="connsiteX20" fmla="*/ 88202 w 276701"/>
                <a:gd name="connsiteY20" fmla="*/ 144590 h 276701"/>
                <a:gd name="connsiteX21" fmla="*/ 88202 w 276701"/>
                <a:gd name="connsiteY21" fmla="*/ 151352 h 276701"/>
                <a:gd name="connsiteX22" fmla="*/ 10192 w 276701"/>
                <a:gd name="connsiteY22" fmla="*/ 229362 h 27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6701" h="276701">
                  <a:moveTo>
                    <a:pt x="50768" y="276701"/>
                  </a:moveTo>
                  <a:lnTo>
                    <a:pt x="44006" y="276701"/>
                  </a:lnTo>
                  <a:lnTo>
                    <a:pt x="0" y="232696"/>
                  </a:lnTo>
                  <a:lnTo>
                    <a:pt x="0" y="225933"/>
                  </a:lnTo>
                  <a:lnTo>
                    <a:pt x="78010" y="147923"/>
                  </a:lnTo>
                  <a:lnTo>
                    <a:pt x="26003" y="95917"/>
                  </a:lnTo>
                  <a:lnTo>
                    <a:pt x="27718" y="88106"/>
                  </a:lnTo>
                  <a:lnTo>
                    <a:pt x="270605" y="0"/>
                  </a:lnTo>
                  <a:lnTo>
                    <a:pt x="276701" y="6096"/>
                  </a:lnTo>
                  <a:lnTo>
                    <a:pt x="188595" y="248984"/>
                  </a:lnTo>
                  <a:lnTo>
                    <a:pt x="180785" y="250698"/>
                  </a:lnTo>
                  <a:lnTo>
                    <a:pt x="128778" y="198692"/>
                  </a:lnTo>
                  <a:lnTo>
                    <a:pt x="50768" y="276701"/>
                  </a:lnTo>
                  <a:close/>
                  <a:moveTo>
                    <a:pt x="10096" y="229267"/>
                  </a:moveTo>
                  <a:lnTo>
                    <a:pt x="47435" y="266605"/>
                  </a:lnTo>
                  <a:lnTo>
                    <a:pt x="125444" y="188595"/>
                  </a:lnTo>
                  <a:lnTo>
                    <a:pt x="132207" y="188595"/>
                  </a:lnTo>
                  <a:lnTo>
                    <a:pt x="182309" y="238697"/>
                  </a:lnTo>
                  <a:lnTo>
                    <a:pt x="264319" y="12478"/>
                  </a:lnTo>
                  <a:lnTo>
                    <a:pt x="38100" y="94488"/>
                  </a:lnTo>
                  <a:lnTo>
                    <a:pt x="88202" y="144590"/>
                  </a:lnTo>
                  <a:lnTo>
                    <a:pt x="88202" y="151352"/>
                  </a:lnTo>
                  <a:lnTo>
                    <a:pt x="10192" y="22936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" name="任意形状 82"/>
            <p:cNvSpPr/>
            <p:nvPr/>
          </p:nvSpPr>
          <p:spPr>
            <a:xfrm>
              <a:off x="2859571" y="6286042"/>
              <a:ext cx="268993" cy="270388"/>
            </a:xfrm>
            <a:custGeom>
              <a:avLst/>
              <a:gdLst>
                <a:gd name="connsiteX0" fmla="*/ 58847 w 268993"/>
                <a:gd name="connsiteY0" fmla="*/ 248709 h 270388"/>
                <a:gd name="connsiteX1" fmla="*/ 218357 w 268993"/>
                <a:gd name="connsiteY1" fmla="*/ 240290 h 270388"/>
                <a:gd name="connsiteX2" fmla="*/ 268204 w 268993"/>
                <a:gd name="connsiteY2" fmla="*/ 148793 h 270388"/>
                <a:gd name="connsiteX3" fmla="*/ 173827 w 268993"/>
                <a:gd name="connsiteY3" fmla="*/ 4347 h 270388"/>
                <a:gd name="connsiteX4" fmla="*/ 9886 w 268993"/>
                <a:gd name="connsiteY4" fmla="*/ 79450 h 270388"/>
                <a:gd name="connsiteX5" fmla="*/ 58847 w 268993"/>
                <a:gd name="connsiteY5" fmla="*/ 248709 h 27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8993" h="270388">
                  <a:moveTo>
                    <a:pt x="58847" y="248709"/>
                  </a:moveTo>
                  <a:cubicBezTo>
                    <a:pt x="106035" y="280832"/>
                    <a:pt x="174049" y="276623"/>
                    <a:pt x="218357" y="240290"/>
                  </a:cubicBezTo>
                  <a:cubicBezTo>
                    <a:pt x="245829" y="217693"/>
                    <a:pt x="264217" y="184240"/>
                    <a:pt x="268204" y="148793"/>
                  </a:cubicBezTo>
                  <a:cubicBezTo>
                    <a:pt x="275294" y="86761"/>
                    <a:pt x="233865" y="21849"/>
                    <a:pt x="173827" y="4347"/>
                  </a:cubicBezTo>
                  <a:cubicBezTo>
                    <a:pt x="114676" y="-12933"/>
                    <a:pt x="36471" y="23178"/>
                    <a:pt x="9886" y="79450"/>
                  </a:cubicBezTo>
                  <a:cubicBezTo>
                    <a:pt x="-15813" y="133285"/>
                    <a:pt x="11437" y="216363"/>
                    <a:pt x="58847" y="248709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" name="椭圆 302"/>
            <p:cNvSpPr/>
            <p:nvPr/>
          </p:nvSpPr>
          <p:spPr>
            <a:xfrm>
              <a:off x="11055384" y="534205"/>
              <a:ext cx="324935" cy="32493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4" name="标题 4"/>
          <p:cNvSpPr>
            <a:spLocks noGrp="1"/>
          </p:cNvSpPr>
          <p:nvPr>
            <p:ph type="ctrTitle" hasCustomPrompt="1"/>
          </p:nvPr>
        </p:nvSpPr>
        <p:spPr>
          <a:xfrm>
            <a:off x="2641601" y="1640863"/>
            <a:ext cx="6896100" cy="2027739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165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2641601" y="3853457"/>
            <a:ext cx="6896100" cy="779663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20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16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356831" y="5242534"/>
            <a:ext cx="5465639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16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356831" y="5529832"/>
            <a:ext cx="5465639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170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17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标题 1"/>
          <p:cNvSpPr>
            <a:spLocks noGrp="1"/>
          </p:cNvSpPr>
          <p:nvPr>
            <p:ph type="title" hasCustomPrompt="1"/>
          </p:nvPr>
        </p:nvSpPr>
        <p:spPr>
          <a:xfrm>
            <a:off x="660398" y="1130300"/>
            <a:ext cx="10858491" cy="777873"/>
          </a:xfrm>
          <a:prstGeom prst="rect">
            <a:avLst/>
          </a:prstGeom>
          <a:noFill/>
        </p:spPr>
        <p:txBody>
          <a:bodyPr anchor="ctr" anchorCtr="0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176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660399" y="2016369"/>
            <a:ext cx="10858490" cy="4117731"/>
          </a:xfrm>
        </p:spPr>
        <p:txBody>
          <a:bodyPr numCol="2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17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0" name="直线连接符 6"/>
          <p:cNvCxnSpPr/>
          <p:nvPr/>
        </p:nvCxnSpPr>
        <p:spPr>
          <a:xfrm>
            <a:off x="5337278" y="2192215"/>
            <a:ext cx="0" cy="3840285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bg>
      <p:bgPr>
        <a:solidFill>
          <a:schemeClr val="accent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组合 1"/>
          <p:cNvGrpSpPr/>
          <p:nvPr/>
        </p:nvGrpSpPr>
        <p:grpSpPr>
          <a:xfrm>
            <a:off x="-52" y="534205"/>
            <a:ext cx="12197255" cy="6347150"/>
            <a:chOff x="-52" y="534205"/>
            <a:chExt cx="12197255" cy="6347150"/>
          </a:xfrm>
        </p:grpSpPr>
        <p:grpSp>
          <p:nvGrpSpPr>
            <p:cNvPr id="183" name="组合 19"/>
            <p:cNvGrpSpPr/>
            <p:nvPr/>
          </p:nvGrpSpPr>
          <p:grpSpPr>
            <a:xfrm>
              <a:off x="3000606" y="1511853"/>
              <a:ext cx="6178088" cy="3511367"/>
              <a:chOff x="1240543" y="301699"/>
              <a:chExt cx="9651042" cy="5485249"/>
            </a:xfrm>
          </p:grpSpPr>
          <p:sp>
            <p:nvSpPr>
              <p:cNvPr id="184" name="任意形状 156"/>
              <p:cNvSpPr/>
              <p:nvPr/>
            </p:nvSpPr>
            <p:spPr>
              <a:xfrm>
                <a:off x="1240543" y="745812"/>
                <a:ext cx="9651042" cy="5041136"/>
              </a:xfrm>
              <a:custGeom>
                <a:avLst/>
                <a:gdLst>
                  <a:gd name="connsiteX0" fmla="*/ 0 w 8825621"/>
                  <a:gd name="connsiteY0" fmla="*/ 0 h 5372986"/>
                  <a:gd name="connsiteX1" fmla="*/ 8825621 w 8825621"/>
                  <a:gd name="connsiteY1" fmla="*/ 0 h 5372986"/>
                  <a:gd name="connsiteX2" fmla="*/ 8825621 w 8825621"/>
                  <a:gd name="connsiteY2" fmla="*/ 5372986 h 5372986"/>
                  <a:gd name="connsiteX3" fmla="*/ 0 w 8825621"/>
                  <a:gd name="connsiteY3" fmla="*/ 5372986 h 5372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25621" h="5372986">
                    <a:moveTo>
                      <a:pt x="0" y="0"/>
                    </a:moveTo>
                    <a:lnTo>
                      <a:pt x="8825621" y="0"/>
                    </a:lnTo>
                    <a:lnTo>
                      <a:pt x="8825621" y="5372986"/>
                    </a:lnTo>
                    <a:lnTo>
                      <a:pt x="0" y="5372986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185" name="任意形状 157"/>
              <p:cNvSpPr/>
              <p:nvPr/>
            </p:nvSpPr>
            <p:spPr>
              <a:xfrm>
                <a:off x="1240543" y="301699"/>
                <a:ext cx="9651042" cy="457846"/>
              </a:xfrm>
              <a:custGeom>
                <a:avLst/>
                <a:gdLst>
                  <a:gd name="connsiteX0" fmla="*/ 0 w 8825621"/>
                  <a:gd name="connsiteY0" fmla="*/ 0 h 696498"/>
                  <a:gd name="connsiteX1" fmla="*/ 8825621 w 8825621"/>
                  <a:gd name="connsiteY1" fmla="*/ 0 h 696498"/>
                  <a:gd name="connsiteX2" fmla="*/ 8825621 w 8825621"/>
                  <a:gd name="connsiteY2" fmla="*/ 696498 h 696498"/>
                  <a:gd name="connsiteX3" fmla="*/ 0 w 8825621"/>
                  <a:gd name="connsiteY3" fmla="*/ 696498 h 696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25621" h="696498">
                    <a:moveTo>
                      <a:pt x="0" y="0"/>
                    </a:moveTo>
                    <a:lnTo>
                      <a:pt x="8825621" y="0"/>
                    </a:lnTo>
                    <a:lnTo>
                      <a:pt x="8825621" y="696498"/>
                    </a:lnTo>
                    <a:lnTo>
                      <a:pt x="0" y="696498"/>
                    </a:lnTo>
                    <a:close/>
                  </a:path>
                </a:pathLst>
              </a:custGeom>
              <a:solidFill>
                <a:schemeClr val="accent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" name="任意形状 158"/>
              <p:cNvSpPr/>
              <p:nvPr/>
            </p:nvSpPr>
            <p:spPr>
              <a:xfrm>
                <a:off x="6299162" y="2753694"/>
                <a:ext cx="1950193" cy="1950194"/>
              </a:xfrm>
              <a:custGeom>
                <a:avLst/>
                <a:gdLst>
                  <a:gd name="connsiteX0" fmla="*/ 1950194 w 1950193"/>
                  <a:gd name="connsiteY0" fmla="*/ 975097 h 1950194"/>
                  <a:gd name="connsiteX1" fmla="*/ 975097 w 1950193"/>
                  <a:gd name="connsiteY1" fmla="*/ 1950195 h 1950194"/>
                  <a:gd name="connsiteX2" fmla="*/ 0 w 1950193"/>
                  <a:gd name="connsiteY2" fmla="*/ 975097 h 1950194"/>
                  <a:gd name="connsiteX3" fmla="*/ 975097 w 1950193"/>
                  <a:gd name="connsiteY3" fmla="*/ 0 h 1950194"/>
                  <a:gd name="connsiteX4" fmla="*/ 1950194 w 1950193"/>
                  <a:gd name="connsiteY4" fmla="*/ 975097 h 1950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50193" h="1950194">
                    <a:moveTo>
                      <a:pt x="1950194" y="975097"/>
                    </a:moveTo>
                    <a:cubicBezTo>
                      <a:pt x="1950194" y="1513629"/>
                      <a:pt x="1513628" y="1950195"/>
                      <a:pt x="975097" y="1950195"/>
                    </a:cubicBezTo>
                    <a:cubicBezTo>
                      <a:pt x="436566" y="1950195"/>
                      <a:pt x="0" y="1513629"/>
                      <a:pt x="0" y="975097"/>
                    </a:cubicBezTo>
                    <a:cubicBezTo>
                      <a:pt x="0" y="436566"/>
                      <a:pt x="436566" y="0"/>
                      <a:pt x="975097" y="0"/>
                    </a:cubicBezTo>
                    <a:cubicBezTo>
                      <a:pt x="1513628" y="0"/>
                      <a:pt x="1950194" y="436566"/>
                      <a:pt x="1950194" y="975097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187" name="任意形状 159"/>
              <p:cNvSpPr/>
              <p:nvPr/>
            </p:nvSpPr>
            <p:spPr>
              <a:xfrm>
                <a:off x="1607520" y="415321"/>
                <a:ext cx="224359" cy="224359"/>
              </a:xfrm>
              <a:custGeom>
                <a:avLst/>
                <a:gdLst>
                  <a:gd name="connsiteX0" fmla="*/ 318399 w 318398"/>
                  <a:gd name="connsiteY0" fmla="*/ 159200 h 318399"/>
                  <a:gd name="connsiteX1" fmla="*/ 159199 w 318398"/>
                  <a:gd name="connsiteY1" fmla="*/ 318399 h 318399"/>
                  <a:gd name="connsiteX2" fmla="*/ 0 w 318398"/>
                  <a:gd name="connsiteY2" fmla="*/ 159200 h 318399"/>
                  <a:gd name="connsiteX3" fmla="*/ 159199 w 318398"/>
                  <a:gd name="connsiteY3" fmla="*/ 0 h 318399"/>
                  <a:gd name="connsiteX4" fmla="*/ 318399 w 318398"/>
                  <a:gd name="connsiteY4" fmla="*/ 159200 h 318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8398" h="318399">
                    <a:moveTo>
                      <a:pt x="318399" y="159200"/>
                    </a:moveTo>
                    <a:cubicBezTo>
                      <a:pt x="318399" y="247123"/>
                      <a:pt x="247123" y="318399"/>
                      <a:pt x="159199" y="318399"/>
                    </a:cubicBezTo>
                    <a:cubicBezTo>
                      <a:pt x="71276" y="318399"/>
                      <a:pt x="0" y="247123"/>
                      <a:pt x="0" y="159200"/>
                    </a:cubicBezTo>
                    <a:cubicBezTo>
                      <a:pt x="0" y="71276"/>
                      <a:pt x="71276" y="0"/>
                      <a:pt x="159199" y="0"/>
                    </a:cubicBezTo>
                    <a:cubicBezTo>
                      <a:pt x="247123" y="0"/>
                      <a:pt x="318399" y="71276"/>
                      <a:pt x="318399" y="15920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" name="任意形状 160"/>
              <p:cNvSpPr/>
              <p:nvPr/>
            </p:nvSpPr>
            <p:spPr>
              <a:xfrm>
                <a:off x="2086676" y="415321"/>
                <a:ext cx="224359" cy="224359"/>
              </a:xfrm>
              <a:custGeom>
                <a:avLst/>
                <a:gdLst>
                  <a:gd name="connsiteX0" fmla="*/ 318399 w 318398"/>
                  <a:gd name="connsiteY0" fmla="*/ 159200 h 318399"/>
                  <a:gd name="connsiteX1" fmla="*/ 159199 w 318398"/>
                  <a:gd name="connsiteY1" fmla="*/ 318399 h 318399"/>
                  <a:gd name="connsiteX2" fmla="*/ 0 w 318398"/>
                  <a:gd name="connsiteY2" fmla="*/ 159200 h 318399"/>
                  <a:gd name="connsiteX3" fmla="*/ 159199 w 318398"/>
                  <a:gd name="connsiteY3" fmla="*/ 0 h 318399"/>
                  <a:gd name="connsiteX4" fmla="*/ 318399 w 318398"/>
                  <a:gd name="connsiteY4" fmla="*/ 159200 h 318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8398" h="318399">
                    <a:moveTo>
                      <a:pt x="318399" y="159200"/>
                    </a:moveTo>
                    <a:cubicBezTo>
                      <a:pt x="318399" y="247123"/>
                      <a:pt x="247123" y="318399"/>
                      <a:pt x="159199" y="318399"/>
                    </a:cubicBezTo>
                    <a:cubicBezTo>
                      <a:pt x="71276" y="318399"/>
                      <a:pt x="0" y="247123"/>
                      <a:pt x="0" y="159200"/>
                    </a:cubicBezTo>
                    <a:cubicBezTo>
                      <a:pt x="0" y="71276"/>
                      <a:pt x="71276" y="0"/>
                      <a:pt x="159199" y="0"/>
                    </a:cubicBezTo>
                    <a:cubicBezTo>
                      <a:pt x="247123" y="0"/>
                      <a:pt x="318399" y="71276"/>
                      <a:pt x="318399" y="1592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" name="任意形状 161"/>
              <p:cNvSpPr/>
              <p:nvPr/>
            </p:nvSpPr>
            <p:spPr>
              <a:xfrm>
                <a:off x="2565833" y="415321"/>
                <a:ext cx="224359" cy="224359"/>
              </a:xfrm>
              <a:custGeom>
                <a:avLst/>
                <a:gdLst>
                  <a:gd name="connsiteX0" fmla="*/ 318399 w 318398"/>
                  <a:gd name="connsiteY0" fmla="*/ 159200 h 318399"/>
                  <a:gd name="connsiteX1" fmla="*/ 159199 w 318398"/>
                  <a:gd name="connsiteY1" fmla="*/ 318399 h 318399"/>
                  <a:gd name="connsiteX2" fmla="*/ 0 w 318398"/>
                  <a:gd name="connsiteY2" fmla="*/ 159200 h 318399"/>
                  <a:gd name="connsiteX3" fmla="*/ 159199 w 318398"/>
                  <a:gd name="connsiteY3" fmla="*/ 0 h 318399"/>
                  <a:gd name="connsiteX4" fmla="*/ 318399 w 318398"/>
                  <a:gd name="connsiteY4" fmla="*/ 159200 h 318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8398" h="318399">
                    <a:moveTo>
                      <a:pt x="318399" y="159200"/>
                    </a:moveTo>
                    <a:cubicBezTo>
                      <a:pt x="318399" y="247123"/>
                      <a:pt x="247123" y="318399"/>
                      <a:pt x="159199" y="318399"/>
                    </a:cubicBezTo>
                    <a:cubicBezTo>
                      <a:pt x="71276" y="318399"/>
                      <a:pt x="0" y="247123"/>
                      <a:pt x="0" y="159200"/>
                    </a:cubicBezTo>
                    <a:cubicBezTo>
                      <a:pt x="0" y="71276"/>
                      <a:pt x="71276" y="0"/>
                      <a:pt x="159199" y="0"/>
                    </a:cubicBezTo>
                    <a:cubicBezTo>
                      <a:pt x="247123" y="0"/>
                      <a:pt x="318399" y="71276"/>
                      <a:pt x="318399" y="15920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90" name="任意形状 30"/>
            <p:cNvSpPr/>
            <p:nvPr/>
          </p:nvSpPr>
          <p:spPr>
            <a:xfrm>
              <a:off x="7705647" y="5069305"/>
              <a:ext cx="3636920" cy="1779824"/>
            </a:xfrm>
            <a:custGeom>
              <a:avLst/>
              <a:gdLst>
                <a:gd name="connsiteX0" fmla="*/ 0 w 2992846"/>
                <a:gd name="connsiteY0" fmla="*/ 1464630 h 1464629"/>
                <a:gd name="connsiteX1" fmla="*/ 1175313 w 2992846"/>
                <a:gd name="connsiteY1" fmla="*/ 661561 h 1464629"/>
                <a:gd name="connsiteX2" fmla="*/ 1798286 w 2992846"/>
                <a:gd name="connsiteY2" fmla="*/ 259 h 1464629"/>
                <a:gd name="connsiteX3" fmla="*/ 2136552 w 2992846"/>
                <a:gd name="connsiteY3" fmla="*/ 743742 h 1464629"/>
                <a:gd name="connsiteX4" fmla="*/ 2992847 w 2992846"/>
                <a:gd name="connsiteY4" fmla="*/ 1460947 h 1464629"/>
                <a:gd name="connsiteX5" fmla="*/ 0 w 2992846"/>
                <a:gd name="connsiteY5" fmla="*/ 1464630 h 1464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2846" h="1464629">
                  <a:moveTo>
                    <a:pt x="0" y="1464630"/>
                  </a:moveTo>
                  <a:cubicBezTo>
                    <a:pt x="0" y="1464630"/>
                    <a:pt x="624814" y="-287293"/>
                    <a:pt x="1175313" y="661561"/>
                  </a:cubicBezTo>
                  <a:cubicBezTo>
                    <a:pt x="1175313" y="661561"/>
                    <a:pt x="1380348" y="-15140"/>
                    <a:pt x="1798286" y="259"/>
                  </a:cubicBezTo>
                  <a:cubicBezTo>
                    <a:pt x="2200322" y="15155"/>
                    <a:pt x="2136552" y="743742"/>
                    <a:pt x="2136552" y="743742"/>
                  </a:cubicBezTo>
                  <a:cubicBezTo>
                    <a:pt x="2136552" y="743742"/>
                    <a:pt x="2923051" y="-40748"/>
                    <a:pt x="2992847" y="1460947"/>
                  </a:cubicBezTo>
                  <a:lnTo>
                    <a:pt x="0" y="146463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" name="任意形状 31"/>
            <p:cNvSpPr/>
            <p:nvPr/>
          </p:nvSpPr>
          <p:spPr>
            <a:xfrm>
              <a:off x="10033689" y="5290060"/>
              <a:ext cx="2116427" cy="1559738"/>
            </a:xfrm>
            <a:custGeom>
              <a:avLst/>
              <a:gdLst>
                <a:gd name="connsiteX0" fmla="*/ 2040144 w 2116427"/>
                <a:gd name="connsiteY0" fmla="*/ 1559738 h 1559738"/>
                <a:gd name="connsiteX1" fmla="*/ 1254984 w 2116427"/>
                <a:gd name="connsiteY1" fmla="*/ 466 h 1559738"/>
                <a:gd name="connsiteX2" fmla="*/ 0 w 2116427"/>
                <a:gd name="connsiteY2" fmla="*/ 1559738 h 1559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6427" h="1559738">
                  <a:moveTo>
                    <a:pt x="2040144" y="1559738"/>
                  </a:moveTo>
                  <a:cubicBezTo>
                    <a:pt x="2040144" y="1559738"/>
                    <a:pt x="2478166" y="41138"/>
                    <a:pt x="1254984" y="466"/>
                  </a:cubicBezTo>
                  <a:cubicBezTo>
                    <a:pt x="304457" y="-31168"/>
                    <a:pt x="0" y="1559738"/>
                    <a:pt x="0" y="1559738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92" name="组合 33"/>
            <p:cNvGrpSpPr/>
            <p:nvPr/>
          </p:nvGrpSpPr>
          <p:grpSpPr>
            <a:xfrm>
              <a:off x="11130512" y="5358433"/>
              <a:ext cx="1066691" cy="1492283"/>
              <a:chOff x="11130512" y="5358433"/>
              <a:chExt cx="1066691" cy="1492283"/>
            </a:xfrm>
          </p:grpSpPr>
          <p:grpSp>
            <p:nvGrpSpPr>
              <p:cNvPr id="193" name="组合 87"/>
              <p:cNvGrpSpPr/>
              <p:nvPr/>
            </p:nvGrpSpPr>
            <p:grpSpPr>
              <a:xfrm>
                <a:off x="11412049" y="5358433"/>
                <a:ext cx="551142" cy="483942"/>
                <a:chOff x="11412049" y="5358433"/>
                <a:chExt cx="551142" cy="483942"/>
              </a:xfrm>
            </p:grpSpPr>
            <p:sp>
              <p:nvSpPr>
                <p:cNvPr id="194" name="任意形状 101"/>
                <p:cNvSpPr/>
                <p:nvPr/>
              </p:nvSpPr>
              <p:spPr>
                <a:xfrm>
                  <a:off x="11438602" y="5358433"/>
                  <a:ext cx="430018" cy="483942"/>
                </a:xfrm>
                <a:custGeom>
                  <a:avLst/>
                  <a:gdLst>
                    <a:gd name="connsiteX0" fmla="*/ 134609 w 430018"/>
                    <a:gd name="connsiteY0" fmla="*/ 469202 h 483942"/>
                    <a:gd name="connsiteX1" fmla="*/ 384501 w 430018"/>
                    <a:gd name="connsiteY1" fmla="*/ 393715 h 483942"/>
                    <a:gd name="connsiteX2" fmla="*/ 428689 w 430018"/>
                    <a:gd name="connsiteY2" fmla="*/ 218807 h 483942"/>
                    <a:gd name="connsiteX3" fmla="*/ 311860 w 430018"/>
                    <a:gd name="connsiteY3" fmla="*/ 27497 h 483942"/>
                    <a:gd name="connsiteX4" fmla="*/ 101469 w 430018"/>
                    <a:gd name="connsiteY4" fmla="*/ 32853 h 483942"/>
                    <a:gd name="connsiteX5" fmla="*/ 134609 w 430018"/>
                    <a:gd name="connsiteY5" fmla="*/ 469202 h 483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0018" h="483942">
                      <a:moveTo>
                        <a:pt x="134609" y="469202"/>
                      </a:moveTo>
                      <a:cubicBezTo>
                        <a:pt x="221310" y="505355"/>
                        <a:pt x="328263" y="473051"/>
                        <a:pt x="384501" y="393715"/>
                      </a:cubicBezTo>
                      <a:cubicBezTo>
                        <a:pt x="419316" y="344674"/>
                        <a:pt x="434882" y="280402"/>
                        <a:pt x="428689" y="218807"/>
                      </a:cubicBezTo>
                      <a:cubicBezTo>
                        <a:pt x="420822" y="139973"/>
                        <a:pt x="376468" y="65491"/>
                        <a:pt x="311860" y="27497"/>
                      </a:cubicBezTo>
                      <a:cubicBezTo>
                        <a:pt x="247086" y="-10497"/>
                        <a:pt x="163566" y="-9493"/>
                        <a:pt x="101469" y="32853"/>
                      </a:cubicBezTo>
                      <a:cubicBezTo>
                        <a:pt x="-45487" y="132944"/>
                        <a:pt x="-31428" y="400075"/>
                        <a:pt x="134609" y="46920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95" name="组合 102"/>
                <p:cNvGrpSpPr/>
                <p:nvPr/>
              </p:nvGrpSpPr>
              <p:grpSpPr>
                <a:xfrm>
                  <a:off x="11412049" y="5362610"/>
                  <a:ext cx="551142" cy="332333"/>
                  <a:chOff x="11412049" y="5362610"/>
                  <a:chExt cx="551142" cy="332333"/>
                </a:xfrm>
                <a:solidFill>
                  <a:srgbClr val="262626"/>
                </a:solidFill>
              </p:grpSpPr>
              <p:sp>
                <p:nvSpPr>
                  <p:cNvPr id="196" name="任意形状 103"/>
                  <p:cNvSpPr/>
                  <p:nvPr/>
                </p:nvSpPr>
                <p:spPr>
                  <a:xfrm rot="-2201999">
                    <a:off x="11512286" y="5382238"/>
                    <a:ext cx="17574" cy="341279"/>
                  </a:xfrm>
                  <a:custGeom>
                    <a:avLst/>
                    <a:gdLst>
                      <a:gd name="connsiteX0" fmla="*/ 0 w 17574"/>
                      <a:gd name="connsiteY0" fmla="*/ 0 h 341279"/>
                      <a:gd name="connsiteX1" fmla="*/ 17574 w 17574"/>
                      <a:gd name="connsiteY1" fmla="*/ 0 h 341279"/>
                      <a:gd name="connsiteX2" fmla="*/ 17574 w 17574"/>
                      <a:gd name="connsiteY2" fmla="*/ 341279 h 341279"/>
                      <a:gd name="connsiteX3" fmla="*/ 0 w 17574"/>
                      <a:gd name="connsiteY3" fmla="*/ 341279 h 3412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7574" h="341279">
                        <a:moveTo>
                          <a:pt x="0" y="0"/>
                        </a:moveTo>
                        <a:lnTo>
                          <a:pt x="17574" y="0"/>
                        </a:lnTo>
                        <a:lnTo>
                          <a:pt x="17574" y="341279"/>
                        </a:lnTo>
                        <a:lnTo>
                          <a:pt x="0" y="341279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7" name="任意形状 104"/>
                  <p:cNvSpPr/>
                  <p:nvPr/>
                </p:nvSpPr>
                <p:spPr>
                  <a:xfrm rot="-2264400">
                    <a:off x="11591386" y="5486014"/>
                    <a:ext cx="409233" cy="17574"/>
                  </a:xfrm>
                  <a:custGeom>
                    <a:avLst/>
                    <a:gdLst>
                      <a:gd name="connsiteX0" fmla="*/ 0 w 409233"/>
                      <a:gd name="connsiteY0" fmla="*/ 0 h 17574"/>
                      <a:gd name="connsiteX1" fmla="*/ 409234 w 409233"/>
                      <a:gd name="connsiteY1" fmla="*/ 0 h 17574"/>
                      <a:gd name="connsiteX2" fmla="*/ 409234 w 409233"/>
                      <a:gd name="connsiteY2" fmla="*/ 17575 h 17574"/>
                      <a:gd name="connsiteX3" fmla="*/ 0 w 409233"/>
                      <a:gd name="connsiteY3" fmla="*/ 17575 h 175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09233" h="17574">
                        <a:moveTo>
                          <a:pt x="0" y="0"/>
                        </a:moveTo>
                        <a:lnTo>
                          <a:pt x="409234" y="0"/>
                        </a:lnTo>
                        <a:lnTo>
                          <a:pt x="409234" y="17575"/>
                        </a:lnTo>
                        <a:lnTo>
                          <a:pt x="0" y="17575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98" name="任意形状 88"/>
              <p:cNvSpPr/>
              <p:nvPr/>
            </p:nvSpPr>
            <p:spPr>
              <a:xfrm rot="-4922399">
                <a:off x="10816116" y="6096933"/>
                <a:ext cx="1502030" cy="17574"/>
              </a:xfrm>
              <a:custGeom>
                <a:avLst/>
                <a:gdLst>
                  <a:gd name="connsiteX0" fmla="*/ 0 w 1502030"/>
                  <a:gd name="connsiteY0" fmla="*/ 0 h 17574"/>
                  <a:gd name="connsiteX1" fmla="*/ 1502030 w 1502030"/>
                  <a:gd name="connsiteY1" fmla="*/ 0 h 17574"/>
                  <a:gd name="connsiteX2" fmla="*/ 1502030 w 1502030"/>
                  <a:gd name="connsiteY2" fmla="*/ 17574 h 17574"/>
                  <a:gd name="connsiteX3" fmla="*/ 0 w 1502030"/>
                  <a:gd name="connsiteY3" fmla="*/ 17574 h 17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2030" h="17574">
                    <a:moveTo>
                      <a:pt x="0" y="0"/>
                    </a:moveTo>
                    <a:lnTo>
                      <a:pt x="1502030" y="0"/>
                    </a:lnTo>
                    <a:lnTo>
                      <a:pt x="1502030" y="17574"/>
                    </a:lnTo>
                    <a:lnTo>
                      <a:pt x="0" y="17574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99" name="组合 89"/>
              <p:cNvGrpSpPr/>
              <p:nvPr/>
            </p:nvGrpSpPr>
            <p:grpSpPr>
              <a:xfrm>
                <a:off x="11512727" y="5881662"/>
                <a:ext cx="684476" cy="557179"/>
                <a:chOff x="11512727" y="5881662"/>
                <a:chExt cx="684476" cy="557179"/>
              </a:xfrm>
            </p:grpSpPr>
            <p:sp>
              <p:nvSpPr>
                <p:cNvPr id="200" name="任意形状 96"/>
                <p:cNvSpPr/>
                <p:nvPr/>
              </p:nvSpPr>
              <p:spPr>
                <a:xfrm>
                  <a:off x="11777002" y="5881662"/>
                  <a:ext cx="373200" cy="365134"/>
                </a:xfrm>
                <a:custGeom>
                  <a:avLst/>
                  <a:gdLst>
                    <a:gd name="connsiteX0" fmla="*/ 5931 w 373200"/>
                    <a:gd name="connsiteY0" fmla="*/ 245240 h 365134"/>
                    <a:gd name="connsiteX1" fmla="*/ 177491 w 373200"/>
                    <a:gd name="connsiteY1" fmla="*/ 364914 h 365134"/>
                    <a:gd name="connsiteX2" fmla="*/ 309383 w 373200"/>
                    <a:gd name="connsiteY2" fmla="*/ 305830 h 365134"/>
                    <a:gd name="connsiteX3" fmla="*/ 371647 w 373200"/>
                    <a:gd name="connsiteY3" fmla="*/ 137283 h 365134"/>
                    <a:gd name="connsiteX4" fmla="*/ 263857 w 373200"/>
                    <a:gd name="connsiteY4" fmla="*/ 7734 h 365134"/>
                    <a:gd name="connsiteX5" fmla="*/ 5931 w 373200"/>
                    <a:gd name="connsiteY5" fmla="*/ 245240 h 365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3200" h="365134">
                      <a:moveTo>
                        <a:pt x="5931" y="245240"/>
                      </a:moveTo>
                      <a:cubicBezTo>
                        <a:pt x="26351" y="317714"/>
                        <a:pt x="99661" y="368931"/>
                        <a:pt x="177491" y="364914"/>
                      </a:cubicBezTo>
                      <a:cubicBezTo>
                        <a:pt x="225695" y="362403"/>
                        <a:pt x="273732" y="340310"/>
                        <a:pt x="309383" y="305830"/>
                      </a:cubicBezTo>
                      <a:cubicBezTo>
                        <a:pt x="355077" y="261643"/>
                        <a:pt x="379848" y="196868"/>
                        <a:pt x="371647" y="137283"/>
                      </a:cubicBezTo>
                      <a:cubicBezTo>
                        <a:pt x="363446" y="77697"/>
                        <a:pt x="321267" y="25643"/>
                        <a:pt x="263857" y="7734"/>
                      </a:cubicBezTo>
                      <a:cubicBezTo>
                        <a:pt x="127948" y="-34947"/>
                        <a:pt x="-33068" y="106653"/>
                        <a:pt x="5931" y="24524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01" name="组合 97"/>
                <p:cNvGrpSpPr/>
                <p:nvPr/>
              </p:nvGrpSpPr>
              <p:grpSpPr>
                <a:xfrm>
                  <a:off x="11772154" y="5904970"/>
                  <a:ext cx="425049" cy="250173"/>
                  <a:chOff x="11772154" y="5904970"/>
                  <a:chExt cx="425049" cy="250173"/>
                </a:xfrm>
                <a:solidFill>
                  <a:srgbClr val="262626"/>
                </a:solidFill>
              </p:grpSpPr>
              <p:sp>
                <p:nvSpPr>
                  <p:cNvPr id="202" name="任意形状 99"/>
                  <p:cNvSpPr/>
                  <p:nvPr/>
                </p:nvSpPr>
                <p:spPr>
                  <a:xfrm rot="-5052599">
                    <a:off x="12050315" y="5975686"/>
                    <a:ext cx="17574" cy="275835"/>
                  </a:xfrm>
                  <a:custGeom>
                    <a:avLst/>
                    <a:gdLst>
                      <a:gd name="connsiteX0" fmla="*/ 0 w 17574"/>
                      <a:gd name="connsiteY0" fmla="*/ 0 h 275835"/>
                      <a:gd name="connsiteX1" fmla="*/ 17574 w 17574"/>
                      <a:gd name="connsiteY1" fmla="*/ 0 h 275835"/>
                      <a:gd name="connsiteX2" fmla="*/ 17574 w 17574"/>
                      <a:gd name="connsiteY2" fmla="*/ 275835 h 275835"/>
                      <a:gd name="connsiteX3" fmla="*/ 0 w 17574"/>
                      <a:gd name="connsiteY3" fmla="*/ 275835 h 275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7574" h="275835">
                        <a:moveTo>
                          <a:pt x="0" y="0"/>
                        </a:moveTo>
                        <a:lnTo>
                          <a:pt x="17574" y="0"/>
                        </a:lnTo>
                        <a:lnTo>
                          <a:pt x="17574" y="275835"/>
                        </a:lnTo>
                        <a:lnTo>
                          <a:pt x="0" y="275835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3" name="任意形状 100"/>
                  <p:cNvSpPr/>
                  <p:nvPr/>
                </p:nvSpPr>
                <p:spPr>
                  <a:xfrm rot="-1101602">
                    <a:off x="11812302" y="5901177"/>
                    <a:ext cx="17574" cy="257758"/>
                  </a:xfrm>
                  <a:custGeom>
                    <a:avLst/>
                    <a:gdLst>
                      <a:gd name="connsiteX0" fmla="*/ 0 w 17574"/>
                      <a:gd name="connsiteY0" fmla="*/ 0 h 257758"/>
                      <a:gd name="connsiteX1" fmla="*/ 17574 w 17574"/>
                      <a:gd name="connsiteY1" fmla="*/ 0 h 257758"/>
                      <a:gd name="connsiteX2" fmla="*/ 17574 w 17574"/>
                      <a:gd name="connsiteY2" fmla="*/ 257759 h 257758"/>
                      <a:gd name="connsiteX3" fmla="*/ 0 w 17574"/>
                      <a:gd name="connsiteY3" fmla="*/ 257759 h 2577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7574" h="257758">
                        <a:moveTo>
                          <a:pt x="0" y="0"/>
                        </a:moveTo>
                        <a:lnTo>
                          <a:pt x="17574" y="0"/>
                        </a:lnTo>
                        <a:lnTo>
                          <a:pt x="17574" y="257759"/>
                        </a:lnTo>
                        <a:lnTo>
                          <a:pt x="0" y="257759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04" name="任意形状 98"/>
                <p:cNvSpPr/>
                <p:nvPr/>
              </p:nvSpPr>
              <p:spPr>
                <a:xfrm rot="-2383198">
                  <a:off x="11429368" y="6176969"/>
                  <a:ext cx="770932" cy="17574"/>
                </a:xfrm>
                <a:custGeom>
                  <a:avLst/>
                  <a:gdLst>
                    <a:gd name="connsiteX0" fmla="*/ 0 w 770932"/>
                    <a:gd name="connsiteY0" fmla="*/ 0 h 17574"/>
                    <a:gd name="connsiteX1" fmla="*/ 770933 w 770932"/>
                    <a:gd name="connsiteY1" fmla="*/ 0 h 17574"/>
                    <a:gd name="connsiteX2" fmla="*/ 770933 w 770932"/>
                    <a:gd name="connsiteY2" fmla="*/ 17575 h 17574"/>
                    <a:gd name="connsiteX3" fmla="*/ 0 w 770932"/>
                    <a:gd name="connsiteY3" fmla="*/ 17575 h 17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932" h="17574">
                      <a:moveTo>
                        <a:pt x="0" y="0"/>
                      </a:moveTo>
                      <a:lnTo>
                        <a:pt x="770933" y="0"/>
                      </a:lnTo>
                      <a:lnTo>
                        <a:pt x="770933" y="17575"/>
                      </a:lnTo>
                      <a:lnTo>
                        <a:pt x="0" y="17575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5" name="组合 90"/>
              <p:cNvGrpSpPr/>
              <p:nvPr/>
            </p:nvGrpSpPr>
            <p:grpSpPr>
              <a:xfrm>
                <a:off x="11130512" y="6069663"/>
                <a:ext cx="396469" cy="377760"/>
                <a:chOff x="11130512" y="6069663"/>
                <a:chExt cx="396469" cy="377760"/>
              </a:xfrm>
            </p:grpSpPr>
            <p:sp>
              <p:nvSpPr>
                <p:cNvPr id="206" name="任意形状 91"/>
                <p:cNvSpPr/>
                <p:nvPr/>
              </p:nvSpPr>
              <p:spPr>
                <a:xfrm>
                  <a:off x="11162071" y="6075691"/>
                  <a:ext cx="312443" cy="315663"/>
                </a:xfrm>
                <a:custGeom>
                  <a:avLst/>
                  <a:gdLst>
                    <a:gd name="connsiteX0" fmla="*/ 217319 w 312443"/>
                    <a:gd name="connsiteY0" fmla="*/ 308635 h 315663"/>
                    <a:gd name="connsiteX1" fmla="*/ 311719 w 312443"/>
                    <a:gd name="connsiteY1" fmla="*/ 157829 h 315663"/>
                    <a:gd name="connsiteX2" fmla="*/ 255983 w 312443"/>
                    <a:gd name="connsiteY2" fmla="*/ 48198 h 315663"/>
                    <a:gd name="connsiteX3" fmla="*/ 110198 w 312443"/>
                    <a:gd name="connsiteY3" fmla="*/ 2505 h 315663"/>
                    <a:gd name="connsiteX4" fmla="*/ 4584 w 312443"/>
                    <a:gd name="connsiteY4" fmla="*/ 99583 h 315663"/>
                    <a:gd name="connsiteX5" fmla="*/ 217319 w 312443"/>
                    <a:gd name="connsiteY5" fmla="*/ 308635 h 3156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2443" h="315663">
                      <a:moveTo>
                        <a:pt x="217319" y="308635"/>
                      </a:moveTo>
                      <a:cubicBezTo>
                        <a:pt x="278076" y="288215"/>
                        <a:pt x="318414" y="223776"/>
                        <a:pt x="311719" y="157829"/>
                      </a:cubicBezTo>
                      <a:cubicBezTo>
                        <a:pt x="307534" y="116990"/>
                        <a:pt x="286780" y="77154"/>
                        <a:pt x="255983" y="48198"/>
                      </a:cubicBezTo>
                      <a:cubicBezTo>
                        <a:pt x="216650" y="11208"/>
                        <a:pt x="160411" y="-7036"/>
                        <a:pt x="110198" y="2505"/>
                      </a:cubicBezTo>
                      <a:cubicBezTo>
                        <a:pt x="59986" y="12045"/>
                        <a:pt x="17472" y="50039"/>
                        <a:pt x="4584" y="99583"/>
                      </a:cubicBezTo>
                      <a:cubicBezTo>
                        <a:pt x="-25878" y="216913"/>
                        <a:pt x="101160" y="347634"/>
                        <a:pt x="217319" y="308635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07" name="任意形状 92"/>
                <p:cNvSpPr/>
                <p:nvPr/>
              </p:nvSpPr>
              <p:spPr>
                <a:xfrm rot="-2670601">
                  <a:off x="11351881" y="6050155"/>
                  <a:ext cx="17574" cy="456601"/>
                </a:xfrm>
                <a:custGeom>
                  <a:avLst/>
                  <a:gdLst>
                    <a:gd name="connsiteX0" fmla="*/ 0 w 17574"/>
                    <a:gd name="connsiteY0" fmla="*/ 0 h 456601"/>
                    <a:gd name="connsiteX1" fmla="*/ 17574 w 17574"/>
                    <a:gd name="connsiteY1" fmla="*/ 0 h 456601"/>
                    <a:gd name="connsiteX2" fmla="*/ 17574 w 17574"/>
                    <a:gd name="connsiteY2" fmla="*/ 456601 h 456601"/>
                    <a:gd name="connsiteX3" fmla="*/ 0 w 17574"/>
                    <a:gd name="connsiteY3" fmla="*/ 456601 h 456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574" h="456601">
                      <a:moveTo>
                        <a:pt x="0" y="0"/>
                      </a:moveTo>
                      <a:lnTo>
                        <a:pt x="17574" y="0"/>
                      </a:lnTo>
                      <a:lnTo>
                        <a:pt x="17574" y="456601"/>
                      </a:lnTo>
                      <a:lnTo>
                        <a:pt x="0" y="456601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08" name="组合 93"/>
                <p:cNvGrpSpPr/>
                <p:nvPr/>
              </p:nvGrpSpPr>
              <p:grpSpPr>
                <a:xfrm>
                  <a:off x="11130512" y="6069663"/>
                  <a:ext cx="282599" cy="237643"/>
                  <a:chOff x="11130512" y="6069663"/>
                  <a:chExt cx="282599" cy="237643"/>
                </a:xfrm>
                <a:solidFill>
                  <a:srgbClr val="262626"/>
                </a:solidFill>
              </p:grpSpPr>
              <p:sp>
                <p:nvSpPr>
                  <p:cNvPr id="209" name="任意形状 94"/>
                  <p:cNvSpPr/>
                  <p:nvPr/>
                </p:nvSpPr>
                <p:spPr>
                  <a:xfrm rot="-444001">
                    <a:off x="11130847" y="6241340"/>
                    <a:ext cx="191143" cy="17574"/>
                  </a:xfrm>
                  <a:custGeom>
                    <a:avLst/>
                    <a:gdLst>
                      <a:gd name="connsiteX0" fmla="*/ 0 w 191143"/>
                      <a:gd name="connsiteY0" fmla="*/ 0 h 17574"/>
                      <a:gd name="connsiteX1" fmla="*/ 191143 w 191143"/>
                      <a:gd name="connsiteY1" fmla="*/ 0 h 17574"/>
                      <a:gd name="connsiteX2" fmla="*/ 191143 w 191143"/>
                      <a:gd name="connsiteY2" fmla="*/ 17574 h 17574"/>
                      <a:gd name="connsiteX3" fmla="*/ 0 w 191143"/>
                      <a:gd name="connsiteY3" fmla="*/ 17574 h 175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1143" h="17574">
                        <a:moveTo>
                          <a:pt x="0" y="0"/>
                        </a:moveTo>
                        <a:lnTo>
                          <a:pt x="191143" y="0"/>
                        </a:lnTo>
                        <a:lnTo>
                          <a:pt x="191143" y="17574"/>
                        </a:lnTo>
                        <a:lnTo>
                          <a:pt x="0" y="17574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0" name="任意形状 95"/>
                  <p:cNvSpPr/>
                  <p:nvPr/>
                </p:nvSpPr>
                <p:spPr>
                  <a:xfrm rot="-5178600">
                    <a:off x="11278214" y="6179698"/>
                    <a:ext cx="237004" cy="17574"/>
                  </a:xfrm>
                  <a:custGeom>
                    <a:avLst/>
                    <a:gdLst>
                      <a:gd name="connsiteX0" fmla="*/ 0 w 237004"/>
                      <a:gd name="connsiteY0" fmla="*/ 0 h 17574"/>
                      <a:gd name="connsiteX1" fmla="*/ 237004 w 237004"/>
                      <a:gd name="connsiteY1" fmla="*/ 0 h 17574"/>
                      <a:gd name="connsiteX2" fmla="*/ 237004 w 237004"/>
                      <a:gd name="connsiteY2" fmla="*/ 17575 h 17574"/>
                      <a:gd name="connsiteX3" fmla="*/ 0 w 237004"/>
                      <a:gd name="connsiteY3" fmla="*/ 17575 h 175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37004" h="17574">
                        <a:moveTo>
                          <a:pt x="0" y="0"/>
                        </a:moveTo>
                        <a:lnTo>
                          <a:pt x="237004" y="0"/>
                        </a:lnTo>
                        <a:lnTo>
                          <a:pt x="237004" y="17575"/>
                        </a:lnTo>
                        <a:lnTo>
                          <a:pt x="0" y="17575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211" name="任意形状 34"/>
            <p:cNvSpPr/>
            <p:nvPr/>
          </p:nvSpPr>
          <p:spPr>
            <a:xfrm>
              <a:off x="0" y="6850547"/>
              <a:ext cx="12150156" cy="7453"/>
            </a:xfrm>
            <a:custGeom>
              <a:avLst/>
              <a:gdLst>
                <a:gd name="connsiteX0" fmla="*/ 0 w 12150156"/>
                <a:gd name="connsiteY0" fmla="*/ 0 h 7453"/>
                <a:gd name="connsiteX1" fmla="*/ 12150156 w 12150156"/>
                <a:gd name="connsiteY1" fmla="*/ 0 h 7453"/>
                <a:gd name="connsiteX2" fmla="*/ 12150156 w 12150156"/>
                <a:gd name="connsiteY2" fmla="*/ 7453 h 7453"/>
                <a:gd name="connsiteX3" fmla="*/ 0 w 12150156"/>
                <a:gd name="connsiteY3" fmla="*/ 7453 h 7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50156" h="7453">
                  <a:moveTo>
                    <a:pt x="0" y="0"/>
                  </a:moveTo>
                  <a:lnTo>
                    <a:pt x="12150156" y="0"/>
                  </a:lnTo>
                  <a:lnTo>
                    <a:pt x="12150156" y="7453"/>
                  </a:lnTo>
                  <a:lnTo>
                    <a:pt x="0" y="7453"/>
                  </a:ln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12" name="组合 184"/>
            <p:cNvGrpSpPr/>
            <p:nvPr/>
          </p:nvGrpSpPr>
          <p:grpSpPr>
            <a:xfrm>
              <a:off x="8615722" y="3236470"/>
              <a:ext cx="3099315" cy="3583600"/>
              <a:chOff x="9044732" y="3732514"/>
              <a:chExt cx="2670305" cy="3087555"/>
            </a:xfrm>
          </p:grpSpPr>
          <p:sp>
            <p:nvSpPr>
              <p:cNvPr id="213" name="任意形状 35"/>
              <p:cNvSpPr/>
              <p:nvPr/>
            </p:nvSpPr>
            <p:spPr>
              <a:xfrm>
                <a:off x="9139087" y="4594424"/>
                <a:ext cx="333577" cy="376286"/>
              </a:xfrm>
              <a:custGeom>
                <a:avLst/>
                <a:gdLst>
                  <a:gd name="connsiteX0" fmla="*/ 199973 w 333577"/>
                  <a:gd name="connsiteY0" fmla="*/ 95832 h 376286"/>
                  <a:gd name="connsiteX1" fmla="*/ 219760 w 333577"/>
                  <a:gd name="connsiteY1" fmla="*/ 4 h 376286"/>
                  <a:gd name="connsiteX2" fmla="*/ 269310 w 333577"/>
                  <a:gd name="connsiteY2" fmla="*/ 88310 h 376286"/>
                  <a:gd name="connsiteX3" fmla="*/ 333577 w 333577"/>
                  <a:gd name="connsiteY3" fmla="*/ 199183 h 376286"/>
                  <a:gd name="connsiteX4" fmla="*/ 148298 w 333577"/>
                  <a:gd name="connsiteY4" fmla="*/ 376286 h 376286"/>
                  <a:gd name="connsiteX5" fmla="*/ 794 w 333577"/>
                  <a:gd name="connsiteY5" fmla="*/ 113821 h 376286"/>
                  <a:gd name="connsiteX6" fmla="*/ 24506 w 333577"/>
                  <a:gd name="connsiteY6" fmla="*/ 100248 h 376286"/>
                  <a:gd name="connsiteX7" fmla="*/ 11587 w 333577"/>
                  <a:gd name="connsiteY7" fmla="*/ 63126 h 376286"/>
                  <a:gd name="connsiteX8" fmla="*/ 35299 w 333577"/>
                  <a:gd name="connsiteY8" fmla="*/ 49553 h 376286"/>
                  <a:gd name="connsiteX9" fmla="*/ 41676 w 333577"/>
                  <a:gd name="connsiteY9" fmla="*/ 17665 h 376286"/>
                  <a:gd name="connsiteX10" fmla="*/ 199973 w 333577"/>
                  <a:gd name="connsiteY10" fmla="*/ 95832 h 376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33577" h="376286">
                    <a:moveTo>
                      <a:pt x="199973" y="95832"/>
                    </a:moveTo>
                    <a:cubicBezTo>
                      <a:pt x="184601" y="58875"/>
                      <a:pt x="182966" y="331"/>
                      <a:pt x="219760" y="4"/>
                    </a:cubicBezTo>
                    <a:cubicBezTo>
                      <a:pt x="258353" y="-487"/>
                      <a:pt x="251322" y="47591"/>
                      <a:pt x="269310" y="88310"/>
                    </a:cubicBezTo>
                    <a:cubicBezTo>
                      <a:pt x="287298" y="129029"/>
                      <a:pt x="333577" y="199183"/>
                      <a:pt x="333577" y="199183"/>
                    </a:cubicBezTo>
                    <a:lnTo>
                      <a:pt x="148298" y="376286"/>
                    </a:lnTo>
                    <a:cubicBezTo>
                      <a:pt x="148298" y="376286"/>
                      <a:pt x="-12616" y="146690"/>
                      <a:pt x="794" y="113821"/>
                    </a:cubicBezTo>
                    <a:cubicBezTo>
                      <a:pt x="8807" y="94033"/>
                      <a:pt x="24506" y="100248"/>
                      <a:pt x="24506" y="100248"/>
                    </a:cubicBezTo>
                    <a:cubicBezTo>
                      <a:pt x="24506" y="100248"/>
                      <a:pt x="5373" y="78989"/>
                      <a:pt x="11587" y="63126"/>
                    </a:cubicBezTo>
                    <a:cubicBezTo>
                      <a:pt x="17801" y="47264"/>
                      <a:pt x="35299" y="49553"/>
                      <a:pt x="35299" y="49553"/>
                    </a:cubicBezTo>
                    <a:cubicBezTo>
                      <a:pt x="35299" y="49553"/>
                      <a:pt x="21562" y="28785"/>
                      <a:pt x="41676" y="17665"/>
                    </a:cubicBezTo>
                    <a:cubicBezTo>
                      <a:pt x="63589" y="5564"/>
                      <a:pt x="133907" y="48736"/>
                      <a:pt x="199973" y="95832"/>
                    </a:cubicBezTo>
                    <a:close/>
                  </a:path>
                </a:pathLst>
              </a:custGeom>
              <a:solidFill>
                <a:srgbClr val="FFB78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" name="任意形状 36"/>
              <p:cNvSpPr/>
              <p:nvPr/>
            </p:nvSpPr>
            <p:spPr>
              <a:xfrm>
                <a:off x="9171115" y="4636291"/>
                <a:ext cx="106457" cy="79639"/>
              </a:xfrm>
              <a:custGeom>
                <a:avLst/>
                <a:gdLst>
                  <a:gd name="connsiteX0" fmla="*/ 95501 w 106457"/>
                  <a:gd name="connsiteY0" fmla="*/ 79639 h 79639"/>
                  <a:gd name="connsiteX1" fmla="*/ 0 w 106457"/>
                  <a:gd name="connsiteY1" fmla="*/ 15045 h 79639"/>
                  <a:gd name="connsiteX2" fmla="*/ 6541 w 106457"/>
                  <a:gd name="connsiteY2" fmla="*/ 0 h 79639"/>
                  <a:gd name="connsiteX3" fmla="*/ 106458 w 106457"/>
                  <a:gd name="connsiteY3" fmla="*/ 67374 h 79639"/>
                  <a:gd name="connsiteX4" fmla="*/ 95501 w 106457"/>
                  <a:gd name="connsiteY4" fmla="*/ 79476 h 79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457" h="79639">
                    <a:moveTo>
                      <a:pt x="95501" y="79639"/>
                    </a:moveTo>
                    <a:cubicBezTo>
                      <a:pt x="48078" y="36631"/>
                      <a:pt x="491" y="15372"/>
                      <a:pt x="0" y="15045"/>
                    </a:cubicBezTo>
                    <a:lnTo>
                      <a:pt x="6541" y="0"/>
                    </a:lnTo>
                    <a:cubicBezTo>
                      <a:pt x="8504" y="981"/>
                      <a:pt x="57072" y="22567"/>
                      <a:pt x="106458" y="67374"/>
                    </a:cubicBezTo>
                    <a:lnTo>
                      <a:pt x="95501" y="79476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5" name="任意形状 37"/>
              <p:cNvSpPr/>
              <p:nvPr/>
            </p:nvSpPr>
            <p:spPr>
              <a:xfrm>
                <a:off x="9159014" y="4687803"/>
                <a:ext cx="85362" cy="72116"/>
              </a:xfrm>
              <a:custGeom>
                <a:avLst/>
                <a:gdLst>
                  <a:gd name="connsiteX0" fmla="*/ 74079 w 85362"/>
                  <a:gd name="connsiteY0" fmla="*/ 72117 h 72116"/>
                  <a:gd name="connsiteX1" fmla="*/ 0 w 85362"/>
                  <a:gd name="connsiteY1" fmla="*/ 13573 h 72116"/>
                  <a:gd name="connsiteX2" fmla="*/ 9158 w 85362"/>
                  <a:gd name="connsiteY2" fmla="*/ 0 h 72116"/>
                  <a:gd name="connsiteX3" fmla="*/ 85363 w 85362"/>
                  <a:gd name="connsiteY3" fmla="*/ 60179 h 72116"/>
                  <a:gd name="connsiteX4" fmla="*/ 74079 w 85362"/>
                  <a:gd name="connsiteY4" fmla="*/ 72117 h 72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362" h="72116">
                    <a:moveTo>
                      <a:pt x="74079" y="72117"/>
                    </a:moveTo>
                    <a:cubicBezTo>
                      <a:pt x="41537" y="41373"/>
                      <a:pt x="491" y="13900"/>
                      <a:pt x="0" y="13573"/>
                    </a:cubicBezTo>
                    <a:lnTo>
                      <a:pt x="9158" y="0"/>
                    </a:lnTo>
                    <a:cubicBezTo>
                      <a:pt x="10957" y="1145"/>
                      <a:pt x="51839" y="28618"/>
                      <a:pt x="85363" y="60179"/>
                    </a:cubicBezTo>
                    <a:lnTo>
                      <a:pt x="74079" y="72117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6" name="任意形状 38"/>
              <p:cNvSpPr/>
              <p:nvPr/>
            </p:nvSpPr>
            <p:spPr>
              <a:xfrm>
                <a:off x="9338914" y="4721490"/>
                <a:ext cx="28763" cy="94683"/>
              </a:xfrm>
              <a:custGeom>
                <a:avLst/>
                <a:gdLst>
                  <a:gd name="connsiteX0" fmla="*/ 10776 w 28763"/>
                  <a:gd name="connsiteY0" fmla="*/ 94684 h 94683"/>
                  <a:gd name="connsiteX1" fmla="*/ 15191 w 28763"/>
                  <a:gd name="connsiteY1" fmla="*/ 0 h 94683"/>
                  <a:gd name="connsiteX2" fmla="*/ 28764 w 28763"/>
                  <a:gd name="connsiteY2" fmla="*/ 9158 h 94683"/>
                  <a:gd name="connsiteX3" fmla="*/ 25166 w 28763"/>
                  <a:gd name="connsiteY3" fmla="*/ 86834 h 94683"/>
                  <a:gd name="connsiteX4" fmla="*/ 10776 w 28763"/>
                  <a:gd name="connsiteY4" fmla="*/ 94684 h 94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763" h="94683">
                    <a:moveTo>
                      <a:pt x="10776" y="94684"/>
                    </a:moveTo>
                    <a:cubicBezTo>
                      <a:pt x="-5087" y="65575"/>
                      <a:pt x="-3288" y="27473"/>
                      <a:pt x="15191" y="0"/>
                    </a:cubicBezTo>
                    <a:lnTo>
                      <a:pt x="28764" y="9158"/>
                    </a:lnTo>
                    <a:cubicBezTo>
                      <a:pt x="13556" y="31725"/>
                      <a:pt x="12084" y="62959"/>
                      <a:pt x="25166" y="86834"/>
                    </a:cubicBezTo>
                    <a:lnTo>
                      <a:pt x="10776" y="94684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7" name="任意形状 39"/>
              <p:cNvSpPr/>
              <p:nvPr/>
            </p:nvSpPr>
            <p:spPr>
              <a:xfrm>
                <a:off x="10247796" y="4084705"/>
                <a:ext cx="431228" cy="631879"/>
              </a:xfrm>
              <a:custGeom>
                <a:avLst/>
                <a:gdLst>
                  <a:gd name="connsiteX0" fmla="*/ 50040 w 431228"/>
                  <a:gd name="connsiteY0" fmla="*/ 564505 h 631879"/>
                  <a:gd name="connsiteX1" fmla="*/ 241697 w 431228"/>
                  <a:gd name="connsiteY1" fmla="*/ 631880 h 631879"/>
                  <a:gd name="connsiteX2" fmla="*/ 431229 w 431228"/>
                  <a:gd name="connsiteY2" fmla="*/ 455594 h 631879"/>
                  <a:gd name="connsiteX3" fmla="*/ 211281 w 431228"/>
                  <a:gd name="connsiteY3" fmla="*/ 0 h 631879"/>
                  <a:gd name="connsiteX4" fmla="*/ 72934 w 431228"/>
                  <a:gd name="connsiteY4" fmla="*/ 156989 h 631879"/>
                  <a:gd name="connsiteX5" fmla="*/ 0 w 431228"/>
                  <a:gd name="connsiteY5" fmla="*/ 239735 h 631879"/>
                  <a:gd name="connsiteX6" fmla="*/ 38593 w 431228"/>
                  <a:gd name="connsiteY6" fmla="*/ 373175 h 631879"/>
                  <a:gd name="connsiteX7" fmla="*/ 61814 w 431228"/>
                  <a:gd name="connsiteY7" fmla="*/ 453305 h 631879"/>
                  <a:gd name="connsiteX8" fmla="*/ 50040 w 431228"/>
                  <a:gd name="connsiteY8" fmla="*/ 564505 h 631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1228" h="631879">
                    <a:moveTo>
                      <a:pt x="50040" y="564505"/>
                    </a:moveTo>
                    <a:lnTo>
                      <a:pt x="241697" y="631880"/>
                    </a:lnTo>
                    <a:lnTo>
                      <a:pt x="431229" y="455594"/>
                    </a:lnTo>
                    <a:lnTo>
                      <a:pt x="211281" y="0"/>
                    </a:lnTo>
                    <a:lnTo>
                      <a:pt x="72934" y="156989"/>
                    </a:lnTo>
                    <a:lnTo>
                      <a:pt x="0" y="239735"/>
                    </a:lnTo>
                    <a:lnTo>
                      <a:pt x="38593" y="373175"/>
                    </a:lnTo>
                    <a:lnTo>
                      <a:pt x="61814" y="453305"/>
                    </a:lnTo>
                    <a:lnTo>
                      <a:pt x="50040" y="564505"/>
                    </a:lnTo>
                    <a:close/>
                  </a:path>
                </a:pathLst>
              </a:custGeom>
              <a:solidFill>
                <a:srgbClr val="FFB78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8" name="任意形状 40"/>
              <p:cNvSpPr/>
              <p:nvPr/>
            </p:nvSpPr>
            <p:spPr>
              <a:xfrm>
                <a:off x="10247796" y="4241694"/>
                <a:ext cx="148158" cy="216186"/>
              </a:xfrm>
              <a:custGeom>
                <a:avLst/>
                <a:gdLst>
                  <a:gd name="connsiteX0" fmla="*/ 72934 w 148158"/>
                  <a:gd name="connsiteY0" fmla="*/ 0 h 216186"/>
                  <a:gd name="connsiteX1" fmla="*/ 0 w 148158"/>
                  <a:gd name="connsiteY1" fmla="*/ 82746 h 216186"/>
                  <a:gd name="connsiteX2" fmla="*/ 38593 w 148158"/>
                  <a:gd name="connsiteY2" fmla="*/ 216187 h 216186"/>
                  <a:gd name="connsiteX3" fmla="*/ 148158 w 148158"/>
                  <a:gd name="connsiteY3" fmla="*/ 18642 h 216186"/>
                  <a:gd name="connsiteX4" fmla="*/ 72934 w 148158"/>
                  <a:gd name="connsiteY4" fmla="*/ 0 h 216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8158" h="216186">
                    <a:moveTo>
                      <a:pt x="72934" y="0"/>
                    </a:moveTo>
                    <a:lnTo>
                      <a:pt x="0" y="82746"/>
                    </a:lnTo>
                    <a:lnTo>
                      <a:pt x="38593" y="216187"/>
                    </a:lnTo>
                    <a:cubicBezTo>
                      <a:pt x="99426" y="168436"/>
                      <a:pt x="141290" y="95829"/>
                      <a:pt x="148158" y="18642"/>
                    </a:cubicBezTo>
                    <a:cubicBezTo>
                      <a:pt x="122484" y="12428"/>
                      <a:pt x="98118" y="6214"/>
                      <a:pt x="72934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" name="任意形状 41"/>
              <p:cNvSpPr/>
              <p:nvPr/>
            </p:nvSpPr>
            <p:spPr>
              <a:xfrm>
                <a:off x="10003319" y="3737200"/>
                <a:ext cx="462135" cy="640479"/>
              </a:xfrm>
              <a:custGeom>
                <a:avLst/>
                <a:gdLst>
                  <a:gd name="connsiteX0" fmla="*/ 462136 w 462135"/>
                  <a:gd name="connsiteY0" fmla="*/ 236959 h 640479"/>
                  <a:gd name="connsiteX1" fmla="*/ 461318 w 462135"/>
                  <a:gd name="connsiteY1" fmla="*/ 242192 h 640479"/>
                  <a:gd name="connsiteX2" fmla="*/ 459683 w 462135"/>
                  <a:gd name="connsiteY2" fmla="*/ 252167 h 640479"/>
                  <a:gd name="connsiteX3" fmla="*/ 455922 w 462135"/>
                  <a:gd name="connsiteY3" fmla="*/ 276369 h 640479"/>
                  <a:gd name="connsiteX4" fmla="*/ 414385 w 462135"/>
                  <a:gd name="connsiteY4" fmla="*/ 538017 h 640479"/>
                  <a:gd name="connsiteX5" fmla="*/ 143089 w 462135"/>
                  <a:gd name="connsiteY5" fmla="*/ 612096 h 640479"/>
                  <a:gd name="connsiteX6" fmla="*/ 0 w 462135"/>
                  <a:gd name="connsiteY6" fmla="*/ 266067 h 640479"/>
                  <a:gd name="connsiteX7" fmla="*/ 2126 w 462135"/>
                  <a:gd name="connsiteY7" fmla="*/ 218153 h 640479"/>
                  <a:gd name="connsiteX8" fmla="*/ 8994 w 462135"/>
                  <a:gd name="connsiteY8" fmla="*/ 172528 h 640479"/>
                  <a:gd name="connsiteX9" fmla="*/ 11120 w 462135"/>
                  <a:gd name="connsiteY9" fmla="*/ 163370 h 640479"/>
                  <a:gd name="connsiteX10" fmla="*/ 11120 w 462135"/>
                  <a:gd name="connsiteY10" fmla="*/ 163207 h 640479"/>
                  <a:gd name="connsiteX11" fmla="*/ 77840 w 462135"/>
                  <a:gd name="connsiteY11" fmla="*/ 41867 h 640479"/>
                  <a:gd name="connsiteX12" fmla="*/ 149466 w 462135"/>
                  <a:gd name="connsiteY12" fmla="*/ 6545 h 640479"/>
                  <a:gd name="connsiteX13" fmla="*/ 353715 w 462135"/>
                  <a:gd name="connsiteY13" fmla="*/ 51025 h 640479"/>
                  <a:gd name="connsiteX14" fmla="*/ 454777 w 462135"/>
                  <a:gd name="connsiteY14" fmla="*/ 210630 h 640479"/>
                  <a:gd name="connsiteX15" fmla="*/ 460173 w 462135"/>
                  <a:gd name="connsiteY15" fmla="*/ 228946 h 640479"/>
                  <a:gd name="connsiteX16" fmla="*/ 462136 w 462135"/>
                  <a:gd name="connsiteY16" fmla="*/ 237122 h 64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2135" h="640479">
                    <a:moveTo>
                      <a:pt x="462136" y="236959"/>
                    </a:moveTo>
                    <a:lnTo>
                      <a:pt x="461318" y="242192"/>
                    </a:lnTo>
                    <a:lnTo>
                      <a:pt x="459683" y="252167"/>
                    </a:lnTo>
                    <a:lnTo>
                      <a:pt x="455922" y="276369"/>
                    </a:lnTo>
                    <a:lnTo>
                      <a:pt x="414385" y="538017"/>
                    </a:lnTo>
                    <a:cubicBezTo>
                      <a:pt x="414385" y="538017"/>
                      <a:pt x="308090" y="705635"/>
                      <a:pt x="143089" y="612096"/>
                    </a:cubicBezTo>
                    <a:cubicBezTo>
                      <a:pt x="57726" y="563691"/>
                      <a:pt x="327" y="408011"/>
                      <a:pt x="0" y="266067"/>
                    </a:cubicBezTo>
                    <a:cubicBezTo>
                      <a:pt x="0" y="249877"/>
                      <a:pt x="654" y="233851"/>
                      <a:pt x="2126" y="218153"/>
                    </a:cubicBezTo>
                    <a:cubicBezTo>
                      <a:pt x="3598" y="202454"/>
                      <a:pt x="5887" y="187245"/>
                      <a:pt x="8994" y="172528"/>
                    </a:cubicBezTo>
                    <a:cubicBezTo>
                      <a:pt x="9648" y="169421"/>
                      <a:pt x="10302" y="166477"/>
                      <a:pt x="11120" y="163370"/>
                    </a:cubicBezTo>
                    <a:cubicBezTo>
                      <a:pt x="11120" y="163370"/>
                      <a:pt x="11120" y="163370"/>
                      <a:pt x="11120" y="163207"/>
                    </a:cubicBezTo>
                    <a:cubicBezTo>
                      <a:pt x="22894" y="113657"/>
                      <a:pt x="44644" y="70812"/>
                      <a:pt x="77840" y="41867"/>
                    </a:cubicBezTo>
                    <a:cubicBezTo>
                      <a:pt x="97464" y="24697"/>
                      <a:pt x="121339" y="12432"/>
                      <a:pt x="149466" y="6545"/>
                    </a:cubicBezTo>
                    <a:cubicBezTo>
                      <a:pt x="240553" y="-12425"/>
                      <a:pt x="306455" y="12105"/>
                      <a:pt x="353715" y="51025"/>
                    </a:cubicBezTo>
                    <a:cubicBezTo>
                      <a:pt x="412913" y="100084"/>
                      <a:pt x="442512" y="172201"/>
                      <a:pt x="454777" y="210630"/>
                    </a:cubicBezTo>
                    <a:cubicBezTo>
                      <a:pt x="457230" y="218153"/>
                      <a:pt x="458865" y="224367"/>
                      <a:pt x="460173" y="228946"/>
                    </a:cubicBezTo>
                    <a:cubicBezTo>
                      <a:pt x="461645" y="234179"/>
                      <a:pt x="462136" y="237122"/>
                      <a:pt x="462136" y="237122"/>
                    </a:cubicBezTo>
                    <a:close/>
                  </a:path>
                </a:pathLst>
              </a:custGeom>
              <a:solidFill>
                <a:srgbClr val="FFB78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" name="任意形状 42"/>
              <p:cNvSpPr/>
              <p:nvPr/>
            </p:nvSpPr>
            <p:spPr>
              <a:xfrm>
                <a:off x="10130872" y="4050364"/>
                <a:ext cx="51511" cy="137855"/>
              </a:xfrm>
              <a:custGeom>
                <a:avLst/>
                <a:gdLst>
                  <a:gd name="connsiteX0" fmla="*/ 45134 w 51511"/>
                  <a:gd name="connsiteY0" fmla="*/ 137856 h 137855"/>
                  <a:gd name="connsiteX1" fmla="*/ 26655 w 51511"/>
                  <a:gd name="connsiteY1" fmla="*/ 131969 h 137855"/>
                  <a:gd name="connsiteX2" fmla="*/ 13573 w 51511"/>
                  <a:gd name="connsiteY2" fmla="*/ 110056 h 137855"/>
                  <a:gd name="connsiteX3" fmla="*/ 0 w 51511"/>
                  <a:gd name="connsiteY3" fmla="*/ 2126 h 137855"/>
                  <a:gd name="connsiteX4" fmla="*/ 16190 w 51511"/>
                  <a:gd name="connsiteY4" fmla="*/ 0 h 137855"/>
                  <a:gd name="connsiteX5" fmla="*/ 29762 w 51511"/>
                  <a:gd name="connsiteY5" fmla="*/ 107930 h 137855"/>
                  <a:gd name="connsiteX6" fmla="*/ 36140 w 51511"/>
                  <a:gd name="connsiteY6" fmla="*/ 118559 h 137855"/>
                  <a:gd name="connsiteX7" fmla="*/ 48241 w 51511"/>
                  <a:gd name="connsiteY7" fmla="*/ 121176 h 137855"/>
                  <a:gd name="connsiteX8" fmla="*/ 51512 w 51511"/>
                  <a:gd name="connsiteY8" fmla="*/ 137202 h 137855"/>
                  <a:gd name="connsiteX9" fmla="*/ 45134 w 51511"/>
                  <a:gd name="connsiteY9" fmla="*/ 137856 h 137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511" h="137855">
                    <a:moveTo>
                      <a:pt x="45134" y="137856"/>
                    </a:moveTo>
                    <a:cubicBezTo>
                      <a:pt x="38593" y="137856"/>
                      <a:pt x="32052" y="135893"/>
                      <a:pt x="26655" y="131969"/>
                    </a:cubicBezTo>
                    <a:cubicBezTo>
                      <a:pt x="19460" y="126899"/>
                      <a:pt x="14718" y="118886"/>
                      <a:pt x="13573" y="110056"/>
                    </a:cubicBezTo>
                    <a:lnTo>
                      <a:pt x="0" y="2126"/>
                    </a:lnTo>
                    <a:lnTo>
                      <a:pt x="16190" y="0"/>
                    </a:lnTo>
                    <a:lnTo>
                      <a:pt x="29762" y="107930"/>
                    </a:lnTo>
                    <a:cubicBezTo>
                      <a:pt x="30253" y="112181"/>
                      <a:pt x="32543" y="116106"/>
                      <a:pt x="36140" y="118559"/>
                    </a:cubicBezTo>
                    <a:cubicBezTo>
                      <a:pt x="39738" y="121176"/>
                      <a:pt x="43990" y="121993"/>
                      <a:pt x="48241" y="121176"/>
                    </a:cubicBezTo>
                    <a:lnTo>
                      <a:pt x="51512" y="137202"/>
                    </a:lnTo>
                    <a:cubicBezTo>
                      <a:pt x="49386" y="137692"/>
                      <a:pt x="47260" y="137856"/>
                      <a:pt x="45134" y="137856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1" name="任意形状 43"/>
              <p:cNvSpPr/>
              <p:nvPr/>
            </p:nvSpPr>
            <p:spPr>
              <a:xfrm>
                <a:off x="10219902" y="4028134"/>
                <a:ext cx="21610" cy="29574"/>
              </a:xfrm>
              <a:custGeom>
                <a:avLst/>
                <a:gdLst>
                  <a:gd name="connsiteX0" fmla="*/ 421 w 21610"/>
                  <a:gd name="connsiteY0" fmla="*/ 16996 h 29574"/>
                  <a:gd name="connsiteX1" fmla="*/ 13830 w 21610"/>
                  <a:gd name="connsiteY1" fmla="*/ 29425 h 29574"/>
                  <a:gd name="connsiteX2" fmla="*/ 21189 w 21610"/>
                  <a:gd name="connsiteY2" fmla="*/ 12581 h 29574"/>
                  <a:gd name="connsiteX3" fmla="*/ 7780 w 21610"/>
                  <a:gd name="connsiteY3" fmla="*/ 153 h 29574"/>
                  <a:gd name="connsiteX4" fmla="*/ 421 w 21610"/>
                  <a:gd name="connsiteY4" fmla="*/ 16996 h 29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610" h="29574">
                    <a:moveTo>
                      <a:pt x="421" y="16996"/>
                    </a:moveTo>
                    <a:cubicBezTo>
                      <a:pt x="2056" y="25009"/>
                      <a:pt x="8107" y="30569"/>
                      <a:pt x="13830" y="29425"/>
                    </a:cubicBezTo>
                    <a:cubicBezTo>
                      <a:pt x="19554" y="28280"/>
                      <a:pt x="22825" y="20758"/>
                      <a:pt x="21189" y="12581"/>
                    </a:cubicBezTo>
                    <a:cubicBezTo>
                      <a:pt x="19554" y="4405"/>
                      <a:pt x="13503" y="-992"/>
                      <a:pt x="7780" y="153"/>
                    </a:cubicBezTo>
                    <a:cubicBezTo>
                      <a:pt x="2056" y="1298"/>
                      <a:pt x="-1214" y="8820"/>
                      <a:pt x="421" y="16996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" name="任意形状 44"/>
              <p:cNvSpPr/>
              <p:nvPr/>
            </p:nvSpPr>
            <p:spPr>
              <a:xfrm>
                <a:off x="10061278" y="4061007"/>
                <a:ext cx="21610" cy="29570"/>
              </a:xfrm>
              <a:custGeom>
                <a:avLst/>
                <a:gdLst>
                  <a:gd name="connsiteX0" fmla="*/ 421 w 21610"/>
                  <a:gd name="connsiteY0" fmla="*/ 16993 h 29570"/>
                  <a:gd name="connsiteX1" fmla="*/ 13830 w 21610"/>
                  <a:gd name="connsiteY1" fmla="*/ 29421 h 29570"/>
                  <a:gd name="connsiteX2" fmla="*/ 21189 w 21610"/>
                  <a:gd name="connsiteY2" fmla="*/ 12578 h 29570"/>
                  <a:gd name="connsiteX3" fmla="*/ 7780 w 21610"/>
                  <a:gd name="connsiteY3" fmla="*/ 149 h 29570"/>
                  <a:gd name="connsiteX4" fmla="*/ 421 w 21610"/>
                  <a:gd name="connsiteY4" fmla="*/ 16993 h 2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610" h="29570">
                    <a:moveTo>
                      <a:pt x="421" y="16993"/>
                    </a:moveTo>
                    <a:cubicBezTo>
                      <a:pt x="2056" y="25006"/>
                      <a:pt x="8107" y="30566"/>
                      <a:pt x="13830" y="29421"/>
                    </a:cubicBezTo>
                    <a:cubicBezTo>
                      <a:pt x="19554" y="28276"/>
                      <a:pt x="22825" y="20754"/>
                      <a:pt x="21189" y="12578"/>
                    </a:cubicBezTo>
                    <a:cubicBezTo>
                      <a:pt x="19554" y="4565"/>
                      <a:pt x="13503" y="-995"/>
                      <a:pt x="7780" y="149"/>
                    </a:cubicBezTo>
                    <a:cubicBezTo>
                      <a:pt x="2056" y="1294"/>
                      <a:pt x="-1214" y="8816"/>
                      <a:pt x="421" y="16993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" name="任意形状 45"/>
              <p:cNvSpPr/>
              <p:nvPr/>
            </p:nvSpPr>
            <p:spPr>
              <a:xfrm>
                <a:off x="10217216" y="4167451"/>
                <a:ext cx="32514" cy="51348"/>
              </a:xfrm>
              <a:custGeom>
                <a:avLst/>
                <a:gdLst>
                  <a:gd name="connsiteX0" fmla="*/ 4252 w 32514"/>
                  <a:gd name="connsiteY0" fmla="*/ 51185 h 51348"/>
                  <a:gd name="connsiteX1" fmla="*/ 0 w 32514"/>
                  <a:gd name="connsiteY1" fmla="*/ 35486 h 51348"/>
                  <a:gd name="connsiteX2" fmla="*/ 13900 w 32514"/>
                  <a:gd name="connsiteY2" fmla="*/ 24039 h 51348"/>
                  <a:gd name="connsiteX3" fmla="*/ 14554 w 32514"/>
                  <a:gd name="connsiteY3" fmla="*/ 6051 h 51348"/>
                  <a:gd name="connsiteX4" fmla="*/ 29762 w 32514"/>
                  <a:gd name="connsiteY4" fmla="*/ 0 h 51348"/>
                  <a:gd name="connsiteX5" fmla="*/ 28454 w 32514"/>
                  <a:gd name="connsiteY5" fmla="*/ 31398 h 51348"/>
                  <a:gd name="connsiteX6" fmla="*/ 4252 w 32514"/>
                  <a:gd name="connsiteY6" fmla="*/ 51348 h 51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514" h="51348">
                    <a:moveTo>
                      <a:pt x="4252" y="51185"/>
                    </a:moveTo>
                    <a:lnTo>
                      <a:pt x="0" y="35486"/>
                    </a:lnTo>
                    <a:cubicBezTo>
                      <a:pt x="5887" y="33851"/>
                      <a:pt x="11120" y="29599"/>
                      <a:pt x="13900" y="24039"/>
                    </a:cubicBezTo>
                    <a:cubicBezTo>
                      <a:pt x="16680" y="18479"/>
                      <a:pt x="16844" y="11774"/>
                      <a:pt x="14554" y="6051"/>
                    </a:cubicBezTo>
                    <a:lnTo>
                      <a:pt x="29762" y="0"/>
                    </a:lnTo>
                    <a:cubicBezTo>
                      <a:pt x="33851" y="9975"/>
                      <a:pt x="33360" y="21749"/>
                      <a:pt x="28454" y="31398"/>
                    </a:cubicBezTo>
                    <a:cubicBezTo>
                      <a:pt x="23712" y="41046"/>
                      <a:pt x="14554" y="48568"/>
                      <a:pt x="4252" y="51348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" name="任意形状 46"/>
              <p:cNvSpPr/>
              <p:nvPr/>
            </p:nvSpPr>
            <p:spPr>
              <a:xfrm>
                <a:off x="10181946" y="3963836"/>
                <a:ext cx="80894" cy="37276"/>
              </a:xfrm>
              <a:custGeom>
                <a:avLst/>
                <a:gdLst>
                  <a:gd name="connsiteX0" fmla="*/ 60127 w 80894"/>
                  <a:gd name="connsiteY0" fmla="*/ 675 h 37276"/>
                  <a:gd name="connsiteX1" fmla="*/ 73700 w 80894"/>
                  <a:gd name="connsiteY1" fmla="*/ 4436 h 37276"/>
                  <a:gd name="connsiteX2" fmla="*/ 80895 w 80894"/>
                  <a:gd name="connsiteY2" fmla="*/ 15556 h 37276"/>
                  <a:gd name="connsiteX3" fmla="*/ 65687 w 80894"/>
                  <a:gd name="connsiteY3" fmla="*/ 31091 h 37276"/>
                  <a:gd name="connsiteX4" fmla="*/ 16137 w 80894"/>
                  <a:gd name="connsiteY4" fmla="*/ 35997 h 37276"/>
                  <a:gd name="connsiteX5" fmla="*/ 1256 w 80894"/>
                  <a:gd name="connsiteY5" fmla="*/ 27657 h 37276"/>
                  <a:gd name="connsiteX6" fmla="*/ 18426 w 80894"/>
                  <a:gd name="connsiteY6" fmla="*/ 4926 h 37276"/>
                  <a:gd name="connsiteX7" fmla="*/ 60127 w 80894"/>
                  <a:gd name="connsiteY7" fmla="*/ 675 h 37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0894" h="37276">
                    <a:moveTo>
                      <a:pt x="60127" y="675"/>
                    </a:moveTo>
                    <a:cubicBezTo>
                      <a:pt x="64869" y="1165"/>
                      <a:pt x="69611" y="2146"/>
                      <a:pt x="73700" y="4436"/>
                    </a:cubicBezTo>
                    <a:cubicBezTo>
                      <a:pt x="77788" y="6889"/>
                      <a:pt x="80895" y="10977"/>
                      <a:pt x="80895" y="15556"/>
                    </a:cubicBezTo>
                    <a:cubicBezTo>
                      <a:pt x="80895" y="23078"/>
                      <a:pt x="73045" y="28311"/>
                      <a:pt x="65687" y="31091"/>
                    </a:cubicBezTo>
                    <a:cubicBezTo>
                      <a:pt x="49988" y="36978"/>
                      <a:pt x="32654" y="38777"/>
                      <a:pt x="16137" y="35997"/>
                    </a:cubicBezTo>
                    <a:cubicBezTo>
                      <a:pt x="10250" y="35016"/>
                      <a:pt x="3872" y="32890"/>
                      <a:pt x="1256" y="27657"/>
                    </a:cubicBezTo>
                    <a:cubicBezTo>
                      <a:pt x="-4631" y="15556"/>
                      <a:pt x="11722" y="7216"/>
                      <a:pt x="18426" y="4926"/>
                    </a:cubicBezTo>
                    <a:cubicBezTo>
                      <a:pt x="31509" y="347"/>
                      <a:pt x="46390" y="-961"/>
                      <a:pt x="60127" y="675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" name="任意形状 47"/>
              <p:cNvSpPr/>
              <p:nvPr/>
            </p:nvSpPr>
            <p:spPr>
              <a:xfrm>
                <a:off x="10024412" y="3995603"/>
                <a:ext cx="69316" cy="37262"/>
              </a:xfrm>
              <a:custGeom>
                <a:avLst/>
                <a:gdLst>
                  <a:gd name="connsiteX0" fmla="*/ 49062 w 69316"/>
                  <a:gd name="connsiteY0" fmla="*/ 142 h 37262"/>
                  <a:gd name="connsiteX1" fmla="*/ 61326 w 69316"/>
                  <a:gd name="connsiteY1" fmla="*/ 1450 h 37262"/>
                  <a:gd name="connsiteX2" fmla="*/ 69176 w 69316"/>
                  <a:gd name="connsiteY2" fmla="*/ 9953 h 37262"/>
                  <a:gd name="connsiteX3" fmla="*/ 58219 w 69316"/>
                  <a:gd name="connsiteY3" fmla="*/ 25652 h 37262"/>
                  <a:gd name="connsiteX4" fmla="*/ 16029 w 69316"/>
                  <a:gd name="connsiteY4" fmla="*/ 37263 h 37262"/>
                  <a:gd name="connsiteX5" fmla="*/ 1965 w 69316"/>
                  <a:gd name="connsiteY5" fmla="*/ 32357 h 37262"/>
                  <a:gd name="connsiteX6" fmla="*/ 13412 w 69316"/>
                  <a:gd name="connsiteY6" fmla="*/ 10117 h 37262"/>
                  <a:gd name="connsiteX7" fmla="*/ 48898 w 69316"/>
                  <a:gd name="connsiteY7" fmla="*/ 142 h 37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9316" h="37262">
                    <a:moveTo>
                      <a:pt x="49062" y="142"/>
                    </a:moveTo>
                    <a:cubicBezTo>
                      <a:pt x="53150" y="-186"/>
                      <a:pt x="57565" y="-22"/>
                      <a:pt x="61326" y="1450"/>
                    </a:cubicBezTo>
                    <a:cubicBezTo>
                      <a:pt x="65088" y="2922"/>
                      <a:pt x="68522" y="6029"/>
                      <a:pt x="69176" y="9953"/>
                    </a:cubicBezTo>
                    <a:cubicBezTo>
                      <a:pt x="70321" y="16495"/>
                      <a:pt x="64270" y="22218"/>
                      <a:pt x="58219" y="25652"/>
                    </a:cubicBezTo>
                    <a:cubicBezTo>
                      <a:pt x="45464" y="33175"/>
                      <a:pt x="30746" y="37099"/>
                      <a:pt x="16029" y="37263"/>
                    </a:cubicBezTo>
                    <a:cubicBezTo>
                      <a:pt x="10796" y="37263"/>
                      <a:pt x="4909" y="36445"/>
                      <a:pt x="1965" y="32357"/>
                    </a:cubicBezTo>
                    <a:cubicBezTo>
                      <a:pt x="-4903" y="22709"/>
                      <a:pt x="8016" y="13060"/>
                      <a:pt x="13412" y="10117"/>
                    </a:cubicBezTo>
                    <a:cubicBezTo>
                      <a:pt x="24042" y="4230"/>
                      <a:pt x="36797" y="959"/>
                      <a:pt x="48898" y="142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" name="任意形状 48"/>
              <p:cNvSpPr/>
              <p:nvPr/>
            </p:nvSpPr>
            <p:spPr>
              <a:xfrm>
                <a:off x="9989811" y="3732514"/>
                <a:ext cx="475643" cy="246877"/>
              </a:xfrm>
              <a:custGeom>
                <a:avLst/>
                <a:gdLst>
                  <a:gd name="connsiteX0" fmla="*/ 475643 w 475643"/>
                  <a:gd name="connsiteY0" fmla="*/ 241644 h 246877"/>
                  <a:gd name="connsiteX1" fmla="*/ 474826 w 475643"/>
                  <a:gd name="connsiteY1" fmla="*/ 246877 h 246877"/>
                  <a:gd name="connsiteX2" fmla="*/ 344329 w 475643"/>
                  <a:gd name="connsiteY2" fmla="*/ 150395 h 246877"/>
                  <a:gd name="connsiteX3" fmla="*/ 118330 w 475643"/>
                  <a:gd name="connsiteY3" fmla="*/ 197164 h 246877"/>
                  <a:gd name="connsiteX4" fmla="*/ 24628 w 475643"/>
                  <a:gd name="connsiteY4" fmla="*/ 167729 h 246877"/>
                  <a:gd name="connsiteX5" fmla="*/ 10891 w 475643"/>
                  <a:gd name="connsiteY5" fmla="*/ 151703 h 246877"/>
                  <a:gd name="connsiteX6" fmla="*/ 8111 w 475643"/>
                  <a:gd name="connsiteY6" fmla="*/ 80077 h 246877"/>
                  <a:gd name="connsiteX7" fmla="*/ 162974 w 475643"/>
                  <a:gd name="connsiteY7" fmla="*/ 2891 h 246877"/>
                  <a:gd name="connsiteX8" fmla="*/ 367223 w 475643"/>
                  <a:gd name="connsiteY8" fmla="*/ 55547 h 246877"/>
                  <a:gd name="connsiteX9" fmla="*/ 468284 w 475643"/>
                  <a:gd name="connsiteY9" fmla="*/ 215152 h 246877"/>
                  <a:gd name="connsiteX10" fmla="*/ 473681 w 475643"/>
                  <a:gd name="connsiteY10" fmla="*/ 233468 h 246877"/>
                  <a:gd name="connsiteX11" fmla="*/ 475643 w 475643"/>
                  <a:gd name="connsiteY11" fmla="*/ 241644 h 246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75643" h="246877">
                    <a:moveTo>
                      <a:pt x="475643" y="241644"/>
                    </a:moveTo>
                    <a:lnTo>
                      <a:pt x="474826" y="246877"/>
                    </a:lnTo>
                    <a:cubicBezTo>
                      <a:pt x="419880" y="236411"/>
                      <a:pt x="370166" y="200108"/>
                      <a:pt x="344329" y="150395"/>
                    </a:cubicBezTo>
                    <a:cubicBezTo>
                      <a:pt x="271885" y="181138"/>
                      <a:pt x="196825" y="200598"/>
                      <a:pt x="118330" y="197164"/>
                    </a:cubicBezTo>
                    <a:cubicBezTo>
                      <a:pt x="85134" y="195692"/>
                      <a:pt x="48503" y="189151"/>
                      <a:pt x="24628" y="167729"/>
                    </a:cubicBezTo>
                    <a:cubicBezTo>
                      <a:pt x="19395" y="163150"/>
                      <a:pt x="14816" y="157753"/>
                      <a:pt x="10891" y="151703"/>
                    </a:cubicBezTo>
                    <a:cubicBezTo>
                      <a:pt x="-2518" y="130607"/>
                      <a:pt x="-3663" y="102317"/>
                      <a:pt x="8111" y="80077"/>
                    </a:cubicBezTo>
                    <a:cubicBezTo>
                      <a:pt x="19885" y="57837"/>
                      <a:pt x="77775" y="13684"/>
                      <a:pt x="162974" y="2891"/>
                    </a:cubicBezTo>
                    <a:cubicBezTo>
                      <a:pt x="255205" y="-8884"/>
                      <a:pt x="319963" y="16627"/>
                      <a:pt x="367223" y="55547"/>
                    </a:cubicBezTo>
                    <a:cubicBezTo>
                      <a:pt x="426421" y="104606"/>
                      <a:pt x="456020" y="176723"/>
                      <a:pt x="468284" y="215152"/>
                    </a:cubicBezTo>
                    <a:cubicBezTo>
                      <a:pt x="470737" y="222675"/>
                      <a:pt x="472373" y="228889"/>
                      <a:pt x="473681" y="233468"/>
                    </a:cubicBezTo>
                    <a:cubicBezTo>
                      <a:pt x="475153" y="238701"/>
                      <a:pt x="475643" y="241644"/>
                      <a:pt x="475643" y="241644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" name="任意形状 49"/>
              <p:cNvSpPr/>
              <p:nvPr/>
            </p:nvSpPr>
            <p:spPr>
              <a:xfrm>
                <a:off x="10003319" y="3778904"/>
                <a:ext cx="77840" cy="224363"/>
              </a:xfrm>
              <a:custGeom>
                <a:avLst/>
                <a:gdLst>
                  <a:gd name="connsiteX0" fmla="*/ 77840 w 77840"/>
                  <a:gd name="connsiteY0" fmla="*/ 0 h 224363"/>
                  <a:gd name="connsiteX1" fmla="*/ 0 w 77840"/>
                  <a:gd name="connsiteY1" fmla="*/ 224363 h 224363"/>
                  <a:gd name="connsiteX2" fmla="*/ 2126 w 77840"/>
                  <a:gd name="connsiteY2" fmla="*/ 176449 h 224363"/>
                  <a:gd name="connsiteX3" fmla="*/ 8994 w 77840"/>
                  <a:gd name="connsiteY3" fmla="*/ 130824 h 224363"/>
                  <a:gd name="connsiteX4" fmla="*/ 11120 w 77840"/>
                  <a:gd name="connsiteY4" fmla="*/ 121666 h 224363"/>
                  <a:gd name="connsiteX5" fmla="*/ 11120 w 77840"/>
                  <a:gd name="connsiteY5" fmla="*/ 121503 h 224363"/>
                  <a:gd name="connsiteX6" fmla="*/ 77840 w 77840"/>
                  <a:gd name="connsiteY6" fmla="*/ 164 h 2243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7840" h="224363">
                    <a:moveTo>
                      <a:pt x="77840" y="0"/>
                    </a:moveTo>
                    <a:cubicBezTo>
                      <a:pt x="67374" y="78985"/>
                      <a:pt x="40719" y="155844"/>
                      <a:pt x="0" y="224363"/>
                    </a:cubicBezTo>
                    <a:cubicBezTo>
                      <a:pt x="0" y="208174"/>
                      <a:pt x="654" y="192148"/>
                      <a:pt x="2126" y="176449"/>
                    </a:cubicBezTo>
                    <a:cubicBezTo>
                      <a:pt x="3598" y="160750"/>
                      <a:pt x="5887" y="145542"/>
                      <a:pt x="8994" y="130824"/>
                    </a:cubicBezTo>
                    <a:cubicBezTo>
                      <a:pt x="9648" y="127717"/>
                      <a:pt x="10302" y="124773"/>
                      <a:pt x="11120" y="121666"/>
                    </a:cubicBezTo>
                    <a:cubicBezTo>
                      <a:pt x="11120" y="121666"/>
                      <a:pt x="11120" y="121666"/>
                      <a:pt x="11120" y="121503"/>
                    </a:cubicBezTo>
                    <a:cubicBezTo>
                      <a:pt x="22894" y="71953"/>
                      <a:pt x="44644" y="29108"/>
                      <a:pt x="77840" y="164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" name="任意形状 50"/>
              <p:cNvSpPr/>
              <p:nvPr/>
            </p:nvSpPr>
            <p:spPr>
              <a:xfrm>
                <a:off x="9185833" y="4286159"/>
                <a:ext cx="2529204" cy="1581022"/>
              </a:xfrm>
              <a:custGeom>
                <a:avLst/>
                <a:gdLst>
                  <a:gd name="connsiteX0" fmla="*/ 2060477 w 2529204"/>
                  <a:gd name="connsiteY0" fmla="*/ 546696 h 1581022"/>
                  <a:gd name="connsiteX1" fmla="*/ 1618946 w 2529204"/>
                  <a:gd name="connsiteY1" fmla="*/ 444489 h 1581022"/>
                  <a:gd name="connsiteX2" fmla="*/ 1467681 w 2529204"/>
                  <a:gd name="connsiteY2" fmla="*/ 816520 h 1581022"/>
                  <a:gd name="connsiteX3" fmla="*/ 2477479 w 2529204"/>
                  <a:gd name="connsiteY3" fmla="*/ 951432 h 1581022"/>
                  <a:gd name="connsiteX4" fmla="*/ 1798829 w 2529204"/>
                  <a:gd name="connsiteY4" fmla="*/ 2959 h 1581022"/>
                  <a:gd name="connsiteX5" fmla="*/ 1425654 w 2529204"/>
                  <a:gd name="connsiteY5" fmla="*/ 114486 h 1581022"/>
                  <a:gd name="connsiteX6" fmla="*/ 1124268 w 2529204"/>
                  <a:gd name="connsiteY6" fmla="*/ 252342 h 1581022"/>
                  <a:gd name="connsiteX7" fmla="*/ 817650 w 2529204"/>
                  <a:gd name="connsiteY7" fmla="*/ 456754 h 1581022"/>
                  <a:gd name="connsiteX8" fmla="*/ 727708 w 2529204"/>
                  <a:gd name="connsiteY8" fmla="*/ 910550 h 1581022"/>
                  <a:gd name="connsiteX9" fmla="*/ 335236 w 2529204"/>
                  <a:gd name="connsiteY9" fmla="*/ 456754 h 1581022"/>
                  <a:gd name="connsiteX10" fmla="*/ 0 w 2529204"/>
                  <a:gd name="connsiteY10" fmla="*/ 697961 h 1581022"/>
                  <a:gd name="connsiteX11" fmla="*/ 502855 w 2529204"/>
                  <a:gd name="connsiteY11" fmla="*/ 1581022 h 1581022"/>
                  <a:gd name="connsiteX12" fmla="*/ 2023683 w 2529204"/>
                  <a:gd name="connsiteY12" fmla="*/ 1168109 h 1581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29204" h="1581022">
                    <a:moveTo>
                      <a:pt x="2060477" y="546696"/>
                    </a:moveTo>
                    <a:lnTo>
                      <a:pt x="1618946" y="444489"/>
                    </a:lnTo>
                    <a:lnTo>
                      <a:pt x="1467681" y="816520"/>
                    </a:lnTo>
                    <a:cubicBezTo>
                      <a:pt x="1467681" y="816520"/>
                      <a:pt x="2215831" y="1347992"/>
                      <a:pt x="2477479" y="951432"/>
                    </a:cubicBezTo>
                    <a:cubicBezTo>
                      <a:pt x="2739127" y="554872"/>
                      <a:pt x="1929653" y="27488"/>
                      <a:pt x="1798829" y="2959"/>
                    </a:cubicBezTo>
                    <a:cubicBezTo>
                      <a:pt x="1668005" y="-21571"/>
                      <a:pt x="1425654" y="114486"/>
                      <a:pt x="1425654" y="114486"/>
                    </a:cubicBezTo>
                    <a:cubicBezTo>
                      <a:pt x="1425654" y="114486"/>
                      <a:pt x="1324593" y="428136"/>
                      <a:pt x="1124268" y="252342"/>
                    </a:cubicBezTo>
                    <a:cubicBezTo>
                      <a:pt x="1124268" y="252342"/>
                      <a:pt x="850356" y="354548"/>
                      <a:pt x="817650" y="456754"/>
                    </a:cubicBezTo>
                    <a:cubicBezTo>
                      <a:pt x="784944" y="558960"/>
                      <a:pt x="727708" y="910550"/>
                      <a:pt x="727708" y="910550"/>
                    </a:cubicBezTo>
                    <a:lnTo>
                      <a:pt x="335236" y="456754"/>
                    </a:lnTo>
                    <a:lnTo>
                      <a:pt x="0" y="697961"/>
                    </a:lnTo>
                    <a:lnTo>
                      <a:pt x="502855" y="1581022"/>
                    </a:lnTo>
                    <a:lnTo>
                      <a:pt x="2023683" y="1168109"/>
                    </a:lnTo>
                  </a:path>
                </a:pathLst>
              </a:custGeom>
              <a:solidFill>
                <a:schemeClr val="accent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9" name="任意形状 51"/>
              <p:cNvSpPr/>
              <p:nvPr/>
            </p:nvSpPr>
            <p:spPr>
              <a:xfrm>
                <a:off x="10655640" y="4681753"/>
                <a:ext cx="573826" cy="331148"/>
              </a:xfrm>
              <a:custGeom>
                <a:avLst/>
                <a:gdLst>
                  <a:gd name="connsiteX0" fmla="*/ 573827 w 573826"/>
                  <a:gd name="connsiteY0" fmla="*/ 147177 h 331148"/>
                  <a:gd name="connsiteX1" fmla="*/ 130824 w 573826"/>
                  <a:gd name="connsiteY1" fmla="*/ 0 h 331148"/>
                  <a:gd name="connsiteX2" fmla="*/ 0 w 573826"/>
                  <a:gd name="connsiteY2" fmla="*/ 331148 h 331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3826" h="331148">
                    <a:moveTo>
                      <a:pt x="573827" y="147177"/>
                    </a:moveTo>
                    <a:lnTo>
                      <a:pt x="130824" y="0"/>
                    </a:lnTo>
                    <a:lnTo>
                      <a:pt x="0" y="331148"/>
                    </a:lnTo>
                  </a:path>
                </a:pathLst>
              </a:custGeom>
              <a:solidFill>
                <a:schemeClr val="accent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0" name="任意形状 52"/>
              <p:cNvSpPr/>
              <p:nvPr/>
            </p:nvSpPr>
            <p:spPr>
              <a:xfrm>
                <a:off x="10482949" y="4695307"/>
                <a:ext cx="349303" cy="361092"/>
              </a:xfrm>
              <a:custGeom>
                <a:avLst/>
                <a:gdLst>
                  <a:gd name="connsiteX0" fmla="*/ 187899 w 349303"/>
                  <a:gd name="connsiteY0" fmla="*/ 80475 h 361092"/>
                  <a:gd name="connsiteX1" fmla="*/ 145545 w 349303"/>
                  <a:gd name="connsiteY1" fmla="*/ 3943 h 361092"/>
                  <a:gd name="connsiteX2" fmla="*/ 273262 w 349303"/>
                  <a:gd name="connsiteY2" fmla="*/ 72462 h 361092"/>
                  <a:gd name="connsiteX3" fmla="*/ 349303 w 349303"/>
                  <a:gd name="connsiteY3" fmla="*/ 130188 h 361092"/>
                  <a:gd name="connsiteX4" fmla="*/ 238103 w 349303"/>
                  <a:gd name="connsiteY4" fmla="*/ 361092 h 361092"/>
                  <a:gd name="connsiteX5" fmla="*/ 7689 w 349303"/>
                  <a:gd name="connsiteY5" fmla="*/ 167309 h 361092"/>
                  <a:gd name="connsiteX6" fmla="*/ 25023 w 349303"/>
                  <a:gd name="connsiteY6" fmla="*/ 146214 h 361092"/>
                  <a:gd name="connsiteX7" fmla="*/ 3 w 349303"/>
                  <a:gd name="connsiteY7" fmla="*/ 115961 h 361092"/>
                  <a:gd name="connsiteX8" fmla="*/ 17337 w 349303"/>
                  <a:gd name="connsiteY8" fmla="*/ 94865 h 361092"/>
                  <a:gd name="connsiteX9" fmla="*/ 12104 w 349303"/>
                  <a:gd name="connsiteY9" fmla="*/ 62814 h 361092"/>
                  <a:gd name="connsiteX10" fmla="*/ 187899 w 349303"/>
                  <a:gd name="connsiteY10" fmla="*/ 80311 h 361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49303" h="361092">
                    <a:moveTo>
                      <a:pt x="187899" y="80475"/>
                    </a:moveTo>
                    <a:cubicBezTo>
                      <a:pt x="143746" y="55291"/>
                      <a:pt x="129355" y="24875"/>
                      <a:pt x="145545" y="3943"/>
                    </a:cubicBezTo>
                    <a:cubicBezTo>
                      <a:pt x="158791" y="-13228"/>
                      <a:pt x="223712" y="28636"/>
                      <a:pt x="273262" y="72462"/>
                    </a:cubicBezTo>
                    <a:cubicBezTo>
                      <a:pt x="306622" y="101897"/>
                      <a:pt x="349303" y="130188"/>
                      <a:pt x="349303" y="130188"/>
                    </a:cubicBezTo>
                    <a:lnTo>
                      <a:pt x="238103" y="361092"/>
                    </a:lnTo>
                    <a:cubicBezTo>
                      <a:pt x="238103" y="361092"/>
                      <a:pt x="6708" y="202795"/>
                      <a:pt x="7689" y="167309"/>
                    </a:cubicBezTo>
                    <a:cubicBezTo>
                      <a:pt x="8343" y="146050"/>
                      <a:pt x="25023" y="146214"/>
                      <a:pt x="25023" y="146214"/>
                    </a:cubicBezTo>
                    <a:cubicBezTo>
                      <a:pt x="25023" y="146214"/>
                      <a:pt x="-324" y="132968"/>
                      <a:pt x="3" y="115961"/>
                    </a:cubicBezTo>
                    <a:cubicBezTo>
                      <a:pt x="330" y="98954"/>
                      <a:pt x="17337" y="94865"/>
                      <a:pt x="17337" y="94865"/>
                    </a:cubicBezTo>
                    <a:cubicBezTo>
                      <a:pt x="17337" y="94865"/>
                      <a:pt x="-2940" y="80311"/>
                      <a:pt x="12104" y="62814"/>
                    </a:cubicBezTo>
                    <a:cubicBezTo>
                      <a:pt x="28457" y="43681"/>
                      <a:pt x="109405" y="59379"/>
                      <a:pt x="187899" y="80311"/>
                    </a:cubicBezTo>
                    <a:close/>
                  </a:path>
                </a:pathLst>
              </a:custGeom>
              <a:solidFill>
                <a:srgbClr val="FFB78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1" name="任意形状 53"/>
              <p:cNvSpPr/>
              <p:nvPr/>
            </p:nvSpPr>
            <p:spPr>
              <a:xfrm>
                <a:off x="10499959" y="4782160"/>
                <a:ext cx="118232" cy="43171"/>
              </a:xfrm>
              <a:custGeom>
                <a:avLst/>
                <a:gdLst>
                  <a:gd name="connsiteX0" fmla="*/ 112018 w 118232"/>
                  <a:gd name="connsiteY0" fmla="*/ 43172 h 43171"/>
                  <a:gd name="connsiteX1" fmla="*/ 0 w 118232"/>
                  <a:gd name="connsiteY1" fmla="*/ 16353 h 43171"/>
                  <a:gd name="connsiteX2" fmla="*/ 981 w 118232"/>
                  <a:gd name="connsiteY2" fmla="*/ 0 h 43171"/>
                  <a:gd name="connsiteX3" fmla="*/ 118232 w 118232"/>
                  <a:gd name="connsiteY3" fmla="*/ 27964 h 43171"/>
                  <a:gd name="connsiteX4" fmla="*/ 112182 w 118232"/>
                  <a:gd name="connsiteY4" fmla="*/ 43172 h 43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8232" h="43171">
                    <a:moveTo>
                      <a:pt x="112018" y="43172"/>
                    </a:moveTo>
                    <a:cubicBezTo>
                      <a:pt x="52657" y="19624"/>
                      <a:pt x="491" y="16353"/>
                      <a:pt x="0" y="16353"/>
                    </a:cubicBezTo>
                    <a:lnTo>
                      <a:pt x="981" y="0"/>
                    </a:lnTo>
                    <a:cubicBezTo>
                      <a:pt x="3271" y="0"/>
                      <a:pt x="56254" y="3271"/>
                      <a:pt x="118232" y="27964"/>
                    </a:cubicBezTo>
                    <a:lnTo>
                      <a:pt x="112182" y="43172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2" name="任意形状 54"/>
              <p:cNvSpPr/>
              <p:nvPr/>
            </p:nvSpPr>
            <p:spPr>
              <a:xfrm>
                <a:off x="10506174" y="4833508"/>
                <a:ext cx="96155" cy="44643"/>
              </a:xfrm>
              <a:custGeom>
                <a:avLst/>
                <a:gdLst>
                  <a:gd name="connsiteX0" fmla="*/ 89941 w 96155"/>
                  <a:gd name="connsiteY0" fmla="*/ 44644 h 44643"/>
                  <a:gd name="connsiteX1" fmla="*/ 0 w 96155"/>
                  <a:gd name="connsiteY1" fmla="*/ 15862 h 44643"/>
                  <a:gd name="connsiteX2" fmla="*/ 3761 w 96155"/>
                  <a:gd name="connsiteY2" fmla="*/ 0 h 44643"/>
                  <a:gd name="connsiteX3" fmla="*/ 96156 w 96155"/>
                  <a:gd name="connsiteY3" fmla="*/ 29599 h 44643"/>
                  <a:gd name="connsiteX4" fmla="*/ 89778 w 96155"/>
                  <a:gd name="connsiteY4" fmla="*/ 44644 h 44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155" h="44643">
                    <a:moveTo>
                      <a:pt x="89941" y="44644"/>
                    </a:moveTo>
                    <a:cubicBezTo>
                      <a:pt x="48732" y="27309"/>
                      <a:pt x="491" y="16026"/>
                      <a:pt x="0" y="15862"/>
                    </a:cubicBezTo>
                    <a:lnTo>
                      <a:pt x="3761" y="0"/>
                    </a:lnTo>
                    <a:cubicBezTo>
                      <a:pt x="5724" y="491"/>
                      <a:pt x="53801" y="11774"/>
                      <a:pt x="96156" y="29599"/>
                    </a:cubicBezTo>
                    <a:lnTo>
                      <a:pt x="89778" y="44644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3" name="任意形状 55"/>
              <p:cNvSpPr/>
              <p:nvPr/>
            </p:nvSpPr>
            <p:spPr>
              <a:xfrm>
                <a:off x="9044732" y="6394892"/>
                <a:ext cx="720814" cy="425177"/>
              </a:xfrm>
              <a:custGeom>
                <a:avLst/>
                <a:gdLst>
                  <a:gd name="connsiteX0" fmla="*/ 720650 w 720814"/>
                  <a:gd name="connsiteY0" fmla="*/ 425014 h 425177"/>
                  <a:gd name="connsiteX1" fmla="*/ 711166 w 720814"/>
                  <a:gd name="connsiteY1" fmla="*/ 1799 h 425177"/>
                  <a:gd name="connsiteX2" fmla="*/ 260968 w 720814"/>
                  <a:gd name="connsiteY2" fmla="*/ 0 h 425177"/>
                  <a:gd name="connsiteX3" fmla="*/ 13547 w 720814"/>
                  <a:gd name="connsiteY3" fmla="*/ 318720 h 425177"/>
                  <a:gd name="connsiteX4" fmla="*/ 63751 w 720814"/>
                  <a:gd name="connsiteY4" fmla="*/ 421907 h 425177"/>
                  <a:gd name="connsiteX5" fmla="*/ 446738 w 720814"/>
                  <a:gd name="connsiteY5" fmla="*/ 423706 h 425177"/>
                  <a:gd name="connsiteX6" fmla="*/ 565624 w 720814"/>
                  <a:gd name="connsiteY6" fmla="*/ 424360 h 425177"/>
                  <a:gd name="connsiteX7" fmla="*/ 720814 w 720814"/>
                  <a:gd name="connsiteY7" fmla="*/ 425178 h 42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0814" h="425177">
                    <a:moveTo>
                      <a:pt x="720650" y="425014"/>
                    </a:moveTo>
                    <a:lnTo>
                      <a:pt x="711166" y="1799"/>
                    </a:lnTo>
                    <a:lnTo>
                      <a:pt x="260968" y="0"/>
                    </a:lnTo>
                    <a:lnTo>
                      <a:pt x="13547" y="318720"/>
                    </a:lnTo>
                    <a:cubicBezTo>
                      <a:pt x="-18995" y="360583"/>
                      <a:pt x="10767" y="421580"/>
                      <a:pt x="63751" y="421907"/>
                    </a:cubicBezTo>
                    <a:lnTo>
                      <a:pt x="446738" y="423706"/>
                    </a:lnTo>
                    <a:cubicBezTo>
                      <a:pt x="446738" y="423706"/>
                      <a:pt x="499558" y="327387"/>
                      <a:pt x="565624" y="424360"/>
                    </a:cubicBezTo>
                    <a:lnTo>
                      <a:pt x="720814" y="425178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4" name="任意形状 56"/>
              <p:cNvSpPr/>
              <p:nvPr/>
            </p:nvSpPr>
            <p:spPr>
              <a:xfrm>
                <a:off x="9120421" y="4965441"/>
                <a:ext cx="2265062" cy="1486195"/>
              </a:xfrm>
              <a:custGeom>
                <a:avLst/>
                <a:gdLst>
                  <a:gd name="connsiteX0" fmla="*/ 1861625 w 2265062"/>
                  <a:gd name="connsiteY0" fmla="*/ 930031 h 1486195"/>
                  <a:gd name="connsiteX1" fmla="*/ 1834969 w 2265062"/>
                  <a:gd name="connsiteY1" fmla="*/ 939842 h 1486195"/>
                  <a:gd name="connsiteX2" fmla="*/ 1740449 w 2265062"/>
                  <a:gd name="connsiteY2" fmla="*/ 968460 h 1486195"/>
                  <a:gd name="connsiteX3" fmla="*/ 1645602 w 2265062"/>
                  <a:gd name="connsiteY3" fmla="*/ 987102 h 1486195"/>
                  <a:gd name="connsiteX4" fmla="*/ 1020100 w 2265062"/>
                  <a:gd name="connsiteY4" fmla="*/ 883424 h 1486195"/>
                  <a:gd name="connsiteX5" fmla="*/ 883225 w 2265062"/>
                  <a:gd name="connsiteY5" fmla="*/ 860694 h 1486195"/>
                  <a:gd name="connsiteX6" fmla="*/ 775950 w 2265062"/>
                  <a:gd name="connsiteY6" fmla="*/ 1270827 h 1486195"/>
                  <a:gd name="connsiteX7" fmla="*/ 719695 w 2265062"/>
                  <a:gd name="connsiteY7" fmla="*/ 1486196 h 1486195"/>
                  <a:gd name="connsiteX8" fmla="*/ 0 w 2265062"/>
                  <a:gd name="connsiteY8" fmla="*/ 1486196 h 1486195"/>
                  <a:gd name="connsiteX9" fmla="*/ 547825 w 2265062"/>
                  <a:gd name="connsiteY9" fmla="*/ 30780 h 1486195"/>
                  <a:gd name="connsiteX10" fmla="*/ 1394093 w 2265062"/>
                  <a:gd name="connsiteY10" fmla="*/ 243368 h 1486195"/>
                  <a:gd name="connsiteX11" fmla="*/ 2264890 w 2265062"/>
                  <a:gd name="connsiteY11" fmla="*/ 390545 h 1486195"/>
                  <a:gd name="connsiteX12" fmla="*/ 1861461 w 2265062"/>
                  <a:gd name="connsiteY12" fmla="*/ 930031 h 1486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65062" h="1486195">
                    <a:moveTo>
                      <a:pt x="1861625" y="930031"/>
                    </a:moveTo>
                    <a:cubicBezTo>
                      <a:pt x="1852631" y="933628"/>
                      <a:pt x="1843637" y="936735"/>
                      <a:pt x="1834969" y="939842"/>
                    </a:cubicBezTo>
                    <a:cubicBezTo>
                      <a:pt x="1800301" y="952107"/>
                      <a:pt x="1768086" y="961428"/>
                      <a:pt x="1740449" y="968460"/>
                    </a:cubicBezTo>
                    <a:cubicBezTo>
                      <a:pt x="1683377" y="982851"/>
                      <a:pt x="1645602" y="987102"/>
                      <a:pt x="1645602" y="987102"/>
                    </a:cubicBezTo>
                    <a:lnTo>
                      <a:pt x="1020100" y="883424"/>
                    </a:lnTo>
                    <a:lnTo>
                      <a:pt x="883225" y="860694"/>
                    </a:lnTo>
                    <a:lnTo>
                      <a:pt x="775950" y="1270827"/>
                    </a:lnTo>
                    <a:lnTo>
                      <a:pt x="719695" y="1486196"/>
                    </a:lnTo>
                    <a:lnTo>
                      <a:pt x="0" y="1486196"/>
                    </a:lnTo>
                    <a:cubicBezTo>
                      <a:pt x="0" y="1486196"/>
                      <a:pt x="147177" y="247457"/>
                      <a:pt x="547825" y="30780"/>
                    </a:cubicBezTo>
                    <a:cubicBezTo>
                      <a:pt x="795573" y="-103152"/>
                      <a:pt x="1394093" y="243368"/>
                      <a:pt x="1394093" y="243368"/>
                    </a:cubicBezTo>
                    <a:lnTo>
                      <a:pt x="2264890" y="390545"/>
                    </a:lnTo>
                    <a:cubicBezTo>
                      <a:pt x="2272249" y="707793"/>
                      <a:pt x="2043143" y="859549"/>
                      <a:pt x="1861461" y="93003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5" name="任意形状 57"/>
              <p:cNvSpPr/>
              <p:nvPr/>
            </p:nvSpPr>
            <p:spPr>
              <a:xfrm>
                <a:off x="9506922" y="5289576"/>
                <a:ext cx="888214" cy="946691"/>
              </a:xfrm>
              <a:custGeom>
                <a:avLst/>
                <a:gdLst>
                  <a:gd name="connsiteX0" fmla="*/ 888215 w 888214"/>
                  <a:gd name="connsiteY0" fmla="*/ 4596 h 946691"/>
                  <a:gd name="connsiteX1" fmla="*/ 633598 w 888214"/>
                  <a:gd name="connsiteY1" fmla="*/ 559290 h 946691"/>
                  <a:gd name="connsiteX2" fmla="*/ 496724 w 888214"/>
                  <a:gd name="connsiteY2" fmla="*/ 536559 h 946691"/>
                  <a:gd name="connsiteX3" fmla="*/ 389448 w 888214"/>
                  <a:gd name="connsiteY3" fmla="*/ 946692 h 946691"/>
                  <a:gd name="connsiteX4" fmla="*/ 2046 w 888214"/>
                  <a:gd name="connsiteY4" fmla="*/ 356676 h 946691"/>
                  <a:gd name="connsiteX5" fmla="*/ 888215 w 888214"/>
                  <a:gd name="connsiteY5" fmla="*/ 4596 h 9466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88214" h="946691">
                    <a:moveTo>
                      <a:pt x="888215" y="4596"/>
                    </a:moveTo>
                    <a:lnTo>
                      <a:pt x="633598" y="559290"/>
                    </a:lnTo>
                    <a:lnTo>
                      <a:pt x="496724" y="536559"/>
                    </a:lnTo>
                    <a:lnTo>
                      <a:pt x="389448" y="946692"/>
                    </a:lnTo>
                    <a:cubicBezTo>
                      <a:pt x="268600" y="856423"/>
                      <a:pt x="-27390" y="607858"/>
                      <a:pt x="2046" y="356676"/>
                    </a:cubicBezTo>
                    <a:cubicBezTo>
                      <a:pt x="51595" y="-67193"/>
                      <a:pt x="888215" y="4596"/>
                      <a:pt x="888215" y="4596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6" name="任意形状 58"/>
              <p:cNvSpPr/>
              <p:nvPr/>
            </p:nvSpPr>
            <p:spPr>
              <a:xfrm>
                <a:off x="10633563" y="6017628"/>
                <a:ext cx="598846" cy="802300"/>
              </a:xfrm>
              <a:custGeom>
                <a:avLst/>
                <a:gdLst>
                  <a:gd name="connsiteX0" fmla="*/ 598847 w 598846"/>
                  <a:gd name="connsiteY0" fmla="*/ 205230 h 802300"/>
                  <a:gd name="connsiteX1" fmla="*/ 228615 w 598846"/>
                  <a:gd name="connsiteY1" fmla="*/ 0 h 802300"/>
                  <a:gd name="connsiteX2" fmla="*/ 0 w 598846"/>
                  <a:gd name="connsiteY2" fmla="*/ 387893 h 802300"/>
                  <a:gd name="connsiteX3" fmla="*/ 150284 w 598846"/>
                  <a:gd name="connsiteY3" fmla="*/ 762213 h 802300"/>
                  <a:gd name="connsiteX4" fmla="*/ 264591 w 598846"/>
                  <a:gd name="connsiteY4" fmla="*/ 770880 h 802300"/>
                  <a:gd name="connsiteX5" fmla="*/ 459356 w 598846"/>
                  <a:gd name="connsiteY5" fmla="*/ 441040 h 802300"/>
                  <a:gd name="connsiteX6" fmla="*/ 519862 w 598846"/>
                  <a:gd name="connsiteY6" fmla="*/ 338670 h 802300"/>
                  <a:gd name="connsiteX7" fmla="*/ 598847 w 598846"/>
                  <a:gd name="connsiteY7" fmla="*/ 205230 h 802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98846" h="802300">
                    <a:moveTo>
                      <a:pt x="598847" y="205230"/>
                    </a:moveTo>
                    <a:lnTo>
                      <a:pt x="228615" y="0"/>
                    </a:lnTo>
                    <a:lnTo>
                      <a:pt x="0" y="387893"/>
                    </a:lnTo>
                    <a:lnTo>
                      <a:pt x="150284" y="762213"/>
                    </a:lnTo>
                    <a:cubicBezTo>
                      <a:pt x="170071" y="811435"/>
                      <a:pt x="237609" y="816505"/>
                      <a:pt x="264591" y="770880"/>
                    </a:cubicBezTo>
                    <a:lnTo>
                      <a:pt x="459356" y="441040"/>
                    </a:lnTo>
                    <a:cubicBezTo>
                      <a:pt x="459356" y="441040"/>
                      <a:pt x="402938" y="346847"/>
                      <a:pt x="519862" y="338670"/>
                    </a:cubicBezTo>
                    <a:lnTo>
                      <a:pt x="598847" y="205230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7" name="任意形状 59"/>
              <p:cNvSpPr/>
              <p:nvPr/>
            </p:nvSpPr>
            <p:spPr>
              <a:xfrm>
                <a:off x="9564380" y="5292848"/>
                <a:ext cx="1379399" cy="1244969"/>
              </a:xfrm>
              <a:custGeom>
                <a:avLst/>
                <a:gdLst>
                  <a:gd name="connsiteX0" fmla="*/ 802956 w 1379399"/>
                  <a:gd name="connsiteY0" fmla="*/ 357983 h 1244969"/>
                  <a:gd name="connsiteX1" fmla="*/ 1379400 w 1379399"/>
                  <a:gd name="connsiteY1" fmla="*/ 688804 h 1244969"/>
                  <a:gd name="connsiteX2" fmla="*/ 1007369 w 1379399"/>
                  <a:gd name="connsiteY2" fmla="*/ 1244969 h 1244969"/>
                  <a:gd name="connsiteX3" fmla="*/ 1660 w 1379399"/>
                  <a:gd name="connsiteY3" fmla="*/ 339995 h 1244969"/>
                  <a:gd name="connsiteX4" fmla="*/ 991016 w 1379399"/>
                  <a:gd name="connsiteY4" fmla="*/ 12935 h 1244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79399" h="1244969">
                    <a:moveTo>
                      <a:pt x="802956" y="357983"/>
                    </a:moveTo>
                    <a:lnTo>
                      <a:pt x="1379400" y="688804"/>
                    </a:lnTo>
                    <a:lnTo>
                      <a:pt x="1007369" y="1244969"/>
                    </a:lnTo>
                    <a:cubicBezTo>
                      <a:pt x="1007369" y="1244969"/>
                      <a:pt x="-47399" y="779727"/>
                      <a:pt x="1660" y="339995"/>
                    </a:cubicBezTo>
                    <a:cubicBezTo>
                      <a:pt x="50719" y="-99737"/>
                      <a:pt x="991016" y="12935"/>
                      <a:pt x="991016" y="12935"/>
                    </a:cubicBezTo>
                  </a:path>
                </a:pathLst>
              </a:custGeom>
              <a:solidFill>
                <a:srgbClr val="9773C9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8" name="任意形状 60"/>
              <p:cNvSpPr/>
              <p:nvPr/>
            </p:nvSpPr>
            <p:spPr>
              <a:xfrm>
                <a:off x="10793823" y="5256233"/>
                <a:ext cx="591487" cy="133221"/>
              </a:xfrm>
              <a:custGeom>
                <a:avLst/>
                <a:gdLst>
                  <a:gd name="connsiteX0" fmla="*/ 591488 w 591487"/>
                  <a:gd name="connsiteY0" fmla="*/ 128044 h 133221"/>
                  <a:gd name="connsiteX1" fmla="*/ 0 w 591487"/>
                  <a:gd name="connsiteY1" fmla="*/ 0 h 133221"/>
                  <a:gd name="connsiteX2" fmla="*/ 509723 w 591487"/>
                  <a:gd name="connsiteY2" fmla="*/ 86180 h 133221"/>
                  <a:gd name="connsiteX3" fmla="*/ 591488 w 591487"/>
                  <a:gd name="connsiteY3" fmla="*/ 128044 h 133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1487" h="133221">
                    <a:moveTo>
                      <a:pt x="591488" y="128044"/>
                    </a:moveTo>
                    <a:cubicBezTo>
                      <a:pt x="355514" y="154209"/>
                      <a:pt x="144233" y="76532"/>
                      <a:pt x="0" y="0"/>
                    </a:cubicBezTo>
                    <a:lnTo>
                      <a:pt x="509723" y="86180"/>
                    </a:lnTo>
                    <a:lnTo>
                      <a:pt x="591488" y="12804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9" name="任意形状 61"/>
              <p:cNvSpPr/>
              <p:nvPr/>
            </p:nvSpPr>
            <p:spPr>
              <a:xfrm>
                <a:off x="10598241" y="5011429"/>
                <a:ext cx="705304" cy="330821"/>
              </a:xfrm>
              <a:custGeom>
                <a:avLst/>
                <a:gdLst>
                  <a:gd name="connsiteX0" fmla="*/ 705305 w 705304"/>
                  <a:gd name="connsiteY0" fmla="*/ 330821 h 330821"/>
                  <a:gd name="connsiteX1" fmla="*/ 195582 w 705304"/>
                  <a:gd name="connsiteY1" fmla="*/ 244641 h 330821"/>
                  <a:gd name="connsiteX2" fmla="*/ 0 w 705304"/>
                  <a:gd name="connsiteY2" fmla="*/ 115943 h 330821"/>
                  <a:gd name="connsiteX3" fmla="*/ 59198 w 705304"/>
                  <a:gd name="connsiteY3" fmla="*/ 0 h 330821"/>
                  <a:gd name="connsiteX4" fmla="*/ 705141 w 705304"/>
                  <a:gd name="connsiteY4" fmla="*/ 330821 h 330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5304" h="330821">
                    <a:moveTo>
                      <a:pt x="705305" y="330821"/>
                    </a:moveTo>
                    <a:lnTo>
                      <a:pt x="195582" y="244641"/>
                    </a:lnTo>
                    <a:cubicBezTo>
                      <a:pt x="73752" y="179883"/>
                      <a:pt x="0" y="115943"/>
                      <a:pt x="0" y="115943"/>
                    </a:cubicBezTo>
                    <a:lnTo>
                      <a:pt x="59198" y="0"/>
                    </a:lnTo>
                    <a:lnTo>
                      <a:pt x="705141" y="330821"/>
                    </a:lnTo>
                    <a:close/>
                  </a:path>
                </a:pathLst>
              </a:custGeom>
              <a:solidFill>
                <a:schemeClr val="accent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0" name="任意形状 62"/>
              <p:cNvSpPr/>
              <p:nvPr/>
            </p:nvSpPr>
            <p:spPr>
              <a:xfrm>
                <a:off x="10395137" y="5666693"/>
                <a:ext cx="560253" cy="267371"/>
              </a:xfrm>
              <a:custGeom>
                <a:avLst/>
                <a:gdLst>
                  <a:gd name="connsiteX0" fmla="*/ 560254 w 560253"/>
                  <a:gd name="connsiteY0" fmla="*/ 238754 h 267371"/>
                  <a:gd name="connsiteX1" fmla="*/ 465733 w 560253"/>
                  <a:gd name="connsiteY1" fmla="*/ 267371 h 267371"/>
                  <a:gd name="connsiteX2" fmla="*/ 0 w 560253"/>
                  <a:gd name="connsiteY2" fmla="*/ 0 h 267371"/>
                  <a:gd name="connsiteX3" fmla="*/ 560254 w 560253"/>
                  <a:gd name="connsiteY3" fmla="*/ 238754 h 267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0253" h="267371">
                    <a:moveTo>
                      <a:pt x="560254" y="238754"/>
                    </a:moveTo>
                    <a:cubicBezTo>
                      <a:pt x="525585" y="251018"/>
                      <a:pt x="493370" y="260340"/>
                      <a:pt x="465733" y="267371"/>
                    </a:cubicBezTo>
                    <a:lnTo>
                      <a:pt x="0" y="0"/>
                    </a:lnTo>
                    <a:lnTo>
                      <a:pt x="560254" y="23875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1" name="任意形状 63"/>
              <p:cNvSpPr/>
              <p:nvPr/>
            </p:nvSpPr>
            <p:spPr>
              <a:xfrm>
                <a:off x="10653514" y="4289117"/>
                <a:ext cx="1061523" cy="1095458"/>
              </a:xfrm>
              <a:custGeom>
                <a:avLst/>
                <a:gdLst>
                  <a:gd name="connsiteX0" fmla="*/ 592796 w 1061523"/>
                  <a:gd name="connsiteY0" fmla="*/ 543737 h 1095458"/>
                  <a:gd name="connsiteX1" fmla="*/ 151265 w 1061523"/>
                  <a:gd name="connsiteY1" fmla="*/ 441531 h 1095458"/>
                  <a:gd name="connsiteX2" fmla="*/ 0 w 1061523"/>
                  <a:gd name="connsiteY2" fmla="*/ 813561 h 1095458"/>
                  <a:gd name="connsiteX3" fmla="*/ 1009798 w 1061523"/>
                  <a:gd name="connsiteY3" fmla="*/ 948473 h 1095458"/>
                  <a:gd name="connsiteX4" fmla="*/ 331148 w 1061523"/>
                  <a:gd name="connsiteY4" fmla="*/ 0 h 1095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1523" h="1095458">
                    <a:moveTo>
                      <a:pt x="592796" y="543737"/>
                    </a:moveTo>
                    <a:lnTo>
                      <a:pt x="151265" y="441531"/>
                    </a:lnTo>
                    <a:lnTo>
                      <a:pt x="0" y="813561"/>
                    </a:lnTo>
                    <a:cubicBezTo>
                      <a:pt x="0" y="813561"/>
                      <a:pt x="748150" y="1345033"/>
                      <a:pt x="1009798" y="948473"/>
                    </a:cubicBezTo>
                    <a:cubicBezTo>
                      <a:pt x="1271445" y="551913"/>
                      <a:pt x="461972" y="24529"/>
                      <a:pt x="331148" y="0"/>
                    </a:cubicBezTo>
                  </a:path>
                </a:pathLst>
              </a:custGeom>
              <a:solidFill>
                <a:schemeClr val="accent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2" name="任意形状 64"/>
              <p:cNvSpPr/>
              <p:nvPr/>
            </p:nvSpPr>
            <p:spPr>
              <a:xfrm>
                <a:off x="10155660" y="4001890"/>
                <a:ext cx="155491" cy="155422"/>
              </a:xfrm>
              <a:custGeom>
                <a:avLst/>
                <a:gdLst>
                  <a:gd name="connsiteX0" fmla="*/ 77746 w 155491"/>
                  <a:gd name="connsiteY0" fmla="*/ 155259 h 155422"/>
                  <a:gd name="connsiteX1" fmla="*/ 1541 w 155491"/>
                  <a:gd name="connsiteY1" fmla="*/ 92627 h 155422"/>
                  <a:gd name="connsiteX2" fmla="*/ 13315 w 155491"/>
                  <a:gd name="connsiteY2" fmla="*/ 34410 h 155422"/>
                  <a:gd name="connsiteX3" fmla="*/ 62865 w 155491"/>
                  <a:gd name="connsiteY3" fmla="*/ 1541 h 155422"/>
                  <a:gd name="connsiteX4" fmla="*/ 121081 w 155491"/>
                  <a:gd name="connsiteY4" fmla="*/ 13315 h 155422"/>
                  <a:gd name="connsiteX5" fmla="*/ 153951 w 155491"/>
                  <a:gd name="connsiteY5" fmla="*/ 62865 h 155422"/>
                  <a:gd name="connsiteX6" fmla="*/ 142177 w 155491"/>
                  <a:gd name="connsiteY6" fmla="*/ 121081 h 155422"/>
                  <a:gd name="connsiteX7" fmla="*/ 92627 w 155491"/>
                  <a:gd name="connsiteY7" fmla="*/ 153951 h 155422"/>
                  <a:gd name="connsiteX8" fmla="*/ 77582 w 155491"/>
                  <a:gd name="connsiteY8" fmla="*/ 155422 h 155422"/>
                  <a:gd name="connsiteX9" fmla="*/ 77909 w 155491"/>
                  <a:gd name="connsiteY9" fmla="*/ 16259 h 155422"/>
                  <a:gd name="connsiteX10" fmla="*/ 65972 w 155491"/>
                  <a:gd name="connsiteY10" fmla="*/ 17403 h 155422"/>
                  <a:gd name="connsiteX11" fmla="*/ 26888 w 155491"/>
                  <a:gd name="connsiteY11" fmla="*/ 43404 h 155422"/>
                  <a:gd name="connsiteX12" fmla="*/ 17730 w 155491"/>
                  <a:gd name="connsiteY12" fmla="*/ 89356 h 155422"/>
                  <a:gd name="connsiteX13" fmla="*/ 17730 w 155491"/>
                  <a:gd name="connsiteY13" fmla="*/ 89356 h 155422"/>
                  <a:gd name="connsiteX14" fmla="*/ 89683 w 155491"/>
                  <a:gd name="connsiteY14" fmla="*/ 137598 h 155422"/>
                  <a:gd name="connsiteX15" fmla="*/ 128767 w 155491"/>
                  <a:gd name="connsiteY15" fmla="*/ 111596 h 155422"/>
                  <a:gd name="connsiteX16" fmla="*/ 137925 w 155491"/>
                  <a:gd name="connsiteY16" fmla="*/ 65645 h 155422"/>
                  <a:gd name="connsiteX17" fmla="*/ 111924 w 155491"/>
                  <a:gd name="connsiteY17" fmla="*/ 26561 h 155422"/>
                  <a:gd name="connsiteX18" fmla="*/ 77909 w 155491"/>
                  <a:gd name="connsiteY18" fmla="*/ 16095 h 155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5491" h="155422">
                    <a:moveTo>
                      <a:pt x="77746" y="155259"/>
                    </a:moveTo>
                    <a:cubicBezTo>
                      <a:pt x="41442" y="155259"/>
                      <a:pt x="8900" y="129585"/>
                      <a:pt x="1541" y="92627"/>
                    </a:cubicBezTo>
                    <a:cubicBezTo>
                      <a:pt x="-2547" y="72349"/>
                      <a:pt x="1541" y="51581"/>
                      <a:pt x="13315" y="34410"/>
                    </a:cubicBezTo>
                    <a:cubicBezTo>
                      <a:pt x="24926" y="17240"/>
                      <a:pt x="42423" y="5466"/>
                      <a:pt x="62865" y="1541"/>
                    </a:cubicBezTo>
                    <a:cubicBezTo>
                      <a:pt x="83142" y="-2547"/>
                      <a:pt x="103911" y="1541"/>
                      <a:pt x="121081" y="13315"/>
                    </a:cubicBezTo>
                    <a:cubicBezTo>
                      <a:pt x="138252" y="24926"/>
                      <a:pt x="150026" y="42423"/>
                      <a:pt x="153951" y="62865"/>
                    </a:cubicBezTo>
                    <a:cubicBezTo>
                      <a:pt x="158039" y="83142"/>
                      <a:pt x="153951" y="103911"/>
                      <a:pt x="142177" y="121081"/>
                    </a:cubicBezTo>
                    <a:cubicBezTo>
                      <a:pt x="130403" y="138252"/>
                      <a:pt x="113068" y="150026"/>
                      <a:pt x="92627" y="153951"/>
                    </a:cubicBezTo>
                    <a:cubicBezTo>
                      <a:pt x="87558" y="154932"/>
                      <a:pt x="82488" y="155422"/>
                      <a:pt x="77582" y="155422"/>
                    </a:cubicBezTo>
                    <a:close/>
                    <a:moveTo>
                      <a:pt x="77909" y="16259"/>
                    </a:moveTo>
                    <a:cubicBezTo>
                      <a:pt x="73985" y="16259"/>
                      <a:pt x="69896" y="16586"/>
                      <a:pt x="65972" y="17403"/>
                    </a:cubicBezTo>
                    <a:cubicBezTo>
                      <a:pt x="49946" y="20510"/>
                      <a:pt x="36046" y="29832"/>
                      <a:pt x="26888" y="43404"/>
                    </a:cubicBezTo>
                    <a:cubicBezTo>
                      <a:pt x="17730" y="56977"/>
                      <a:pt x="14460" y="73330"/>
                      <a:pt x="17730" y="89356"/>
                    </a:cubicBezTo>
                    <a:lnTo>
                      <a:pt x="17730" y="89356"/>
                    </a:lnTo>
                    <a:cubicBezTo>
                      <a:pt x="24271" y="122553"/>
                      <a:pt x="56650" y="144139"/>
                      <a:pt x="89683" y="137598"/>
                    </a:cubicBezTo>
                    <a:cubicBezTo>
                      <a:pt x="105709" y="134491"/>
                      <a:pt x="119609" y="125169"/>
                      <a:pt x="128767" y="111596"/>
                    </a:cubicBezTo>
                    <a:cubicBezTo>
                      <a:pt x="137925" y="98023"/>
                      <a:pt x="141195" y="81670"/>
                      <a:pt x="137925" y="65645"/>
                    </a:cubicBezTo>
                    <a:cubicBezTo>
                      <a:pt x="134818" y="49619"/>
                      <a:pt x="125497" y="35719"/>
                      <a:pt x="111924" y="26561"/>
                    </a:cubicBezTo>
                    <a:cubicBezTo>
                      <a:pt x="101785" y="19693"/>
                      <a:pt x="90011" y="16095"/>
                      <a:pt x="77909" y="16095"/>
                    </a:cubicBezTo>
                    <a:close/>
                  </a:path>
                </a:pathLst>
              </a:custGeom>
              <a:solidFill>
                <a:srgbClr val="F8F7ED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3" name="任意形状 65"/>
              <p:cNvSpPr/>
              <p:nvPr/>
            </p:nvSpPr>
            <p:spPr>
              <a:xfrm>
                <a:off x="9975172" y="4037261"/>
                <a:ext cx="155394" cy="155537"/>
              </a:xfrm>
              <a:custGeom>
                <a:avLst/>
                <a:gdLst>
                  <a:gd name="connsiteX0" fmla="*/ 77533 w 155394"/>
                  <a:gd name="connsiteY0" fmla="*/ 155537 h 155537"/>
                  <a:gd name="connsiteX1" fmla="*/ 34362 w 155394"/>
                  <a:gd name="connsiteY1" fmla="*/ 142291 h 155537"/>
                  <a:gd name="connsiteX2" fmla="*/ 1492 w 155394"/>
                  <a:gd name="connsiteY2" fmla="*/ 92742 h 155537"/>
                  <a:gd name="connsiteX3" fmla="*/ 1492 w 155394"/>
                  <a:gd name="connsiteY3" fmla="*/ 92742 h 155537"/>
                  <a:gd name="connsiteX4" fmla="*/ 62652 w 155394"/>
                  <a:gd name="connsiteY4" fmla="*/ 1492 h 155537"/>
                  <a:gd name="connsiteX5" fmla="*/ 153902 w 155394"/>
                  <a:gd name="connsiteY5" fmla="*/ 62652 h 155537"/>
                  <a:gd name="connsiteX6" fmla="*/ 92742 w 155394"/>
                  <a:gd name="connsiteY6" fmla="*/ 153902 h 155537"/>
                  <a:gd name="connsiteX7" fmla="*/ 77533 w 155394"/>
                  <a:gd name="connsiteY7" fmla="*/ 155374 h 155537"/>
                  <a:gd name="connsiteX8" fmla="*/ 17518 w 155394"/>
                  <a:gd name="connsiteY8" fmla="*/ 89635 h 155537"/>
                  <a:gd name="connsiteX9" fmla="*/ 43519 w 155394"/>
                  <a:gd name="connsiteY9" fmla="*/ 128718 h 155537"/>
                  <a:gd name="connsiteX10" fmla="*/ 89471 w 155394"/>
                  <a:gd name="connsiteY10" fmla="*/ 138040 h 155537"/>
                  <a:gd name="connsiteX11" fmla="*/ 137713 w 155394"/>
                  <a:gd name="connsiteY11" fmla="*/ 66086 h 155537"/>
                  <a:gd name="connsiteX12" fmla="*/ 65759 w 155394"/>
                  <a:gd name="connsiteY12" fmla="*/ 17845 h 155537"/>
                  <a:gd name="connsiteX13" fmla="*/ 17518 w 155394"/>
                  <a:gd name="connsiteY13" fmla="*/ 89798 h 155537"/>
                  <a:gd name="connsiteX14" fmla="*/ 17518 w 155394"/>
                  <a:gd name="connsiteY14" fmla="*/ 89798 h 155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5394" h="155537">
                    <a:moveTo>
                      <a:pt x="77533" y="155537"/>
                    </a:moveTo>
                    <a:cubicBezTo>
                      <a:pt x="62325" y="155537"/>
                      <a:pt x="47444" y="150958"/>
                      <a:pt x="34362" y="142291"/>
                    </a:cubicBezTo>
                    <a:cubicBezTo>
                      <a:pt x="17191" y="130681"/>
                      <a:pt x="5417" y="113183"/>
                      <a:pt x="1492" y="92742"/>
                    </a:cubicBezTo>
                    <a:lnTo>
                      <a:pt x="1492" y="92742"/>
                    </a:lnTo>
                    <a:cubicBezTo>
                      <a:pt x="-6848" y="50715"/>
                      <a:pt x="20625" y="9832"/>
                      <a:pt x="62652" y="1492"/>
                    </a:cubicBezTo>
                    <a:cubicBezTo>
                      <a:pt x="104679" y="-6848"/>
                      <a:pt x="145562" y="20625"/>
                      <a:pt x="153902" y="62652"/>
                    </a:cubicBezTo>
                    <a:cubicBezTo>
                      <a:pt x="162242" y="104679"/>
                      <a:pt x="134769" y="145562"/>
                      <a:pt x="92742" y="153902"/>
                    </a:cubicBezTo>
                    <a:cubicBezTo>
                      <a:pt x="87672" y="154883"/>
                      <a:pt x="82603" y="155374"/>
                      <a:pt x="77533" y="155374"/>
                    </a:cubicBezTo>
                    <a:close/>
                    <a:moveTo>
                      <a:pt x="17518" y="89635"/>
                    </a:moveTo>
                    <a:cubicBezTo>
                      <a:pt x="20625" y="105661"/>
                      <a:pt x="29946" y="119561"/>
                      <a:pt x="43519" y="128718"/>
                    </a:cubicBezTo>
                    <a:cubicBezTo>
                      <a:pt x="57092" y="137876"/>
                      <a:pt x="73445" y="141147"/>
                      <a:pt x="89471" y="138040"/>
                    </a:cubicBezTo>
                    <a:cubicBezTo>
                      <a:pt x="122668" y="131498"/>
                      <a:pt x="144254" y="99119"/>
                      <a:pt x="137713" y="66086"/>
                    </a:cubicBezTo>
                    <a:cubicBezTo>
                      <a:pt x="131171" y="32890"/>
                      <a:pt x="98792" y="11304"/>
                      <a:pt x="65759" y="17845"/>
                    </a:cubicBezTo>
                    <a:cubicBezTo>
                      <a:pt x="32563" y="24386"/>
                      <a:pt x="10977" y="56765"/>
                      <a:pt x="17518" y="89798"/>
                    </a:cubicBezTo>
                    <a:lnTo>
                      <a:pt x="17518" y="89798"/>
                    </a:lnTo>
                    <a:close/>
                  </a:path>
                </a:pathLst>
              </a:custGeom>
              <a:solidFill>
                <a:srgbClr val="F8F7ED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4" name="任意形状 66"/>
              <p:cNvSpPr/>
              <p:nvPr/>
            </p:nvSpPr>
            <p:spPr>
              <a:xfrm rot="20931001">
                <a:off x="10120672" y="4089099"/>
                <a:ext cx="44970" cy="16352"/>
              </a:xfrm>
              <a:custGeom>
                <a:avLst/>
                <a:gdLst>
                  <a:gd name="connsiteX0" fmla="*/ 0 w 44970"/>
                  <a:gd name="connsiteY0" fmla="*/ 0 h 16352"/>
                  <a:gd name="connsiteX1" fmla="*/ 44971 w 44970"/>
                  <a:gd name="connsiteY1" fmla="*/ 0 h 16352"/>
                  <a:gd name="connsiteX2" fmla="*/ 44971 w 44970"/>
                  <a:gd name="connsiteY2" fmla="*/ 16353 h 16352"/>
                  <a:gd name="connsiteX3" fmla="*/ 0 w 44970"/>
                  <a:gd name="connsiteY3" fmla="*/ 16353 h 16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970" h="16352">
                    <a:moveTo>
                      <a:pt x="0" y="0"/>
                    </a:moveTo>
                    <a:lnTo>
                      <a:pt x="44971" y="0"/>
                    </a:lnTo>
                    <a:lnTo>
                      <a:pt x="44971" y="16353"/>
                    </a:lnTo>
                    <a:lnTo>
                      <a:pt x="0" y="16353"/>
                    </a:lnTo>
                    <a:close/>
                  </a:path>
                </a:pathLst>
              </a:custGeom>
              <a:solidFill>
                <a:srgbClr val="F8F7ED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5" name="任意形状 67"/>
              <p:cNvSpPr/>
              <p:nvPr/>
            </p:nvSpPr>
            <p:spPr>
              <a:xfrm rot="19616999">
                <a:off x="10284239" y="3998672"/>
                <a:ext cx="181518" cy="16352"/>
              </a:xfrm>
              <a:custGeom>
                <a:avLst/>
                <a:gdLst>
                  <a:gd name="connsiteX0" fmla="*/ 0 w 181518"/>
                  <a:gd name="connsiteY0" fmla="*/ 0 h 16352"/>
                  <a:gd name="connsiteX1" fmla="*/ 181518 w 181518"/>
                  <a:gd name="connsiteY1" fmla="*/ 0 h 16352"/>
                  <a:gd name="connsiteX2" fmla="*/ 181518 w 181518"/>
                  <a:gd name="connsiteY2" fmla="*/ 16353 h 16352"/>
                  <a:gd name="connsiteX3" fmla="*/ 0 w 181518"/>
                  <a:gd name="connsiteY3" fmla="*/ 16353 h 16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1518" h="16352">
                    <a:moveTo>
                      <a:pt x="0" y="0"/>
                    </a:moveTo>
                    <a:lnTo>
                      <a:pt x="181518" y="0"/>
                    </a:lnTo>
                    <a:lnTo>
                      <a:pt x="181518" y="16353"/>
                    </a:lnTo>
                    <a:lnTo>
                      <a:pt x="0" y="16353"/>
                    </a:lnTo>
                    <a:close/>
                  </a:path>
                </a:pathLst>
              </a:custGeom>
              <a:solidFill>
                <a:srgbClr val="F8F7ED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6" name="任意形状 68"/>
              <p:cNvSpPr/>
              <p:nvPr/>
            </p:nvSpPr>
            <p:spPr>
              <a:xfrm>
                <a:off x="10401514" y="3944466"/>
                <a:ext cx="136777" cy="189339"/>
              </a:xfrm>
              <a:custGeom>
                <a:avLst/>
                <a:gdLst>
                  <a:gd name="connsiteX0" fmla="*/ 0 w 136777"/>
                  <a:gd name="connsiteY0" fmla="*/ 33781 h 189339"/>
                  <a:gd name="connsiteX1" fmla="*/ 43499 w 136777"/>
                  <a:gd name="connsiteY1" fmla="*/ 584 h 189339"/>
                  <a:gd name="connsiteX2" fmla="*/ 97464 w 136777"/>
                  <a:gd name="connsiteY2" fmla="*/ 15629 h 189339"/>
                  <a:gd name="connsiteX3" fmla="*/ 129025 w 136777"/>
                  <a:gd name="connsiteY3" fmla="*/ 132716 h 189339"/>
                  <a:gd name="connsiteX4" fmla="*/ 20768 w 136777"/>
                  <a:gd name="connsiteY4" fmla="*/ 187335 h 18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777" h="189339">
                    <a:moveTo>
                      <a:pt x="0" y="33781"/>
                    </a:moveTo>
                    <a:cubicBezTo>
                      <a:pt x="6541" y="15792"/>
                      <a:pt x="24529" y="3201"/>
                      <a:pt x="43499" y="584"/>
                    </a:cubicBezTo>
                    <a:cubicBezTo>
                      <a:pt x="62468" y="-2032"/>
                      <a:pt x="81929" y="4345"/>
                      <a:pt x="97464" y="15629"/>
                    </a:cubicBezTo>
                    <a:cubicBezTo>
                      <a:pt x="132950" y="41140"/>
                      <a:pt x="146850" y="92651"/>
                      <a:pt x="129025" y="132716"/>
                    </a:cubicBezTo>
                    <a:cubicBezTo>
                      <a:pt x="111200" y="172618"/>
                      <a:pt x="63613" y="196656"/>
                      <a:pt x="20768" y="187335"/>
                    </a:cubicBezTo>
                  </a:path>
                </a:pathLst>
              </a:custGeom>
              <a:solidFill>
                <a:srgbClr val="FFB78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7" name="任意形状 69"/>
              <p:cNvSpPr/>
              <p:nvPr/>
            </p:nvSpPr>
            <p:spPr>
              <a:xfrm>
                <a:off x="10447957" y="3988386"/>
                <a:ext cx="49876" cy="80947"/>
              </a:xfrm>
              <a:custGeom>
                <a:avLst/>
                <a:gdLst>
                  <a:gd name="connsiteX0" fmla="*/ 31071 w 49876"/>
                  <a:gd name="connsiteY0" fmla="*/ 80784 h 80947"/>
                  <a:gd name="connsiteX1" fmla="*/ 15045 w 49876"/>
                  <a:gd name="connsiteY1" fmla="*/ 77677 h 80947"/>
                  <a:gd name="connsiteX2" fmla="*/ 0 w 49876"/>
                  <a:gd name="connsiteY2" fmla="*/ 13082 h 80947"/>
                  <a:gd name="connsiteX3" fmla="*/ 7686 w 49876"/>
                  <a:gd name="connsiteY3" fmla="*/ 0 h 80947"/>
                  <a:gd name="connsiteX4" fmla="*/ 49877 w 49876"/>
                  <a:gd name="connsiteY4" fmla="*/ 6214 h 80947"/>
                  <a:gd name="connsiteX5" fmla="*/ 47587 w 49876"/>
                  <a:gd name="connsiteY5" fmla="*/ 22404 h 80947"/>
                  <a:gd name="connsiteX6" fmla="*/ 22567 w 49876"/>
                  <a:gd name="connsiteY6" fmla="*/ 18806 h 80947"/>
                  <a:gd name="connsiteX7" fmla="*/ 31071 w 49876"/>
                  <a:gd name="connsiteY7" fmla="*/ 80947 h 80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876" h="80947">
                    <a:moveTo>
                      <a:pt x="31071" y="80784"/>
                    </a:moveTo>
                    <a:lnTo>
                      <a:pt x="15045" y="77677"/>
                    </a:lnTo>
                    <a:cubicBezTo>
                      <a:pt x="19297" y="55273"/>
                      <a:pt x="13737" y="31234"/>
                      <a:pt x="0" y="13082"/>
                    </a:cubicBezTo>
                    <a:lnTo>
                      <a:pt x="7686" y="0"/>
                    </a:lnTo>
                    <a:lnTo>
                      <a:pt x="49877" y="6214"/>
                    </a:lnTo>
                    <a:lnTo>
                      <a:pt x="47587" y="22404"/>
                    </a:lnTo>
                    <a:lnTo>
                      <a:pt x="22567" y="18806"/>
                    </a:lnTo>
                    <a:cubicBezTo>
                      <a:pt x="31888" y="37939"/>
                      <a:pt x="34995" y="60015"/>
                      <a:pt x="31071" y="80947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8" name="任意形状 70"/>
              <p:cNvSpPr/>
              <p:nvPr/>
            </p:nvSpPr>
            <p:spPr>
              <a:xfrm rot="18171599">
                <a:off x="10239700" y="6157341"/>
                <a:ext cx="681592" cy="16352"/>
              </a:xfrm>
              <a:custGeom>
                <a:avLst/>
                <a:gdLst>
                  <a:gd name="connsiteX0" fmla="*/ 0 w 681592"/>
                  <a:gd name="connsiteY0" fmla="*/ 0 h 16352"/>
                  <a:gd name="connsiteX1" fmla="*/ 681593 w 681592"/>
                  <a:gd name="connsiteY1" fmla="*/ 0 h 16352"/>
                  <a:gd name="connsiteX2" fmla="*/ 681593 w 681592"/>
                  <a:gd name="connsiteY2" fmla="*/ 16353 h 16352"/>
                  <a:gd name="connsiteX3" fmla="*/ 0 w 681592"/>
                  <a:gd name="connsiteY3" fmla="*/ 16353 h 16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1592" h="16352">
                    <a:moveTo>
                      <a:pt x="0" y="0"/>
                    </a:moveTo>
                    <a:lnTo>
                      <a:pt x="681593" y="0"/>
                    </a:lnTo>
                    <a:lnTo>
                      <a:pt x="681593" y="16353"/>
                    </a:lnTo>
                    <a:lnTo>
                      <a:pt x="0" y="1635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9" name="任意形状 71"/>
              <p:cNvSpPr/>
              <p:nvPr/>
            </p:nvSpPr>
            <p:spPr>
              <a:xfrm>
                <a:off x="9148712" y="6253111"/>
                <a:ext cx="750929" cy="16352"/>
              </a:xfrm>
              <a:custGeom>
                <a:avLst/>
                <a:gdLst>
                  <a:gd name="connsiteX0" fmla="*/ 0 w 750929"/>
                  <a:gd name="connsiteY0" fmla="*/ 0 h 16352"/>
                  <a:gd name="connsiteX1" fmla="*/ 750929 w 750929"/>
                  <a:gd name="connsiteY1" fmla="*/ 0 h 16352"/>
                  <a:gd name="connsiteX2" fmla="*/ 750929 w 750929"/>
                  <a:gd name="connsiteY2" fmla="*/ 16353 h 16352"/>
                  <a:gd name="connsiteX3" fmla="*/ 0 w 750929"/>
                  <a:gd name="connsiteY3" fmla="*/ 16353 h 16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50929" h="16352">
                    <a:moveTo>
                      <a:pt x="0" y="0"/>
                    </a:moveTo>
                    <a:lnTo>
                      <a:pt x="750929" y="0"/>
                    </a:lnTo>
                    <a:lnTo>
                      <a:pt x="750929" y="16353"/>
                    </a:lnTo>
                    <a:lnTo>
                      <a:pt x="0" y="1635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0" name="任意形状 72"/>
              <p:cNvSpPr/>
              <p:nvPr/>
            </p:nvSpPr>
            <p:spPr>
              <a:xfrm>
                <a:off x="11044351" y="5471275"/>
                <a:ext cx="328531" cy="393452"/>
              </a:xfrm>
              <a:custGeom>
                <a:avLst/>
                <a:gdLst>
                  <a:gd name="connsiteX0" fmla="*/ 16353 w 328531"/>
                  <a:gd name="connsiteY0" fmla="*/ 393453 h 393452"/>
                  <a:gd name="connsiteX1" fmla="*/ 0 w 328531"/>
                  <a:gd name="connsiteY1" fmla="*/ 393453 h 393452"/>
                  <a:gd name="connsiteX2" fmla="*/ 0 w 328531"/>
                  <a:gd name="connsiteY2" fmla="*/ 290102 h 393452"/>
                  <a:gd name="connsiteX3" fmla="*/ 818 w 328531"/>
                  <a:gd name="connsiteY3" fmla="*/ 286504 h 393452"/>
                  <a:gd name="connsiteX4" fmla="*/ 143906 w 328531"/>
                  <a:gd name="connsiteY4" fmla="*/ 4415 h 393452"/>
                  <a:gd name="connsiteX5" fmla="*/ 151919 w 328531"/>
                  <a:gd name="connsiteY5" fmla="*/ 0 h 393452"/>
                  <a:gd name="connsiteX6" fmla="*/ 328532 w 328531"/>
                  <a:gd name="connsiteY6" fmla="*/ 15862 h 393452"/>
                  <a:gd name="connsiteX7" fmla="*/ 327060 w 328531"/>
                  <a:gd name="connsiteY7" fmla="*/ 32052 h 393452"/>
                  <a:gd name="connsiteX8" fmla="*/ 156008 w 328531"/>
                  <a:gd name="connsiteY8" fmla="*/ 16680 h 393452"/>
                  <a:gd name="connsiteX9" fmla="*/ 16353 w 328531"/>
                  <a:gd name="connsiteY9" fmla="*/ 292064 h 393452"/>
                  <a:gd name="connsiteX10" fmla="*/ 16353 w 328531"/>
                  <a:gd name="connsiteY10" fmla="*/ 393453 h 393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8531" h="393452">
                    <a:moveTo>
                      <a:pt x="16353" y="393453"/>
                    </a:moveTo>
                    <a:lnTo>
                      <a:pt x="0" y="393453"/>
                    </a:lnTo>
                    <a:lnTo>
                      <a:pt x="0" y="290102"/>
                    </a:lnTo>
                    <a:lnTo>
                      <a:pt x="818" y="286504"/>
                    </a:lnTo>
                    <a:lnTo>
                      <a:pt x="143906" y="4415"/>
                    </a:lnTo>
                    <a:lnTo>
                      <a:pt x="151919" y="0"/>
                    </a:lnTo>
                    <a:lnTo>
                      <a:pt x="328532" y="15862"/>
                    </a:lnTo>
                    <a:lnTo>
                      <a:pt x="327060" y="32052"/>
                    </a:lnTo>
                    <a:lnTo>
                      <a:pt x="156008" y="16680"/>
                    </a:lnTo>
                    <a:lnTo>
                      <a:pt x="16353" y="292064"/>
                    </a:lnTo>
                    <a:lnTo>
                      <a:pt x="16353" y="39345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pic>
          <p:nvPicPr>
            <p:cNvPr id="251" name="图形 74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868566">
              <a:off x="10674572" y="1283885"/>
              <a:ext cx="702296" cy="2050704"/>
            </a:xfrm>
            <a:prstGeom prst="rect">
              <a:avLst/>
            </a:prstGeom>
          </p:spPr>
        </p:pic>
        <p:grpSp>
          <p:nvGrpSpPr>
            <p:cNvPr id="252" name="组合 185"/>
            <p:cNvGrpSpPr/>
            <p:nvPr/>
          </p:nvGrpSpPr>
          <p:grpSpPr>
            <a:xfrm>
              <a:off x="-52" y="1316164"/>
              <a:ext cx="3727348" cy="5565191"/>
              <a:chOff x="-52" y="2109846"/>
              <a:chExt cx="3195771" cy="4771509"/>
            </a:xfrm>
          </p:grpSpPr>
          <p:grpSp>
            <p:nvGrpSpPr>
              <p:cNvPr id="253" name="组合 21"/>
              <p:cNvGrpSpPr/>
              <p:nvPr/>
            </p:nvGrpSpPr>
            <p:grpSpPr>
              <a:xfrm>
                <a:off x="555911" y="2109846"/>
                <a:ext cx="2449042" cy="4574280"/>
                <a:chOff x="555911" y="2109846"/>
                <a:chExt cx="2449042" cy="4574280"/>
              </a:xfrm>
            </p:grpSpPr>
            <p:grpSp>
              <p:nvGrpSpPr>
                <p:cNvPr id="254" name="组合 124"/>
                <p:cNvGrpSpPr/>
                <p:nvPr/>
              </p:nvGrpSpPr>
              <p:grpSpPr>
                <a:xfrm>
                  <a:off x="2664898" y="3263968"/>
                  <a:ext cx="340055" cy="380389"/>
                  <a:chOff x="2664898" y="3263968"/>
                  <a:chExt cx="340055" cy="380389"/>
                </a:xfrm>
              </p:grpSpPr>
              <p:sp>
                <p:nvSpPr>
                  <p:cNvPr id="255" name="任意形状 152"/>
                  <p:cNvSpPr/>
                  <p:nvPr/>
                </p:nvSpPr>
                <p:spPr>
                  <a:xfrm>
                    <a:off x="2664898" y="3263968"/>
                    <a:ext cx="340055" cy="380389"/>
                  </a:xfrm>
                  <a:custGeom>
                    <a:avLst/>
                    <a:gdLst>
                      <a:gd name="connsiteX0" fmla="*/ 149274 w 340055"/>
                      <a:gd name="connsiteY0" fmla="*/ 97888 h 380389"/>
                      <a:gd name="connsiteX1" fmla="*/ 147815 w 340055"/>
                      <a:gd name="connsiteY1" fmla="*/ 804 h 380389"/>
                      <a:gd name="connsiteX2" fmla="*/ 83146 w 340055"/>
                      <a:gd name="connsiteY2" fmla="*/ 77628 h 380389"/>
                      <a:gd name="connsiteX3" fmla="*/ 0 w 340055"/>
                      <a:gd name="connsiteY3" fmla="*/ 173579 h 380389"/>
                      <a:gd name="connsiteX4" fmla="*/ 147653 w 340055"/>
                      <a:gd name="connsiteY4" fmla="*/ 380390 h 380389"/>
                      <a:gd name="connsiteX5" fmla="*/ 339877 w 340055"/>
                      <a:gd name="connsiteY5" fmla="*/ 152184 h 380389"/>
                      <a:gd name="connsiteX6" fmla="*/ 319293 w 340055"/>
                      <a:gd name="connsiteY6" fmla="*/ 134518 h 380389"/>
                      <a:gd name="connsiteX7" fmla="*/ 338743 w 340055"/>
                      <a:gd name="connsiteY7" fmla="*/ 100806 h 380389"/>
                      <a:gd name="connsiteX8" fmla="*/ 318159 w 340055"/>
                      <a:gd name="connsiteY8" fmla="*/ 83139 h 380389"/>
                      <a:gd name="connsiteX9" fmla="*/ 317834 w 340055"/>
                      <a:gd name="connsiteY9" fmla="*/ 51048 h 380389"/>
                      <a:gd name="connsiteX10" fmla="*/ 149112 w 340055"/>
                      <a:gd name="connsiteY10" fmla="*/ 97888 h 3803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40055" h="380389">
                        <a:moveTo>
                          <a:pt x="149274" y="97888"/>
                        </a:moveTo>
                        <a:cubicBezTo>
                          <a:pt x="171154" y="64662"/>
                          <a:pt x="183634" y="8097"/>
                          <a:pt x="147815" y="804"/>
                        </a:cubicBezTo>
                        <a:cubicBezTo>
                          <a:pt x="110375" y="-6814"/>
                          <a:pt x="108268" y="41323"/>
                          <a:pt x="83146" y="77628"/>
                        </a:cubicBezTo>
                        <a:cubicBezTo>
                          <a:pt x="58186" y="113934"/>
                          <a:pt x="0" y="173579"/>
                          <a:pt x="0" y="173579"/>
                        </a:cubicBezTo>
                        <a:lnTo>
                          <a:pt x="147653" y="380390"/>
                        </a:lnTo>
                        <a:cubicBezTo>
                          <a:pt x="147653" y="380390"/>
                          <a:pt x="346847" y="186707"/>
                          <a:pt x="339877" y="152184"/>
                        </a:cubicBezTo>
                        <a:cubicBezTo>
                          <a:pt x="335663" y="131438"/>
                          <a:pt x="319293" y="134518"/>
                          <a:pt x="319293" y="134518"/>
                        </a:cubicBezTo>
                        <a:cubicBezTo>
                          <a:pt x="319293" y="134518"/>
                          <a:pt x="341822" y="117338"/>
                          <a:pt x="338743" y="100806"/>
                        </a:cubicBezTo>
                        <a:cubicBezTo>
                          <a:pt x="335663" y="84274"/>
                          <a:pt x="318159" y="83139"/>
                          <a:pt x="318159" y="83139"/>
                        </a:cubicBezTo>
                        <a:cubicBezTo>
                          <a:pt x="318159" y="83139"/>
                          <a:pt x="335501" y="65473"/>
                          <a:pt x="317834" y="51048"/>
                        </a:cubicBezTo>
                        <a:cubicBezTo>
                          <a:pt x="298709" y="35164"/>
                          <a:pt x="222209" y="64176"/>
                          <a:pt x="149112" y="97888"/>
                        </a:cubicBezTo>
                        <a:close/>
                      </a:path>
                    </a:pathLst>
                  </a:custGeom>
                  <a:solidFill>
                    <a:srgbClr val="FFB78F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/>
                    <a:endParaRPr lang="zh-CN" altLang="en-US"/>
                  </a:p>
                </p:txBody>
              </p:sp>
              <p:sp>
                <p:nvSpPr>
                  <p:cNvPr id="256" name="任意形状 153"/>
                  <p:cNvSpPr/>
                  <p:nvPr/>
                </p:nvSpPr>
                <p:spPr>
                  <a:xfrm>
                    <a:off x="2871709" y="3339327"/>
                    <a:ext cx="113454" cy="60941"/>
                  </a:xfrm>
                  <a:custGeom>
                    <a:avLst/>
                    <a:gdLst>
                      <a:gd name="connsiteX0" fmla="*/ 8428 w 113454"/>
                      <a:gd name="connsiteY0" fmla="*/ 60941 h 60941"/>
                      <a:gd name="connsiteX1" fmla="*/ 0 w 113454"/>
                      <a:gd name="connsiteY1" fmla="*/ 47165 h 60941"/>
                      <a:gd name="connsiteX2" fmla="*/ 109726 w 113454"/>
                      <a:gd name="connsiteY2" fmla="*/ 0 h 60941"/>
                      <a:gd name="connsiteX3" fmla="*/ 113454 w 113454"/>
                      <a:gd name="connsiteY3" fmla="*/ 15722 h 60941"/>
                      <a:gd name="connsiteX4" fmla="*/ 8590 w 113454"/>
                      <a:gd name="connsiteY4" fmla="*/ 60941 h 609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3454" h="60941">
                        <a:moveTo>
                          <a:pt x="8428" y="60941"/>
                        </a:moveTo>
                        <a:lnTo>
                          <a:pt x="0" y="47165"/>
                        </a:lnTo>
                        <a:cubicBezTo>
                          <a:pt x="56241" y="12642"/>
                          <a:pt x="107620" y="486"/>
                          <a:pt x="109726" y="0"/>
                        </a:cubicBezTo>
                        <a:lnTo>
                          <a:pt x="113454" y="15722"/>
                        </a:lnTo>
                        <a:cubicBezTo>
                          <a:pt x="113454" y="15722"/>
                          <a:pt x="62562" y="27877"/>
                          <a:pt x="8590" y="60941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" name="任意形状 154"/>
                  <p:cNvSpPr/>
                  <p:nvPr/>
                </p:nvSpPr>
                <p:spPr>
                  <a:xfrm>
                    <a:off x="2895859" y="3391030"/>
                    <a:ext cx="91574" cy="58185"/>
                  </a:xfrm>
                  <a:custGeom>
                    <a:avLst/>
                    <a:gdLst>
                      <a:gd name="connsiteX0" fmla="*/ 8752 w 91574"/>
                      <a:gd name="connsiteY0" fmla="*/ 58186 h 58185"/>
                      <a:gd name="connsiteX1" fmla="*/ 0 w 91574"/>
                      <a:gd name="connsiteY1" fmla="*/ 44571 h 58185"/>
                      <a:gd name="connsiteX2" fmla="*/ 85253 w 91574"/>
                      <a:gd name="connsiteY2" fmla="*/ 0 h 58185"/>
                      <a:gd name="connsiteX3" fmla="*/ 91574 w 91574"/>
                      <a:gd name="connsiteY3" fmla="*/ 14911 h 58185"/>
                      <a:gd name="connsiteX4" fmla="*/ 8590 w 91574"/>
                      <a:gd name="connsiteY4" fmla="*/ 58186 h 581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1574" h="58185">
                        <a:moveTo>
                          <a:pt x="8752" y="58186"/>
                        </a:moveTo>
                        <a:lnTo>
                          <a:pt x="0" y="44571"/>
                        </a:lnTo>
                        <a:cubicBezTo>
                          <a:pt x="38413" y="20098"/>
                          <a:pt x="83470" y="810"/>
                          <a:pt x="85253" y="0"/>
                        </a:cubicBezTo>
                        <a:lnTo>
                          <a:pt x="91574" y="14911"/>
                        </a:lnTo>
                        <a:cubicBezTo>
                          <a:pt x="91574" y="14911"/>
                          <a:pt x="46030" y="34361"/>
                          <a:pt x="8590" y="58186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8" name="任意形状 155"/>
                  <p:cNvSpPr/>
                  <p:nvPr/>
                </p:nvSpPr>
                <p:spPr>
                  <a:xfrm>
                    <a:off x="2768304" y="3389409"/>
                    <a:ext cx="32782" cy="93032"/>
                  </a:xfrm>
                  <a:custGeom>
                    <a:avLst/>
                    <a:gdLst>
                      <a:gd name="connsiteX0" fmla="*/ 12480 w 32782"/>
                      <a:gd name="connsiteY0" fmla="*/ 93033 h 93032"/>
                      <a:gd name="connsiteX1" fmla="*/ 0 w 32782"/>
                      <a:gd name="connsiteY1" fmla="*/ 82660 h 93032"/>
                      <a:gd name="connsiteX2" fmla="*/ 10859 w 32782"/>
                      <a:gd name="connsiteY2" fmla="*/ 6321 h 93032"/>
                      <a:gd name="connsiteX3" fmla="*/ 25770 w 32782"/>
                      <a:gd name="connsiteY3" fmla="*/ 0 h 93032"/>
                      <a:gd name="connsiteX4" fmla="*/ 12480 w 32782"/>
                      <a:gd name="connsiteY4" fmla="*/ 93033 h 930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782" h="93032">
                        <a:moveTo>
                          <a:pt x="12480" y="93033"/>
                        </a:moveTo>
                        <a:lnTo>
                          <a:pt x="0" y="82660"/>
                        </a:lnTo>
                        <a:cubicBezTo>
                          <a:pt x="17180" y="61752"/>
                          <a:pt x="21556" y="31119"/>
                          <a:pt x="10859" y="6321"/>
                        </a:cubicBezTo>
                        <a:lnTo>
                          <a:pt x="25770" y="0"/>
                        </a:lnTo>
                        <a:cubicBezTo>
                          <a:pt x="38737" y="30146"/>
                          <a:pt x="33388" y="67586"/>
                          <a:pt x="12480" y="93033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59" name="任意形状 125"/>
                <p:cNvSpPr/>
                <p:nvPr/>
              </p:nvSpPr>
              <p:spPr>
                <a:xfrm>
                  <a:off x="1332457" y="2527480"/>
                  <a:ext cx="392552" cy="604063"/>
                </a:xfrm>
                <a:custGeom>
                  <a:avLst/>
                  <a:gdLst>
                    <a:gd name="connsiteX0" fmla="*/ 392552 w 392552"/>
                    <a:gd name="connsiteY0" fmla="*/ 480885 h 604063"/>
                    <a:gd name="connsiteX1" fmla="*/ 233068 w 392552"/>
                    <a:gd name="connsiteY1" fmla="*/ 604064 h 604063"/>
                    <a:gd name="connsiteX2" fmla="*/ 0 w 392552"/>
                    <a:gd name="connsiteY2" fmla="*/ 497093 h 604063"/>
                    <a:gd name="connsiteX3" fmla="*/ 64993 w 392552"/>
                    <a:gd name="connsiteY3" fmla="*/ 0 h 604063"/>
                    <a:gd name="connsiteX4" fmla="*/ 244089 w 392552"/>
                    <a:gd name="connsiteY4" fmla="*/ 104540 h 604063"/>
                    <a:gd name="connsiteX5" fmla="*/ 338580 w 392552"/>
                    <a:gd name="connsiteY5" fmla="*/ 159809 h 604063"/>
                    <a:gd name="connsiteX6" fmla="*/ 343767 w 392552"/>
                    <a:gd name="connsiteY6" fmla="*/ 297413 h 604063"/>
                    <a:gd name="connsiteX7" fmla="*/ 346846 w 392552"/>
                    <a:gd name="connsiteY7" fmla="*/ 379910 h 604063"/>
                    <a:gd name="connsiteX8" fmla="*/ 392552 w 392552"/>
                    <a:gd name="connsiteY8" fmla="*/ 480885 h 604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92552" h="604063">
                      <a:moveTo>
                        <a:pt x="392552" y="480885"/>
                      </a:moveTo>
                      <a:lnTo>
                        <a:pt x="233068" y="604064"/>
                      </a:lnTo>
                      <a:lnTo>
                        <a:pt x="0" y="497093"/>
                      </a:lnTo>
                      <a:lnTo>
                        <a:pt x="64993" y="0"/>
                      </a:lnTo>
                      <a:lnTo>
                        <a:pt x="244089" y="104540"/>
                      </a:lnTo>
                      <a:lnTo>
                        <a:pt x="338580" y="159809"/>
                      </a:lnTo>
                      <a:lnTo>
                        <a:pt x="343767" y="297413"/>
                      </a:lnTo>
                      <a:lnTo>
                        <a:pt x="346846" y="379910"/>
                      </a:lnTo>
                      <a:lnTo>
                        <a:pt x="392552" y="480885"/>
                      </a:lnTo>
                      <a:close/>
                    </a:path>
                  </a:pathLst>
                </a:custGeom>
                <a:solidFill>
                  <a:srgbClr val="FFB78F"/>
                </a:solidFill>
                <a:ln w="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/>
                  <a:endParaRPr lang="zh-CN" altLang="en-US"/>
                </a:p>
              </p:txBody>
            </p:sp>
            <p:sp>
              <p:nvSpPr>
                <p:cNvPr id="260" name="任意形状 126"/>
                <p:cNvSpPr/>
                <p:nvPr/>
              </p:nvSpPr>
              <p:spPr>
                <a:xfrm>
                  <a:off x="1511715" y="2632020"/>
                  <a:ext cx="164508" cy="192872"/>
                </a:xfrm>
                <a:custGeom>
                  <a:avLst/>
                  <a:gdLst>
                    <a:gd name="connsiteX0" fmla="*/ 64831 w 164508"/>
                    <a:gd name="connsiteY0" fmla="*/ 0 h 192872"/>
                    <a:gd name="connsiteX1" fmla="*/ 159322 w 164508"/>
                    <a:gd name="connsiteY1" fmla="*/ 55269 h 192872"/>
                    <a:gd name="connsiteX2" fmla="*/ 164509 w 164508"/>
                    <a:gd name="connsiteY2" fmla="*/ 192873 h 192872"/>
                    <a:gd name="connsiteX3" fmla="*/ 0 w 164508"/>
                    <a:gd name="connsiteY3" fmla="*/ 41006 h 192872"/>
                    <a:gd name="connsiteX4" fmla="*/ 64993 w 164508"/>
                    <a:gd name="connsiteY4" fmla="*/ 0 h 1928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4508" h="192872">
                      <a:moveTo>
                        <a:pt x="64831" y="0"/>
                      </a:moveTo>
                      <a:lnTo>
                        <a:pt x="159322" y="55269"/>
                      </a:lnTo>
                      <a:lnTo>
                        <a:pt x="164509" y="192873"/>
                      </a:lnTo>
                      <a:cubicBezTo>
                        <a:pt x="92384" y="166940"/>
                        <a:pt x="30471" y="111672"/>
                        <a:pt x="0" y="41006"/>
                      </a:cubicBezTo>
                      <a:cubicBezTo>
                        <a:pt x="22205" y="27229"/>
                        <a:pt x="43113" y="13777"/>
                        <a:pt x="64993" y="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1" name="任意形状 127"/>
                <p:cNvSpPr/>
                <p:nvPr/>
              </p:nvSpPr>
              <p:spPr>
                <a:xfrm>
                  <a:off x="1356107" y="2109846"/>
                  <a:ext cx="473455" cy="635195"/>
                </a:xfrm>
                <a:custGeom>
                  <a:avLst/>
                  <a:gdLst>
                    <a:gd name="connsiteX0" fmla="*/ 418012 w 473455"/>
                    <a:gd name="connsiteY0" fmla="*/ 569177 h 635195"/>
                    <a:gd name="connsiteX1" fmla="*/ 139725 w 473455"/>
                    <a:gd name="connsiteY1" fmla="*/ 583926 h 635195"/>
                    <a:gd name="connsiteX2" fmla="*/ 19301 w 473455"/>
                    <a:gd name="connsiteY2" fmla="*/ 350534 h 635195"/>
                    <a:gd name="connsiteX3" fmla="*/ 8280 w 473455"/>
                    <a:gd name="connsiteY3" fmla="*/ 328978 h 635195"/>
                    <a:gd name="connsiteX4" fmla="*/ 1310 w 473455"/>
                    <a:gd name="connsiteY4" fmla="*/ 315363 h 635195"/>
                    <a:gd name="connsiteX5" fmla="*/ 662 w 473455"/>
                    <a:gd name="connsiteY5" fmla="*/ 306935 h 635195"/>
                    <a:gd name="connsiteX6" fmla="*/ 14 w 473455"/>
                    <a:gd name="connsiteY6" fmla="*/ 288134 h 635195"/>
                    <a:gd name="connsiteX7" fmla="*/ 45395 w 473455"/>
                    <a:gd name="connsiteY7" fmla="*/ 106445 h 635195"/>
                    <a:gd name="connsiteX8" fmla="*/ 223681 w 473455"/>
                    <a:gd name="connsiteY8" fmla="*/ 1094 h 635195"/>
                    <a:gd name="connsiteX9" fmla="*/ 402615 w 473455"/>
                    <a:gd name="connsiteY9" fmla="*/ 105472 h 635195"/>
                    <a:gd name="connsiteX10" fmla="*/ 407477 w 473455"/>
                    <a:gd name="connsiteY10" fmla="*/ 113576 h 635195"/>
                    <a:gd name="connsiteX11" fmla="*/ 428223 w 473455"/>
                    <a:gd name="connsiteY11" fmla="*/ 154420 h 635195"/>
                    <a:gd name="connsiteX12" fmla="*/ 418174 w 473455"/>
                    <a:gd name="connsiteY12" fmla="*/ 569177 h 635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73455" h="635195">
                      <a:moveTo>
                        <a:pt x="418012" y="569177"/>
                      </a:moveTo>
                      <a:cubicBezTo>
                        <a:pt x="291916" y="708564"/>
                        <a:pt x="139725" y="583926"/>
                        <a:pt x="139725" y="583926"/>
                      </a:cubicBezTo>
                      <a:lnTo>
                        <a:pt x="19301" y="350534"/>
                      </a:lnTo>
                      <a:lnTo>
                        <a:pt x="8280" y="328978"/>
                      </a:lnTo>
                      <a:lnTo>
                        <a:pt x="1310" y="315363"/>
                      </a:lnTo>
                      <a:cubicBezTo>
                        <a:pt x="1310" y="315363"/>
                        <a:pt x="986" y="312446"/>
                        <a:pt x="662" y="306935"/>
                      </a:cubicBezTo>
                      <a:cubicBezTo>
                        <a:pt x="338" y="302397"/>
                        <a:pt x="14" y="295914"/>
                        <a:pt x="14" y="288134"/>
                      </a:cubicBezTo>
                      <a:cubicBezTo>
                        <a:pt x="-311" y="248101"/>
                        <a:pt x="4876" y="171114"/>
                        <a:pt x="45395" y="106445"/>
                      </a:cubicBezTo>
                      <a:cubicBezTo>
                        <a:pt x="77649" y="55066"/>
                        <a:pt x="132107" y="11629"/>
                        <a:pt x="223681" y="1094"/>
                      </a:cubicBezTo>
                      <a:cubicBezTo>
                        <a:pt x="299858" y="-7658"/>
                        <a:pt x="360312" y="36913"/>
                        <a:pt x="402615" y="105472"/>
                      </a:cubicBezTo>
                      <a:cubicBezTo>
                        <a:pt x="404236" y="108066"/>
                        <a:pt x="405856" y="110821"/>
                        <a:pt x="407477" y="113576"/>
                      </a:cubicBezTo>
                      <a:cubicBezTo>
                        <a:pt x="414933" y="126542"/>
                        <a:pt x="421902" y="140157"/>
                        <a:pt x="428223" y="154420"/>
                      </a:cubicBezTo>
                      <a:cubicBezTo>
                        <a:pt x="489488" y="293645"/>
                        <a:pt x="490785" y="488786"/>
                        <a:pt x="418174" y="569177"/>
                      </a:cubicBezTo>
                      <a:close/>
                    </a:path>
                  </a:pathLst>
                </a:custGeom>
                <a:solidFill>
                  <a:srgbClr val="FFB78F"/>
                </a:solidFill>
                <a:ln w="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/>
                  <a:endParaRPr lang="zh-CN" altLang="en-US"/>
                </a:p>
              </p:txBody>
            </p:sp>
            <p:sp>
              <p:nvSpPr>
                <p:cNvPr id="262" name="任意形状 128"/>
                <p:cNvSpPr/>
                <p:nvPr/>
              </p:nvSpPr>
              <p:spPr>
                <a:xfrm>
                  <a:off x="1680600" y="2394900"/>
                  <a:ext cx="37185" cy="143114"/>
                </a:xfrm>
                <a:custGeom>
                  <a:avLst/>
                  <a:gdLst>
                    <a:gd name="connsiteX0" fmla="*/ 9401 w 37185"/>
                    <a:gd name="connsiteY0" fmla="*/ 143115 h 143114"/>
                    <a:gd name="connsiteX1" fmla="*/ 7618 w 37185"/>
                    <a:gd name="connsiteY1" fmla="*/ 127069 h 143114"/>
                    <a:gd name="connsiteX2" fmla="*/ 18153 w 37185"/>
                    <a:gd name="connsiteY2" fmla="*/ 120910 h 143114"/>
                    <a:gd name="connsiteX3" fmla="*/ 20746 w 37185"/>
                    <a:gd name="connsiteY3" fmla="*/ 108916 h 143114"/>
                    <a:gd name="connsiteX4" fmla="*/ 0 w 37185"/>
                    <a:gd name="connsiteY4" fmla="*/ 3079 h 143114"/>
                    <a:gd name="connsiteX5" fmla="*/ 15884 w 37185"/>
                    <a:gd name="connsiteY5" fmla="*/ 0 h 143114"/>
                    <a:gd name="connsiteX6" fmla="*/ 36630 w 37185"/>
                    <a:gd name="connsiteY6" fmla="*/ 105837 h 143114"/>
                    <a:gd name="connsiteX7" fmla="*/ 31119 w 37185"/>
                    <a:gd name="connsiteY7" fmla="*/ 130473 h 143114"/>
                    <a:gd name="connsiteX8" fmla="*/ 9238 w 37185"/>
                    <a:gd name="connsiteY8" fmla="*/ 143115 h 1431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7185" h="143114">
                      <a:moveTo>
                        <a:pt x="9401" y="143115"/>
                      </a:moveTo>
                      <a:lnTo>
                        <a:pt x="7618" y="127069"/>
                      </a:lnTo>
                      <a:cubicBezTo>
                        <a:pt x="11832" y="126583"/>
                        <a:pt x="15722" y="124314"/>
                        <a:pt x="18153" y="120910"/>
                      </a:cubicBezTo>
                      <a:cubicBezTo>
                        <a:pt x="20746" y="117344"/>
                        <a:pt x="21718" y="113130"/>
                        <a:pt x="20746" y="108916"/>
                      </a:cubicBezTo>
                      <a:lnTo>
                        <a:pt x="0" y="3079"/>
                      </a:lnTo>
                      <a:lnTo>
                        <a:pt x="15884" y="0"/>
                      </a:lnTo>
                      <a:lnTo>
                        <a:pt x="36630" y="105837"/>
                      </a:lnTo>
                      <a:cubicBezTo>
                        <a:pt x="38250" y="114427"/>
                        <a:pt x="36305" y="123503"/>
                        <a:pt x="31119" y="130473"/>
                      </a:cubicBezTo>
                      <a:cubicBezTo>
                        <a:pt x="25932" y="137442"/>
                        <a:pt x="17991" y="142142"/>
                        <a:pt x="9238" y="143115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3" name="任意形状 129"/>
                <p:cNvSpPr/>
                <p:nvPr/>
              </p:nvSpPr>
              <p:spPr>
                <a:xfrm>
                  <a:off x="1588882" y="2402308"/>
                  <a:ext cx="21196" cy="29432"/>
                </a:xfrm>
                <a:custGeom>
                  <a:avLst/>
                  <a:gdLst>
                    <a:gd name="connsiteX0" fmla="*/ 21052 w 21196"/>
                    <a:gd name="connsiteY0" fmla="*/ 13500 h 29432"/>
                    <a:gd name="connsiteX1" fmla="*/ 12300 w 21196"/>
                    <a:gd name="connsiteY1" fmla="*/ 29384 h 29432"/>
                    <a:gd name="connsiteX2" fmla="*/ 144 w 21196"/>
                    <a:gd name="connsiteY2" fmla="*/ 15932 h 29432"/>
                    <a:gd name="connsiteX3" fmla="*/ 8897 w 21196"/>
                    <a:gd name="connsiteY3" fmla="*/ 48 h 29432"/>
                    <a:gd name="connsiteX4" fmla="*/ 21052 w 21196"/>
                    <a:gd name="connsiteY4" fmla="*/ 13500 h 294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196" h="29432">
                      <a:moveTo>
                        <a:pt x="21052" y="13500"/>
                      </a:moveTo>
                      <a:cubicBezTo>
                        <a:pt x="22025" y="21604"/>
                        <a:pt x="17973" y="28736"/>
                        <a:pt x="12300" y="29384"/>
                      </a:cubicBezTo>
                      <a:cubicBezTo>
                        <a:pt x="6465" y="30032"/>
                        <a:pt x="1117" y="24035"/>
                        <a:pt x="144" y="15932"/>
                      </a:cubicBezTo>
                      <a:cubicBezTo>
                        <a:pt x="-828" y="7828"/>
                        <a:pt x="3224" y="696"/>
                        <a:pt x="8897" y="48"/>
                      </a:cubicBezTo>
                      <a:cubicBezTo>
                        <a:pt x="14731" y="-600"/>
                        <a:pt x="20080" y="5397"/>
                        <a:pt x="21052" y="1350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4" name="任意形状 130"/>
                <p:cNvSpPr/>
                <p:nvPr/>
              </p:nvSpPr>
              <p:spPr>
                <a:xfrm>
                  <a:off x="1748366" y="2383993"/>
                  <a:ext cx="21196" cy="29432"/>
                </a:xfrm>
                <a:custGeom>
                  <a:avLst/>
                  <a:gdLst>
                    <a:gd name="connsiteX0" fmla="*/ 21052 w 21196"/>
                    <a:gd name="connsiteY0" fmla="*/ 13500 h 29432"/>
                    <a:gd name="connsiteX1" fmla="*/ 12300 w 21196"/>
                    <a:gd name="connsiteY1" fmla="*/ 29384 h 29432"/>
                    <a:gd name="connsiteX2" fmla="*/ 144 w 21196"/>
                    <a:gd name="connsiteY2" fmla="*/ 15932 h 29432"/>
                    <a:gd name="connsiteX3" fmla="*/ 8897 w 21196"/>
                    <a:gd name="connsiteY3" fmla="*/ 48 h 29432"/>
                    <a:gd name="connsiteX4" fmla="*/ 21052 w 21196"/>
                    <a:gd name="connsiteY4" fmla="*/ 13500 h 294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196" h="29432">
                      <a:moveTo>
                        <a:pt x="21052" y="13500"/>
                      </a:moveTo>
                      <a:cubicBezTo>
                        <a:pt x="22025" y="21604"/>
                        <a:pt x="17973" y="28736"/>
                        <a:pt x="12300" y="29384"/>
                      </a:cubicBezTo>
                      <a:cubicBezTo>
                        <a:pt x="6465" y="30032"/>
                        <a:pt x="1117" y="24035"/>
                        <a:pt x="144" y="15932"/>
                      </a:cubicBezTo>
                      <a:cubicBezTo>
                        <a:pt x="-828" y="7828"/>
                        <a:pt x="3224" y="696"/>
                        <a:pt x="8897" y="48"/>
                      </a:cubicBezTo>
                      <a:cubicBezTo>
                        <a:pt x="14731" y="-600"/>
                        <a:pt x="20080" y="5397"/>
                        <a:pt x="21052" y="1350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5" name="任意形状 131"/>
                <p:cNvSpPr/>
                <p:nvPr/>
              </p:nvSpPr>
              <p:spPr>
                <a:xfrm>
                  <a:off x="1622963" y="2538987"/>
                  <a:ext cx="40132" cy="40519"/>
                </a:xfrm>
                <a:custGeom>
                  <a:avLst/>
                  <a:gdLst>
                    <a:gd name="connsiteX0" fmla="*/ 38025 w 40132"/>
                    <a:gd name="connsiteY0" fmla="*/ 40519 h 40519"/>
                    <a:gd name="connsiteX1" fmla="*/ 10958 w 40132"/>
                    <a:gd name="connsiteY1" fmla="*/ 29174 h 40519"/>
                    <a:gd name="connsiteX2" fmla="*/ 99 w 40132"/>
                    <a:gd name="connsiteY2" fmla="*/ 0 h 40519"/>
                    <a:gd name="connsiteX3" fmla="*/ 16307 w 40132"/>
                    <a:gd name="connsiteY3" fmla="*/ 972 h 40519"/>
                    <a:gd name="connsiteX4" fmla="*/ 22628 w 40132"/>
                    <a:gd name="connsiteY4" fmla="*/ 17666 h 40519"/>
                    <a:gd name="connsiteX5" fmla="*/ 39322 w 40132"/>
                    <a:gd name="connsiteY5" fmla="*/ 24150 h 40519"/>
                    <a:gd name="connsiteX6" fmla="*/ 40132 w 40132"/>
                    <a:gd name="connsiteY6" fmla="*/ 40357 h 40519"/>
                    <a:gd name="connsiteX7" fmla="*/ 38187 w 40132"/>
                    <a:gd name="connsiteY7" fmla="*/ 40357 h 405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0132" h="40519">
                      <a:moveTo>
                        <a:pt x="38025" y="40519"/>
                      </a:moveTo>
                      <a:cubicBezTo>
                        <a:pt x="27976" y="40519"/>
                        <a:pt x="17928" y="36305"/>
                        <a:pt x="10958" y="29174"/>
                      </a:cubicBezTo>
                      <a:cubicBezTo>
                        <a:pt x="3503" y="21556"/>
                        <a:pt x="-711" y="10697"/>
                        <a:pt x="99" y="0"/>
                      </a:cubicBezTo>
                      <a:lnTo>
                        <a:pt x="16307" y="972"/>
                      </a:lnTo>
                      <a:cubicBezTo>
                        <a:pt x="15983" y="7131"/>
                        <a:pt x="18252" y="13290"/>
                        <a:pt x="22628" y="17666"/>
                      </a:cubicBezTo>
                      <a:cubicBezTo>
                        <a:pt x="27004" y="22043"/>
                        <a:pt x="33163" y="24474"/>
                        <a:pt x="39322" y="24150"/>
                      </a:cubicBezTo>
                      <a:lnTo>
                        <a:pt x="40132" y="40357"/>
                      </a:lnTo>
                      <a:cubicBezTo>
                        <a:pt x="40132" y="40357"/>
                        <a:pt x="38836" y="40357"/>
                        <a:pt x="38187" y="4035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6" name="任意形状 132"/>
                <p:cNvSpPr/>
                <p:nvPr/>
              </p:nvSpPr>
              <p:spPr>
                <a:xfrm>
                  <a:off x="1549099" y="2338005"/>
                  <a:ext cx="79273" cy="39333"/>
                </a:xfrm>
                <a:custGeom>
                  <a:avLst/>
                  <a:gdLst>
                    <a:gd name="connsiteX0" fmla="*/ 15291 w 79273"/>
                    <a:gd name="connsiteY0" fmla="*/ 8758 h 39333"/>
                    <a:gd name="connsiteX1" fmla="*/ 3784 w 79273"/>
                    <a:gd name="connsiteY1" fmla="*/ 16537 h 39333"/>
                    <a:gd name="connsiteX2" fmla="*/ 542 w 79273"/>
                    <a:gd name="connsiteY2" fmla="*/ 29342 h 39333"/>
                    <a:gd name="connsiteX3" fmla="*/ 19667 w 79273"/>
                    <a:gd name="connsiteY3" fmla="*/ 39228 h 39333"/>
                    <a:gd name="connsiteX4" fmla="*/ 67804 w 79273"/>
                    <a:gd name="connsiteY4" fmla="*/ 28369 h 39333"/>
                    <a:gd name="connsiteX5" fmla="*/ 79150 w 79273"/>
                    <a:gd name="connsiteY5" fmla="*/ 16051 h 39333"/>
                    <a:gd name="connsiteX6" fmla="*/ 55973 w 79273"/>
                    <a:gd name="connsiteY6" fmla="*/ 6 h 39333"/>
                    <a:gd name="connsiteX7" fmla="*/ 15291 w 79273"/>
                    <a:gd name="connsiteY7" fmla="*/ 8920 h 39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9273" h="39333">
                      <a:moveTo>
                        <a:pt x="15291" y="8758"/>
                      </a:moveTo>
                      <a:cubicBezTo>
                        <a:pt x="11077" y="10703"/>
                        <a:pt x="6863" y="12972"/>
                        <a:pt x="3784" y="16537"/>
                      </a:cubicBezTo>
                      <a:cubicBezTo>
                        <a:pt x="704" y="20103"/>
                        <a:pt x="-917" y="24966"/>
                        <a:pt x="542" y="29342"/>
                      </a:cubicBezTo>
                      <a:cubicBezTo>
                        <a:pt x="2811" y="36473"/>
                        <a:pt x="11887" y="38904"/>
                        <a:pt x="19667" y="39228"/>
                      </a:cubicBezTo>
                      <a:cubicBezTo>
                        <a:pt x="36199" y="40039"/>
                        <a:pt x="53055" y="36149"/>
                        <a:pt x="67804" y="28369"/>
                      </a:cubicBezTo>
                      <a:cubicBezTo>
                        <a:pt x="72991" y="25614"/>
                        <a:pt x="78501" y="21724"/>
                        <a:pt x="79150" y="16051"/>
                      </a:cubicBezTo>
                      <a:cubicBezTo>
                        <a:pt x="80933" y="2923"/>
                        <a:pt x="62942" y="6"/>
                        <a:pt x="55973" y="6"/>
                      </a:cubicBezTo>
                      <a:cubicBezTo>
                        <a:pt x="42196" y="-157"/>
                        <a:pt x="27771" y="3247"/>
                        <a:pt x="15291" y="892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7" name="任意形状 133"/>
                <p:cNvSpPr/>
                <p:nvPr/>
              </p:nvSpPr>
              <p:spPr>
                <a:xfrm>
                  <a:off x="1716788" y="2320720"/>
                  <a:ext cx="70629" cy="31771"/>
                </a:xfrm>
                <a:custGeom>
                  <a:avLst/>
                  <a:gdLst>
                    <a:gd name="connsiteX0" fmla="*/ 16001 w 70629"/>
                    <a:gd name="connsiteY0" fmla="*/ 3028 h 31771"/>
                    <a:gd name="connsiteX1" fmla="*/ 4817 w 70629"/>
                    <a:gd name="connsiteY1" fmla="*/ 8052 h 31771"/>
                    <a:gd name="connsiteX2" fmla="*/ 117 w 70629"/>
                    <a:gd name="connsiteY2" fmla="*/ 18587 h 31771"/>
                    <a:gd name="connsiteX3" fmla="*/ 15190 w 70629"/>
                    <a:gd name="connsiteY3" fmla="*/ 29933 h 31771"/>
                    <a:gd name="connsiteX4" fmla="*/ 58465 w 70629"/>
                    <a:gd name="connsiteY4" fmla="*/ 27664 h 31771"/>
                    <a:gd name="connsiteX5" fmla="*/ 70135 w 70629"/>
                    <a:gd name="connsiteY5" fmla="*/ 18587 h 31771"/>
                    <a:gd name="connsiteX6" fmla="*/ 52468 w 70629"/>
                    <a:gd name="connsiteY6" fmla="*/ 1245 h 31771"/>
                    <a:gd name="connsiteX7" fmla="*/ 16001 w 70629"/>
                    <a:gd name="connsiteY7" fmla="*/ 3028 h 31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0629" h="31771">
                      <a:moveTo>
                        <a:pt x="16001" y="3028"/>
                      </a:moveTo>
                      <a:cubicBezTo>
                        <a:pt x="11949" y="4000"/>
                        <a:pt x="8059" y="5459"/>
                        <a:pt x="4817" y="8052"/>
                      </a:cubicBezTo>
                      <a:cubicBezTo>
                        <a:pt x="1576" y="10646"/>
                        <a:pt x="-531" y="14697"/>
                        <a:pt x="117" y="18587"/>
                      </a:cubicBezTo>
                      <a:cubicBezTo>
                        <a:pt x="1090" y="25070"/>
                        <a:pt x="8545" y="28474"/>
                        <a:pt x="15190" y="29933"/>
                      </a:cubicBezTo>
                      <a:cubicBezTo>
                        <a:pt x="29453" y="33012"/>
                        <a:pt x="44527" y="32202"/>
                        <a:pt x="58465" y="27664"/>
                      </a:cubicBezTo>
                      <a:cubicBezTo>
                        <a:pt x="63328" y="26043"/>
                        <a:pt x="68676" y="23450"/>
                        <a:pt x="70135" y="18587"/>
                      </a:cubicBezTo>
                      <a:cubicBezTo>
                        <a:pt x="73539" y="7404"/>
                        <a:pt x="58465" y="2380"/>
                        <a:pt x="52468" y="1245"/>
                      </a:cubicBezTo>
                      <a:cubicBezTo>
                        <a:pt x="40475" y="-1024"/>
                        <a:pt x="27670" y="-52"/>
                        <a:pt x="16001" y="302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8" name="任意形状 134"/>
                <p:cNvSpPr/>
                <p:nvPr/>
              </p:nvSpPr>
              <p:spPr>
                <a:xfrm>
                  <a:off x="1356107" y="2110008"/>
                  <a:ext cx="402614" cy="288133"/>
                </a:xfrm>
                <a:custGeom>
                  <a:avLst/>
                  <a:gdLst>
                    <a:gd name="connsiteX0" fmla="*/ 402453 w 402614"/>
                    <a:gd name="connsiteY0" fmla="*/ 105310 h 288133"/>
                    <a:gd name="connsiteX1" fmla="*/ 293050 w 402614"/>
                    <a:gd name="connsiteY1" fmla="*/ 76947 h 288133"/>
                    <a:gd name="connsiteX2" fmla="*/ 234054 w 402614"/>
                    <a:gd name="connsiteY2" fmla="*/ 148909 h 288133"/>
                    <a:gd name="connsiteX3" fmla="*/ 141994 w 402614"/>
                    <a:gd name="connsiteY3" fmla="*/ 154744 h 288133"/>
                    <a:gd name="connsiteX4" fmla="*/ 87211 w 402614"/>
                    <a:gd name="connsiteY4" fmla="*/ 257987 h 288133"/>
                    <a:gd name="connsiteX5" fmla="*/ 14 w 402614"/>
                    <a:gd name="connsiteY5" fmla="*/ 288134 h 288133"/>
                    <a:gd name="connsiteX6" fmla="*/ 45395 w 402614"/>
                    <a:gd name="connsiteY6" fmla="*/ 106445 h 288133"/>
                    <a:gd name="connsiteX7" fmla="*/ 223681 w 402614"/>
                    <a:gd name="connsiteY7" fmla="*/ 1094 h 288133"/>
                    <a:gd name="connsiteX8" fmla="*/ 402615 w 402614"/>
                    <a:gd name="connsiteY8" fmla="*/ 105472 h 2881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02614" h="288133">
                      <a:moveTo>
                        <a:pt x="402453" y="105310"/>
                      </a:moveTo>
                      <a:cubicBezTo>
                        <a:pt x="363878" y="109200"/>
                        <a:pt x="323359" y="99637"/>
                        <a:pt x="293050" y="76947"/>
                      </a:cubicBezTo>
                      <a:cubicBezTo>
                        <a:pt x="284136" y="107579"/>
                        <a:pt x="262256" y="134160"/>
                        <a:pt x="234054" y="148909"/>
                      </a:cubicBezTo>
                      <a:cubicBezTo>
                        <a:pt x="205852" y="163658"/>
                        <a:pt x="172302" y="164793"/>
                        <a:pt x="141994" y="154744"/>
                      </a:cubicBezTo>
                      <a:cubicBezTo>
                        <a:pt x="139238" y="194777"/>
                        <a:pt x="118817" y="233352"/>
                        <a:pt x="87211" y="257987"/>
                      </a:cubicBezTo>
                      <a:cubicBezTo>
                        <a:pt x="62576" y="277275"/>
                        <a:pt x="31295" y="287810"/>
                        <a:pt x="14" y="288134"/>
                      </a:cubicBezTo>
                      <a:cubicBezTo>
                        <a:pt x="-311" y="248101"/>
                        <a:pt x="4876" y="171114"/>
                        <a:pt x="45395" y="106445"/>
                      </a:cubicBezTo>
                      <a:cubicBezTo>
                        <a:pt x="77649" y="55066"/>
                        <a:pt x="132107" y="11629"/>
                        <a:pt x="223681" y="1094"/>
                      </a:cubicBezTo>
                      <a:cubicBezTo>
                        <a:pt x="299858" y="-7658"/>
                        <a:pt x="360312" y="36913"/>
                        <a:pt x="402615" y="105472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9" name="任意形状 135"/>
                <p:cNvSpPr/>
                <p:nvPr/>
              </p:nvSpPr>
              <p:spPr>
                <a:xfrm>
                  <a:off x="1303795" y="2390745"/>
                  <a:ext cx="142764" cy="182148"/>
                </a:xfrm>
                <a:custGeom>
                  <a:avLst/>
                  <a:gdLst>
                    <a:gd name="connsiteX0" fmla="*/ 114726 w 142764"/>
                    <a:gd name="connsiteY0" fmla="*/ 18580 h 182148"/>
                    <a:gd name="connsiteX1" fmla="*/ 63509 w 142764"/>
                    <a:gd name="connsiteY1" fmla="*/ 913 h 182148"/>
                    <a:gd name="connsiteX2" fmla="*/ 17317 w 142764"/>
                    <a:gd name="connsiteY2" fmla="*/ 31870 h 182148"/>
                    <a:gd name="connsiteX3" fmla="*/ 23962 w 142764"/>
                    <a:gd name="connsiteY3" fmla="*/ 151808 h 182148"/>
                    <a:gd name="connsiteX4" fmla="*/ 142765 w 142764"/>
                    <a:gd name="connsiteY4" fmla="*/ 169636 h 182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764" h="182148">
                      <a:moveTo>
                        <a:pt x="114726" y="18580"/>
                      </a:moveTo>
                      <a:cubicBezTo>
                        <a:pt x="102894" y="3669"/>
                        <a:pt x="82148" y="-2490"/>
                        <a:pt x="63509" y="913"/>
                      </a:cubicBezTo>
                      <a:cubicBezTo>
                        <a:pt x="44870" y="4317"/>
                        <a:pt x="28500" y="16473"/>
                        <a:pt x="17317" y="31870"/>
                      </a:cubicBezTo>
                      <a:cubicBezTo>
                        <a:pt x="-8129" y="66879"/>
                        <a:pt x="-5212" y="119716"/>
                        <a:pt x="23962" y="151808"/>
                      </a:cubicBezTo>
                      <a:cubicBezTo>
                        <a:pt x="53136" y="183899"/>
                        <a:pt x="105487" y="191679"/>
                        <a:pt x="142765" y="169636"/>
                      </a:cubicBezTo>
                    </a:path>
                  </a:pathLst>
                </a:custGeom>
                <a:solidFill>
                  <a:srgbClr val="FFB78F"/>
                </a:solidFill>
                <a:ln w="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/>
                  <a:endParaRPr lang="zh-CN" altLang="en-US"/>
                </a:p>
              </p:txBody>
            </p:sp>
            <p:sp>
              <p:nvSpPr>
                <p:cNvPr id="270" name="任意形状 136"/>
                <p:cNvSpPr/>
                <p:nvPr/>
              </p:nvSpPr>
              <p:spPr>
                <a:xfrm>
                  <a:off x="1332943" y="2435744"/>
                  <a:ext cx="55106" cy="83307"/>
                </a:xfrm>
                <a:custGeom>
                  <a:avLst/>
                  <a:gdLst>
                    <a:gd name="connsiteX0" fmla="*/ 41006 w 55106"/>
                    <a:gd name="connsiteY0" fmla="*/ 83308 h 83307"/>
                    <a:gd name="connsiteX1" fmla="*/ 29660 w 55106"/>
                    <a:gd name="connsiteY1" fmla="*/ 22205 h 83307"/>
                    <a:gd name="connsiteX2" fmla="*/ 7294 w 55106"/>
                    <a:gd name="connsiteY2" fmla="*/ 33388 h 83307"/>
                    <a:gd name="connsiteX3" fmla="*/ 0 w 55106"/>
                    <a:gd name="connsiteY3" fmla="*/ 18963 h 83307"/>
                    <a:gd name="connsiteX4" fmla="*/ 37764 w 55106"/>
                    <a:gd name="connsiteY4" fmla="*/ 0 h 83307"/>
                    <a:gd name="connsiteX5" fmla="*/ 49110 w 55106"/>
                    <a:gd name="connsiteY5" fmla="*/ 9887 h 83307"/>
                    <a:gd name="connsiteX6" fmla="*/ 55106 w 55106"/>
                    <a:gd name="connsiteY6" fmla="*/ 75366 h 83307"/>
                    <a:gd name="connsiteX7" fmla="*/ 41006 w 55106"/>
                    <a:gd name="connsiteY7" fmla="*/ 83308 h 83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5106" h="83307">
                      <a:moveTo>
                        <a:pt x="41006" y="83308"/>
                      </a:moveTo>
                      <a:cubicBezTo>
                        <a:pt x="30795" y="64993"/>
                        <a:pt x="26743" y="43113"/>
                        <a:pt x="29660" y="22205"/>
                      </a:cubicBezTo>
                      <a:lnTo>
                        <a:pt x="7294" y="33388"/>
                      </a:lnTo>
                      <a:lnTo>
                        <a:pt x="0" y="18963"/>
                      </a:lnTo>
                      <a:lnTo>
                        <a:pt x="37764" y="0"/>
                      </a:lnTo>
                      <a:lnTo>
                        <a:pt x="49110" y="9887"/>
                      </a:lnTo>
                      <a:cubicBezTo>
                        <a:pt x="41816" y="31281"/>
                        <a:pt x="44085" y="55755"/>
                        <a:pt x="55106" y="75366"/>
                      </a:cubicBezTo>
                      <a:lnTo>
                        <a:pt x="41006" y="83308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1" name="任意形状 137"/>
                <p:cNvSpPr/>
                <p:nvPr/>
              </p:nvSpPr>
              <p:spPr>
                <a:xfrm>
                  <a:off x="555911" y="2907390"/>
                  <a:ext cx="2355831" cy="1662431"/>
                </a:xfrm>
                <a:custGeom>
                  <a:avLst/>
                  <a:gdLst>
                    <a:gd name="connsiteX0" fmla="*/ 2355831 w 2355831"/>
                    <a:gd name="connsiteY0" fmla="*/ 726433 h 1662431"/>
                    <a:gd name="connsiteX1" fmla="*/ 1715624 w 2355831"/>
                    <a:gd name="connsiteY1" fmla="*/ 1265341 h 1662431"/>
                    <a:gd name="connsiteX2" fmla="*/ 1574941 w 2355831"/>
                    <a:gd name="connsiteY2" fmla="*/ 1245568 h 1662431"/>
                    <a:gd name="connsiteX3" fmla="*/ 1503302 w 2355831"/>
                    <a:gd name="connsiteY3" fmla="*/ 1213152 h 1662431"/>
                    <a:gd name="connsiteX4" fmla="*/ 1298274 w 2355831"/>
                    <a:gd name="connsiteY4" fmla="*/ 929030 h 1662431"/>
                    <a:gd name="connsiteX5" fmla="*/ 564872 w 2355831"/>
                    <a:gd name="connsiteY5" fmla="*/ 673757 h 1662431"/>
                    <a:gd name="connsiteX6" fmla="*/ 479781 w 2355831"/>
                    <a:gd name="connsiteY6" fmla="*/ 900666 h 1662431"/>
                    <a:gd name="connsiteX7" fmla="*/ 816093 w 2355831"/>
                    <a:gd name="connsiteY7" fmla="*/ 1374744 h 1662431"/>
                    <a:gd name="connsiteX8" fmla="*/ 544612 w 2355831"/>
                    <a:gd name="connsiteY8" fmla="*/ 1662432 h 1662431"/>
                    <a:gd name="connsiteX9" fmla="*/ 1652 w 2355831"/>
                    <a:gd name="connsiteY9" fmla="*/ 900666 h 1662431"/>
                    <a:gd name="connsiteX10" fmla="*/ 414950 w 2355831"/>
                    <a:gd name="connsiteY10" fmla="*/ 94329 h 1662431"/>
                    <a:gd name="connsiteX11" fmla="*/ 788377 w 2355831"/>
                    <a:gd name="connsiteY11" fmla="*/ 16370 h 1662431"/>
                    <a:gd name="connsiteX12" fmla="*/ 1123230 w 2355831"/>
                    <a:gd name="connsiteY12" fmla="*/ 0 h 1662431"/>
                    <a:gd name="connsiteX13" fmla="*/ 1472345 w 2355831"/>
                    <a:gd name="connsiteY13" fmla="*/ 167264 h 1662431"/>
                    <a:gd name="connsiteX14" fmla="*/ 1780293 w 2355831"/>
                    <a:gd name="connsiteY14" fmla="*/ 734536 h 1662431"/>
                    <a:gd name="connsiteX15" fmla="*/ 2076085 w 2355831"/>
                    <a:gd name="connsiteY15" fmla="*/ 479264 h 1662431"/>
                    <a:gd name="connsiteX16" fmla="*/ 2355669 w 2355831"/>
                    <a:gd name="connsiteY16" fmla="*/ 726433 h 16624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355831" h="1662431">
                      <a:moveTo>
                        <a:pt x="2355831" y="726433"/>
                      </a:moveTo>
                      <a:cubicBezTo>
                        <a:pt x="2355831" y="726433"/>
                        <a:pt x="2051935" y="1257237"/>
                        <a:pt x="1715624" y="1265341"/>
                      </a:cubicBezTo>
                      <a:cubicBezTo>
                        <a:pt x="1662625" y="1266638"/>
                        <a:pt x="1615946" y="1259182"/>
                        <a:pt x="1574941" y="1245568"/>
                      </a:cubicBezTo>
                      <a:cubicBezTo>
                        <a:pt x="1548846" y="1236978"/>
                        <a:pt x="1525021" y="1225956"/>
                        <a:pt x="1503302" y="1213152"/>
                      </a:cubicBezTo>
                      <a:cubicBezTo>
                        <a:pt x="1342845" y="1118661"/>
                        <a:pt x="1298274" y="929030"/>
                        <a:pt x="1298274" y="929030"/>
                      </a:cubicBezTo>
                      <a:lnTo>
                        <a:pt x="564872" y="673757"/>
                      </a:lnTo>
                      <a:lnTo>
                        <a:pt x="479781" y="900666"/>
                      </a:lnTo>
                      <a:lnTo>
                        <a:pt x="816093" y="1374744"/>
                      </a:lnTo>
                      <a:lnTo>
                        <a:pt x="544612" y="1662432"/>
                      </a:lnTo>
                      <a:cubicBezTo>
                        <a:pt x="544612" y="1662432"/>
                        <a:pt x="-34816" y="1220770"/>
                        <a:pt x="1652" y="900666"/>
                      </a:cubicBezTo>
                      <a:cubicBezTo>
                        <a:pt x="38119" y="580563"/>
                        <a:pt x="313652" y="134849"/>
                        <a:pt x="414950" y="94329"/>
                      </a:cubicBezTo>
                      <a:cubicBezTo>
                        <a:pt x="516249" y="53810"/>
                        <a:pt x="788377" y="16370"/>
                        <a:pt x="788377" y="16370"/>
                      </a:cubicBezTo>
                      <a:cubicBezTo>
                        <a:pt x="788377" y="16370"/>
                        <a:pt x="1030684" y="223991"/>
                        <a:pt x="1123230" y="0"/>
                      </a:cubicBezTo>
                      <a:cubicBezTo>
                        <a:pt x="1123230" y="0"/>
                        <a:pt x="1403462" y="102433"/>
                        <a:pt x="1472345" y="167264"/>
                      </a:cubicBezTo>
                      <a:cubicBezTo>
                        <a:pt x="1541228" y="232095"/>
                        <a:pt x="1780293" y="734536"/>
                        <a:pt x="1780293" y="734536"/>
                      </a:cubicBezTo>
                      <a:lnTo>
                        <a:pt x="2076085" y="479264"/>
                      </a:lnTo>
                      <a:lnTo>
                        <a:pt x="2355669" y="72643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2" name="任意形状 138"/>
                <p:cNvSpPr/>
                <p:nvPr/>
              </p:nvSpPr>
              <p:spPr>
                <a:xfrm>
                  <a:off x="860487" y="6264831"/>
                  <a:ext cx="714660" cy="419295"/>
                </a:xfrm>
                <a:custGeom>
                  <a:avLst/>
                  <a:gdLst>
                    <a:gd name="connsiteX0" fmla="*/ 0 w 714660"/>
                    <a:gd name="connsiteY0" fmla="*/ 418809 h 419295"/>
                    <a:gd name="connsiteX1" fmla="*/ 52351 w 714660"/>
                    <a:gd name="connsiteY1" fmla="*/ 0 h 419295"/>
                    <a:gd name="connsiteX2" fmla="*/ 458032 w 714660"/>
                    <a:gd name="connsiteY2" fmla="*/ 0 h 419295"/>
                    <a:gd name="connsiteX3" fmla="*/ 701473 w 714660"/>
                    <a:gd name="connsiteY3" fmla="*/ 317348 h 419295"/>
                    <a:gd name="connsiteX4" fmla="*/ 651228 w 714660"/>
                    <a:gd name="connsiteY4" fmla="*/ 419295 h 419295"/>
                    <a:gd name="connsiteX5" fmla="*/ 271642 w 714660"/>
                    <a:gd name="connsiteY5" fmla="*/ 418971 h 419295"/>
                    <a:gd name="connsiteX6" fmla="*/ 153812 w 714660"/>
                    <a:gd name="connsiteY6" fmla="*/ 418971 h 419295"/>
                    <a:gd name="connsiteX7" fmla="*/ 0 w 714660"/>
                    <a:gd name="connsiteY7" fmla="*/ 418971 h 4192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14660" h="419295">
                      <a:moveTo>
                        <a:pt x="0" y="418809"/>
                      </a:moveTo>
                      <a:lnTo>
                        <a:pt x="52351" y="0"/>
                      </a:lnTo>
                      <a:lnTo>
                        <a:pt x="458032" y="0"/>
                      </a:lnTo>
                      <a:cubicBezTo>
                        <a:pt x="458032" y="0"/>
                        <a:pt x="701473" y="317348"/>
                        <a:pt x="701473" y="317348"/>
                      </a:cubicBezTo>
                      <a:cubicBezTo>
                        <a:pt x="733402" y="359002"/>
                        <a:pt x="703742" y="419295"/>
                        <a:pt x="651228" y="419295"/>
                      </a:cubicBezTo>
                      <a:lnTo>
                        <a:pt x="271642" y="418971"/>
                      </a:lnTo>
                      <a:cubicBezTo>
                        <a:pt x="271642" y="418971"/>
                        <a:pt x="219777" y="323183"/>
                        <a:pt x="153812" y="418971"/>
                      </a:cubicBezTo>
                      <a:lnTo>
                        <a:pt x="0" y="418971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3" name="任意形状 139"/>
                <p:cNvSpPr/>
                <p:nvPr/>
              </p:nvSpPr>
              <p:spPr>
                <a:xfrm>
                  <a:off x="1763260" y="6158346"/>
                  <a:ext cx="817398" cy="525780"/>
                </a:xfrm>
                <a:custGeom>
                  <a:avLst/>
                  <a:gdLst>
                    <a:gd name="connsiteX0" fmla="*/ 156243 w 817398"/>
                    <a:gd name="connsiteY0" fmla="*/ 525618 h 525780"/>
                    <a:gd name="connsiteX1" fmla="*/ 0 w 817398"/>
                    <a:gd name="connsiteY1" fmla="*/ 0 h 525780"/>
                    <a:gd name="connsiteX2" fmla="*/ 438582 w 817398"/>
                    <a:gd name="connsiteY2" fmla="*/ 7618 h 525780"/>
                    <a:gd name="connsiteX3" fmla="*/ 788346 w 817398"/>
                    <a:gd name="connsiteY3" fmla="*/ 233068 h 525780"/>
                    <a:gd name="connsiteX4" fmla="*/ 771652 w 817398"/>
                    <a:gd name="connsiteY4" fmla="*/ 347171 h 525780"/>
                    <a:gd name="connsiteX5" fmla="*/ 417026 w 817398"/>
                    <a:gd name="connsiteY5" fmla="*/ 449928 h 525780"/>
                    <a:gd name="connsiteX6" fmla="*/ 303896 w 817398"/>
                    <a:gd name="connsiteY6" fmla="*/ 482830 h 525780"/>
                    <a:gd name="connsiteX7" fmla="*/ 156243 w 817398"/>
                    <a:gd name="connsiteY7" fmla="*/ 525780 h 5257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17398" h="525780">
                      <a:moveTo>
                        <a:pt x="156243" y="525618"/>
                      </a:moveTo>
                      <a:lnTo>
                        <a:pt x="0" y="0"/>
                      </a:lnTo>
                      <a:lnTo>
                        <a:pt x="438582" y="7618"/>
                      </a:lnTo>
                      <a:lnTo>
                        <a:pt x="788346" y="233068"/>
                      </a:lnTo>
                      <a:cubicBezTo>
                        <a:pt x="834052" y="262566"/>
                        <a:pt x="823841" y="332097"/>
                        <a:pt x="771652" y="347171"/>
                      </a:cubicBezTo>
                      <a:lnTo>
                        <a:pt x="417026" y="449928"/>
                      </a:lnTo>
                      <a:cubicBezTo>
                        <a:pt x="417026" y="449928"/>
                        <a:pt x="340525" y="372455"/>
                        <a:pt x="303896" y="482830"/>
                      </a:cubicBezTo>
                      <a:lnTo>
                        <a:pt x="156243" y="525780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74" name="任意形状 140"/>
                <p:cNvSpPr/>
                <p:nvPr/>
              </p:nvSpPr>
              <p:spPr>
                <a:xfrm>
                  <a:off x="794197" y="3781962"/>
                  <a:ext cx="1542169" cy="2510260"/>
                </a:xfrm>
                <a:custGeom>
                  <a:avLst/>
                  <a:gdLst>
                    <a:gd name="connsiteX0" fmla="*/ 1542170 w 1542169"/>
                    <a:gd name="connsiteY0" fmla="*/ 2376222 h 2510260"/>
                    <a:gd name="connsiteX1" fmla="*/ 910067 w 1542169"/>
                    <a:gd name="connsiteY1" fmla="*/ 2510261 h 2510260"/>
                    <a:gd name="connsiteX2" fmla="*/ 820762 w 1542169"/>
                    <a:gd name="connsiteY2" fmla="*/ 1848659 h 2510260"/>
                    <a:gd name="connsiteX3" fmla="*/ 767600 w 1542169"/>
                    <a:gd name="connsiteY3" fmla="*/ 1455782 h 2510260"/>
                    <a:gd name="connsiteX4" fmla="*/ 758362 w 1542169"/>
                    <a:gd name="connsiteY4" fmla="*/ 1599708 h 2510260"/>
                    <a:gd name="connsiteX5" fmla="*/ 699528 w 1542169"/>
                    <a:gd name="connsiteY5" fmla="*/ 2510261 h 2510260"/>
                    <a:gd name="connsiteX6" fmla="*/ 0 w 1542169"/>
                    <a:gd name="connsiteY6" fmla="*/ 2510261 h 2510260"/>
                    <a:gd name="connsiteX7" fmla="*/ 216050 w 1542169"/>
                    <a:gd name="connsiteY7" fmla="*/ 81687 h 2510260"/>
                    <a:gd name="connsiteX8" fmla="*/ 1218663 w 1542169"/>
                    <a:gd name="connsiteY8" fmla="*/ 0 h 2510260"/>
                    <a:gd name="connsiteX9" fmla="*/ 1542170 w 1542169"/>
                    <a:gd name="connsiteY9" fmla="*/ 2376222 h 25102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542169" h="2510260">
                      <a:moveTo>
                        <a:pt x="1542170" y="2376222"/>
                      </a:moveTo>
                      <a:lnTo>
                        <a:pt x="910067" y="2510261"/>
                      </a:lnTo>
                      <a:lnTo>
                        <a:pt x="820762" y="1848659"/>
                      </a:lnTo>
                      <a:lnTo>
                        <a:pt x="767600" y="1455782"/>
                      </a:lnTo>
                      <a:lnTo>
                        <a:pt x="758362" y="1599708"/>
                      </a:lnTo>
                      <a:lnTo>
                        <a:pt x="699528" y="2510261"/>
                      </a:lnTo>
                      <a:lnTo>
                        <a:pt x="0" y="2510261"/>
                      </a:lnTo>
                      <a:lnTo>
                        <a:pt x="216050" y="81687"/>
                      </a:lnTo>
                      <a:lnTo>
                        <a:pt x="1218663" y="0"/>
                      </a:lnTo>
                      <a:lnTo>
                        <a:pt x="1542170" y="2376222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75" name="组合 141"/>
                <p:cNvGrpSpPr/>
                <p:nvPr/>
              </p:nvGrpSpPr>
              <p:grpSpPr>
                <a:xfrm>
                  <a:off x="1105872" y="4299800"/>
                  <a:ext cx="367477" cy="337942"/>
                  <a:chOff x="1105872" y="4299800"/>
                  <a:chExt cx="367477" cy="337942"/>
                </a:xfrm>
              </p:grpSpPr>
              <p:sp>
                <p:nvSpPr>
                  <p:cNvPr id="276" name="任意形状 149"/>
                  <p:cNvSpPr/>
                  <p:nvPr/>
                </p:nvSpPr>
                <p:spPr>
                  <a:xfrm>
                    <a:off x="1105872" y="4299800"/>
                    <a:ext cx="367477" cy="337942"/>
                  </a:xfrm>
                  <a:custGeom>
                    <a:avLst/>
                    <a:gdLst>
                      <a:gd name="connsiteX0" fmla="*/ 281853 w 367477"/>
                      <a:gd name="connsiteY0" fmla="*/ 143763 h 337942"/>
                      <a:gd name="connsiteX1" fmla="*/ 365485 w 367477"/>
                      <a:gd name="connsiteY1" fmla="*/ 166292 h 337942"/>
                      <a:gd name="connsiteX2" fmla="*/ 269373 w 367477"/>
                      <a:gd name="connsiteY2" fmla="*/ 59483 h 337942"/>
                      <a:gd name="connsiteX3" fmla="*/ 195952 w 367477"/>
                      <a:gd name="connsiteY3" fmla="*/ 0 h 337942"/>
                      <a:gd name="connsiteX4" fmla="*/ 0 w 367477"/>
                      <a:gd name="connsiteY4" fmla="*/ 161592 h 337942"/>
                      <a:gd name="connsiteX5" fmla="*/ 241010 w 367477"/>
                      <a:gd name="connsiteY5" fmla="*/ 337608 h 337942"/>
                      <a:gd name="connsiteX6" fmla="*/ 257217 w 367477"/>
                      <a:gd name="connsiteY6" fmla="*/ 315890 h 337942"/>
                      <a:gd name="connsiteX7" fmla="*/ 292226 w 367477"/>
                      <a:gd name="connsiteY7" fmla="*/ 332908 h 337942"/>
                      <a:gd name="connsiteX8" fmla="*/ 308434 w 367477"/>
                      <a:gd name="connsiteY8" fmla="*/ 311189 h 337942"/>
                      <a:gd name="connsiteX9" fmla="*/ 340525 w 367477"/>
                      <a:gd name="connsiteY9" fmla="*/ 308758 h 337942"/>
                      <a:gd name="connsiteX10" fmla="*/ 282015 w 367477"/>
                      <a:gd name="connsiteY10" fmla="*/ 143763 h 337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67477" h="337942">
                        <a:moveTo>
                          <a:pt x="281853" y="143763"/>
                        </a:moveTo>
                        <a:cubicBezTo>
                          <a:pt x="316538" y="180393"/>
                          <a:pt x="349278" y="186876"/>
                          <a:pt x="365485" y="166292"/>
                        </a:cubicBezTo>
                        <a:cubicBezTo>
                          <a:pt x="378776" y="149436"/>
                          <a:pt x="323183" y="96922"/>
                          <a:pt x="269373" y="59483"/>
                        </a:cubicBezTo>
                        <a:cubicBezTo>
                          <a:pt x="233068" y="34360"/>
                          <a:pt x="195952" y="0"/>
                          <a:pt x="195952" y="0"/>
                        </a:cubicBezTo>
                        <a:lnTo>
                          <a:pt x="0" y="161592"/>
                        </a:lnTo>
                        <a:cubicBezTo>
                          <a:pt x="0" y="161592"/>
                          <a:pt x="206973" y="346846"/>
                          <a:pt x="241010" y="337608"/>
                        </a:cubicBezTo>
                        <a:cubicBezTo>
                          <a:pt x="261431" y="331935"/>
                          <a:pt x="257217" y="315890"/>
                          <a:pt x="257217" y="315890"/>
                        </a:cubicBezTo>
                        <a:cubicBezTo>
                          <a:pt x="257217" y="315890"/>
                          <a:pt x="275856" y="337122"/>
                          <a:pt x="292226" y="332908"/>
                        </a:cubicBezTo>
                        <a:cubicBezTo>
                          <a:pt x="308596" y="328694"/>
                          <a:pt x="308434" y="311189"/>
                          <a:pt x="308434" y="311189"/>
                        </a:cubicBezTo>
                        <a:cubicBezTo>
                          <a:pt x="308434" y="311189"/>
                          <a:pt x="327235" y="327235"/>
                          <a:pt x="340525" y="308758"/>
                        </a:cubicBezTo>
                        <a:cubicBezTo>
                          <a:pt x="354950" y="288498"/>
                          <a:pt x="320752" y="214267"/>
                          <a:pt x="282015" y="143763"/>
                        </a:cubicBezTo>
                        <a:close/>
                      </a:path>
                    </a:pathLst>
                  </a:custGeom>
                  <a:solidFill>
                    <a:srgbClr val="FFB78F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/>
                    <a:endParaRPr lang="zh-CN" altLang="en-US"/>
                  </a:p>
                </p:txBody>
              </p:sp>
              <p:sp>
                <p:nvSpPr>
                  <p:cNvPr id="277" name="任意形状 150"/>
                  <p:cNvSpPr/>
                  <p:nvPr/>
                </p:nvSpPr>
                <p:spPr>
                  <a:xfrm>
                    <a:off x="1354013" y="4502559"/>
                    <a:ext cx="67748" cy="110861"/>
                  </a:xfrm>
                  <a:custGeom>
                    <a:avLst/>
                    <a:gdLst>
                      <a:gd name="connsiteX0" fmla="*/ 52351 w 67748"/>
                      <a:gd name="connsiteY0" fmla="*/ 110861 h 110861"/>
                      <a:gd name="connsiteX1" fmla="*/ 0 w 67748"/>
                      <a:gd name="connsiteY1" fmla="*/ 9401 h 110861"/>
                      <a:gd name="connsiteX2" fmla="*/ 13128 w 67748"/>
                      <a:gd name="connsiteY2" fmla="*/ 0 h 110861"/>
                      <a:gd name="connsiteX3" fmla="*/ 67748 w 67748"/>
                      <a:gd name="connsiteY3" fmla="*/ 106161 h 110861"/>
                      <a:gd name="connsiteX4" fmla="*/ 52189 w 67748"/>
                      <a:gd name="connsiteY4" fmla="*/ 110861 h 1108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7748" h="110861">
                        <a:moveTo>
                          <a:pt x="52351" y="110861"/>
                        </a:moveTo>
                        <a:cubicBezTo>
                          <a:pt x="52351" y="110861"/>
                          <a:pt x="36792" y="60941"/>
                          <a:pt x="0" y="9401"/>
                        </a:cubicBezTo>
                        <a:lnTo>
                          <a:pt x="13128" y="0"/>
                        </a:lnTo>
                        <a:cubicBezTo>
                          <a:pt x="51541" y="53810"/>
                          <a:pt x="67100" y="104054"/>
                          <a:pt x="67748" y="106161"/>
                        </a:cubicBezTo>
                        <a:lnTo>
                          <a:pt x="52189" y="110861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78" name="任意形状 151"/>
                  <p:cNvSpPr/>
                  <p:nvPr/>
                </p:nvSpPr>
                <p:spPr>
                  <a:xfrm>
                    <a:off x="1306687" y="4529951"/>
                    <a:ext cx="63372" cy="89466"/>
                  </a:xfrm>
                  <a:custGeom>
                    <a:avLst/>
                    <a:gdLst>
                      <a:gd name="connsiteX0" fmla="*/ 48947 w 63372"/>
                      <a:gd name="connsiteY0" fmla="*/ 89467 h 89466"/>
                      <a:gd name="connsiteX1" fmla="*/ 0 w 63372"/>
                      <a:gd name="connsiteY1" fmla="*/ 9725 h 89466"/>
                      <a:gd name="connsiteX2" fmla="*/ 12966 w 63372"/>
                      <a:gd name="connsiteY2" fmla="*/ 0 h 89466"/>
                      <a:gd name="connsiteX3" fmla="*/ 63372 w 63372"/>
                      <a:gd name="connsiteY3" fmla="*/ 82011 h 89466"/>
                      <a:gd name="connsiteX4" fmla="*/ 48947 w 63372"/>
                      <a:gd name="connsiteY4" fmla="*/ 89305 h 894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3372" h="89466">
                        <a:moveTo>
                          <a:pt x="48947" y="89467"/>
                        </a:moveTo>
                        <a:cubicBezTo>
                          <a:pt x="48947" y="89467"/>
                          <a:pt x="26419" y="45382"/>
                          <a:pt x="0" y="9725"/>
                        </a:cubicBezTo>
                        <a:lnTo>
                          <a:pt x="12966" y="0"/>
                        </a:lnTo>
                        <a:cubicBezTo>
                          <a:pt x="40195" y="36630"/>
                          <a:pt x="62400" y="80228"/>
                          <a:pt x="63372" y="82011"/>
                        </a:cubicBezTo>
                        <a:lnTo>
                          <a:pt x="48947" y="89305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79" name="任意形状 142"/>
                <p:cNvSpPr/>
                <p:nvPr/>
              </p:nvSpPr>
              <p:spPr>
                <a:xfrm>
                  <a:off x="1561797" y="4529302"/>
                  <a:ext cx="53323" cy="1102128"/>
                </a:xfrm>
                <a:custGeom>
                  <a:avLst/>
                  <a:gdLst>
                    <a:gd name="connsiteX0" fmla="*/ 53324 w 53323"/>
                    <a:gd name="connsiteY0" fmla="*/ 1102129 h 1102128"/>
                    <a:gd name="connsiteX1" fmla="*/ 53161 w 53323"/>
                    <a:gd name="connsiteY1" fmla="*/ 1101318 h 1102128"/>
                    <a:gd name="connsiteX2" fmla="*/ 0 w 53323"/>
                    <a:gd name="connsiteY2" fmla="*/ 708442 h 1102128"/>
                    <a:gd name="connsiteX3" fmla="*/ 45868 w 53323"/>
                    <a:gd name="connsiteY3" fmla="*/ 0 h 1102128"/>
                    <a:gd name="connsiteX4" fmla="*/ 53324 w 53323"/>
                    <a:gd name="connsiteY4" fmla="*/ 1102129 h 11021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323" h="1102128">
                      <a:moveTo>
                        <a:pt x="53324" y="1102129"/>
                      </a:moveTo>
                      <a:lnTo>
                        <a:pt x="53161" y="1101318"/>
                      </a:lnTo>
                      <a:lnTo>
                        <a:pt x="0" y="708442"/>
                      </a:lnTo>
                      <a:lnTo>
                        <a:pt x="45868" y="0"/>
                      </a:lnTo>
                      <a:lnTo>
                        <a:pt x="53324" y="1102129"/>
                      </a:lnTo>
                      <a:close/>
                    </a:path>
                  </a:pathLst>
                </a:custGeom>
                <a:solidFill>
                  <a:srgbClr val="4DC1A3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0" name="任意形状 143"/>
                <p:cNvSpPr/>
                <p:nvPr/>
              </p:nvSpPr>
              <p:spPr>
                <a:xfrm>
                  <a:off x="991121" y="3500108"/>
                  <a:ext cx="1059502" cy="592151"/>
                </a:xfrm>
                <a:custGeom>
                  <a:avLst/>
                  <a:gdLst>
                    <a:gd name="connsiteX0" fmla="*/ 1059502 w 1059502"/>
                    <a:gd name="connsiteY0" fmla="*/ 520756 h 592151"/>
                    <a:gd name="connsiteX1" fmla="*/ 290930 w 1059502"/>
                    <a:gd name="connsiteY1" fmla="*/ 564841 h 592151"/>
                    <a:gd name="connsiteX2" fmla="*/ 0 w 1059502"/>
                    <a:gd name="connsiteY2" fmla="*/ 474077 h 592151"/>
                    <a:gd name="connsiteX3" fmla="*/ 17991 w 1059502"/>
                    <a:gd name="connsiteY3" fmla="*/ 172289 h 592151"/>
                    <a:gd name="connsiteX4" fmla="*/ 28202 w 1059502"/>
                    <a:gd name="connsiteY4" fmla="*/ 0 h 592151"/>
                    <a:gd name="connsiteX5" fmla="*/ 1000668 w 1059502"/>
                    <a:gd name="connsiteY5" fmla="*/ 0 h 592151"/>
                    <a:gd name="connsiteX6" fmla="*/ 1059340 w 1059502"/>
                    <a:gd name="connsiteY6" fmla="*/ 520756 h 592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59502" h="592151">
                      <a:moveTo>
                        <a:pt x="1059502" y="520756"/>
                      </a:moveTo>
                      <a:cubicBezTo>
                        <a:pt x="1059502" y="520756"/>
                        <a:pt x="708280" y="645880"/>
                        <a:pt x="290930" y="564841"/>
                      </a:cubicBezTo>
                      <a:cubicBezTo>
                        <a:pt x="196276" y="546526"/>
                        <a:pt x="98219" y="517514"/>
                        <a:pt x="0" y="474077"/>
                      </a:cubicBezTo>
                      <a:lnTo>
                        <a:pt x="17991" y="172289"/>
                      </a:lnTo>
                      <a:lnTo>
                        <a:pt x="28202" y="0"/>
                      </a:lnTo>
                      <a:lnTo>
                        <a:pt x="1000668" y="0"/>
                      </a:lnTo>
                      <a:lnTo>
                        <a:pt x="1059340" y="52075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1" name="任意形状 144"/>
                <p:cNvSpPr/>
                <p:nvPr/>
              </p:nvSpPr>
              <p:spPr>
                <a:xfrm>
                  <a:off x="1996652" y="3542411"/>
                  <a:ext cx="134200" cy="610709"/>
                </a:xfrm>
                <a:custGeom>
                  <a:avLst/>
                  <a:gdLst>
                    <a:gd name="connsiteX0" fmla="*/ 134200 w 134200"/>
                    <a:gd name="connsiteY0" fmla="*/ 610547 h 610709"/>
                    <a:gd name="connsiteX1" fmla="*/ 62562 w 134200"/>
                    <a:gd name="connsiteY1" fmla="*/ 578132 h 610709"/>
                    <a:gd name="connsiteX2" fmla="*/ 62076 w 134200"/>
                    <a:gd name="connsiteY2" fmla="*/ 577645 h 610709"/>
                    <a:gd name="connsiteX3" fmla="*/ 0 w 134200"/>
                    <a:gd name="connsiteY3" fmla="*/ 0 h 610709"/>
                    <a:gd name="connsiteX4" fmla="*/ 134200 w 134200"/>
                    <a:gd name="connsiteY4" fmla="*/ 610709 h 610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200" h="610709">
                      <a:moveTo>
                        <a:pt x="134200" y="610547"/>
                      </a:moveTo>
                      <a:cubicBezTo>
                        <a:pt x="108106" y="601957"/>
                        <a:pt x="84280" y="590936"/>
                        <a:pt x="62562" y="578132"/>
                      </a:cubicBezTo>
                      <a:lnTo>
                        <a:pt x="62076" y="577645"/>
                      </a:lnTo>
                      <a:lnTo>
                        <a:pt x="0" y="0"/>
                      </a:lnTo>
                      <a:lnTo>
                        <a:pt x="134200" y="610709"/>
                      </a:lnTo>
                      <a:close/>
                    </a:path>
                  </a:pathLst>
                </a:custGeom>
                <a:solidFill>
                  <a:srgbClr val="F7B15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2" name="任意形状 145"/>
                <p:cNvSpPr/>
                <p:nvPr/>
              </p:nvSpPr>
              <p:spPr>
                <a:xfrm rot="16444800">
                  <a:off x="-63032" y="5166982"/>
                  <a:ext cx="2239591" cy="16207"/>
                </a:xfrm>
                <a:custGeom>
                  <a:avLst/>
                  <a:gdLst>
                    <a:gd name="connsiteX0" fmla="*/ 0 w 2239591"/>
                    <a:gd name="connsiteY0" fmla="*/ 0 h 16207"/>
                    <a:gd name="connsiteX1" fmla="*/ 2239591 w 2239591"/>
                    <a:gd name="connsiteY1" fmla="*/ 0 h 16207"/>
                    <a:gd name="connsiteX2" fmla="*/ 2239591 w 2239591"/>
                    <a:gd name="connsiteY2" fmla="*/ 16208 h 16207"/>
                    <a:gd name="connsiteX3" fmla="*/ 0 w 2239591"/>
                    <a:gd name="connsiteY3" fmla="*/ 16208 h 16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39591" h="16207">
                      <a:moveTo>
                        <a:pt x="0" y="0"/>
                      </a:moveTo>
                      <a:lnTo>
                        <a:pt x="2239591" y="0"/>
                      </a:lnTo>
                      <a:lnTo>
                        <a:pt x="2239591" y="16208"/>
                      </a:lnTo>
                      <a:lnTo>
                        <a:pt x="0" y="16208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3" name="任意形状 146"/>
                <p:cNvSpPr/>
                <p:nvPr/>
              </p:nvSpPr>
              <p:spPr>
                <a:xfrm>
                  <a:off x="991121" y="3593951"/>
                  <a:ext cx="290929" cy="470998"/>
                </a:xfrm>
                <a:custGeom>
                  <a:avLst/>
                  <a:gdLst>
                    <a:gd name="connsiteX0" fmla="*/ 290930 w 290929"/>
                    <a:gd name="connsiteY0" fmla="*/ 470998 h 470998"/>
                    <a:gd name="connsiteX1" fmla="*/ 0 w 290929"/>
                    <a:gd name="connsiteY1" fmla="*/ 380234 h 470998"/>
                    <a:gd name="connsiteX2" fmla="*/ 17991 w 290929"/>
                    <a:gd name="connsiteY2" fmla="*/ 78446 h 470998"/>
                    <a:gd name="connsiteX3" fmla="*/ 124800 w 290929"/>
                    <a:gd name="connsiteY3" fmla="*/ 0 h 470998"/>
                    <a:gd name="connsiteX4" fmla="*/ 81039 w 290929"/>
                    <a:gd name="connsiteY4" fmla="*/ 201949 h 470998"/>
                    <a:gd name="connsiteX5" fmla="*/ 290930 w 290929"/>
                    <a:gd name="connsiteY5" fmla="*/ 470998 h 470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0929" h="470998">
                      <a:moveTo>
                        <a:pt x="290930" y="470998"/>
                      </a:moveTo>
                      <a:cubicBezTo>
                        <a:pt x="196276" y="452683"/>
                        <a:pt x="98219" y="423671"/>
                        <a:pt x="0" y="380234"/>
                      </a:cubicBezTo>
                      <a:lnTo>
                        <a:pt x="17991" y="78446"/>
                      </a:lnTo>
                      <a:lnTo>
                        <a:pt x="124800" y="0"/>
                      </a:lnTo>
                      <a:cubicBezTo>
                        <a:pt x="125610" y="3404"/>
                        <a:pt x="81039" y="201949"/>
                        <a:pt x="81039" y="201949"/>
                      </a:cubicBezTo>
                      <a:lnTo>
                        <a:pt x="290930" y="470998"/>
                      </a:lnTo>
                      <a:close/>
                    </a:path>
                  </a:pathLst>
                </a:custGeom>
                <a:solidFill>
                  <a:srgbClr val="F7B15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4" name="任意形状 147"/>
                <p:cNvSpPr/>
                <p:nvPr/>
              </p:nvSpPr>
              <p:spPr>
                <a:xfrm>
                  <a:off x="555911" y="2923760"/>
                  <a:ext cx="816092" cy="1646061"/>
                </a:xfrm>
                <a:custGeom>
                  <a:avLst/>
                  <a:gdLst>
                    <a:gd name="connsiteX0" fmla="*/ 564872 w 816092"/>
                    <a:gd name="connsiteY0" fmla="*/ 657387 h 1646061"/>
                    <a:gd name="connsiteX1" fmla="*/ 479781 w 816092"/>
                    <a:gd name="connsiteY1" fmla="*/ 884296 h 1646061"/>
                    <a:gd name="connsiteX2" fmla="*/ 816093 w 816092"/>
                    <a:gd name="connsiteY2" fmla="*/ 1358374 h 1646061"/>
                    <a:gd name="connsiteX3" fmla="*/ 544612 w 816092"/>
                    <a:gd name="connsiteY3" fmla="*/ 1646062 h 1646061"/>
                    <a:gd name="connsiteX4" fmla="*/ 1652 w 816092"/>
                    <a:gd name="connsiteY4" fmla="*/ 884296 h 1646061"/>
                    <a:gd name="connsiteX5" fmla="*/ 414950 w 816092"/>
                    <a:gd name="connsiteY5" fmla="*/ 77959 h 1646061"/>
                    <a:gd name="connsiteX6" fmla="*/ 788539 w 816092"/>
                    <a:gd name="connsiteY6" fmla="*/ 0 h 16460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092" h="1646061">
                      <a:moveTo>
                        <a:pt x="564872" y="657387"/>
                      </a:moveTo>
                      <a:lnTo>
                        <a:pt x="479781" y="884296"/>
                      </a:lnTo>
                      <a:lnTo>
                        <a:pt x="816093" y="1358374"/>
                      </a:lnTo>
                      <a:lnTo>
                        <a:pt x="544612" y="1646062"/>
                      </a:lnTo>
                      <a:cubicBezTo>
                        <a:pt x="544612" y="1646062"/>
                        <a:pt x="-34816" y="1204400"/>
                        <a:pt x="1652" y="884296"/>
                      </a:cubicBezTo>
                      <a:cubicBezTo>
                        <a:pt x="38119" y="564193"/>
                        <a:pt x="313652" y="118479"/>
                        <a:pt x="414950" y="77959"/>
                      </a:cubicBezTo>
                      <a:cubicBezTo>
                        <a:pt x="516249" y="37440"/>
                        <a:pt x="788539" y="0"/>
                        <a:pt x="788539" y="0"/>
                      </a:cubicBezTo>
                    </a:path>
                  </a:pathLst>
                </a:custGeom>
                <a:solidFill>
                  <a:schemeClr val="accent2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5" name="任意形状 148"/>
                <p:cNvSpPr/>
                <p:nvPr/>
              </p:nvSpPr>
              <p:spPr>
                <a:xfrm rot="20921401">
                  <a:off x="1718917" y="4848039"/>
                  <a:ext cx="16207" cy="1425635"/>
                </a:xfrm>
                <a:custGeom>
                  <a:avLst/>
                  <a:gdLst>
                    <a:gd name="connsiteX0" fmla="*/ 0 w 16207"/>
                    <a:gd name="connsiteY0" fmla="*/ 0 h 1425635"/>
                    <a:gd name="connsiteX1" fmla="*/ 16208 w 16207"/>
                    <a:gd name="connsiteY1" fmla="*/ 0 h 1425635"/>
                    <a:gd name="connsiteX2" fmla="*/ 16208 w 16207"/>
                    <a:gd name="connsiteY2" fmla="*/ 1425635 h 1425635"/>
                    <a:gd name="connsiteX3" fmla="*/ 0 w 16207"/>
                    <a:gd name="connsiteY3" fmla="*/ 1425635 h 14256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207" h="1425635">
                      <a:moveTo>
                        <a:pt x="0" y="0"/>
                      </a:moveTo>
                      <a:lnTo>
                        <a:pt x="16208" y="0"/>
                      </a:lnTo>
                      <a:lnTo>
                        <a:pt x="16208" y="1425635"/>
                      </a:lnTo>
                      <a:lnTo>
                        <a:pt x="0" y="1425635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86" name="任意形状 22"/>
              <p:cNvSpPr/>
              <p:nvPr/>
            </p:nvSpPr>
            <p:spPr>
              <a:xfrm>
                <a:off x="-52" y="5971163"/>
                <a:ext cx="1226683" cy="893862"/>
              </a:xfrm>
              <a:custGeom>
                <a:avLst/>
                <a:gdLst>
                  <a:gd name="connsiteX0" fmla="*/ 55978 w 1553102"/>
                  <a:gd name="connsiteY0" fmla="*/ 1131560 h 1131718"/>
                  <a:gd name="connsiteX1" fmla="*/ 632076 w 1553102"/>
                  <a:gd name="connsiteY1" fmla="*/ 336 h 1131718"/>
                  <a:gd name="connsiteX2" fmla="*/ 1553103 w 1553102"/>
                  <a:gd name="connsiteY2" fmla="*/ 1131719 h 1131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53102" h="1131718">
                    <a:moveTo>
                      <a:pt x="55978" y="1131560"/>
                    </a:moveTo>
                    <a:cubicBezTo>
                      <a:pt x="55978" y="1131560"/>
                      <a:pt x="-265435" y="29728"/>
                      <a:pt x="632076" y="336"/>
                    </a:cubicBezTo>
                    <a:cubicBezTo>
                      <a:pt x="1329559" y="-22543"/>
                      <a:pt x="1553103" y="1131719"/>
                      <a:pt x="1553103" y="1131719"/>
                    </a:cubicBezTo>
                  </a:path>
                </a:pathLst>
              </a:custGeom>
              <a:solidFill>
                <a:schemeClr val="accent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grpSp>
            <p:nvGrpSpPr>
              <p:cNvPr id="287" name="组合 23"/>
              <p:cNvGrpSpPr/>
              <p:nvPr/>
            </p:nvGrpSpPr>
            <p:grpSpPr>
              <a:xfrm>
                <a:off x="1656294" y="4235001"/>
                <a:ext cx="1001100" cy="2630017"/>
                <a:chOff x="1656294" y="4817199"/>
                <a:chExt cx="779490" cy="2047819"/>
              </a:xfrm>
            </p:grpSpPr>
            <p:sp>
              <p:nvSpPr>
                <p:cNvPr id="288" name="任意形状 120"/>
                <p:cNvSpPr/>
                <p:nvPr/>
              </p:nvSpPr>
              <p:spPr>
                <a:xfrm>
                  <a:off x="1656294" y="5182648"/>
                  <a:ext cx="673041" cy="1682370"/>
                </a:xfrm>
                <a:custGeom>
                  <a:avLst/>
                  <a:gdLst>
                    <a:gd name="connsiteX0" fmla="*/ 40541 w 673041"/>
                    <a:gd name="connsiteY0" fmla="*/ 1679677 h 1682370"/>
                    <a:gd name="connsiteX1" fmla="*/ 430909 w 673041"/>
                    <a:gd name="connsiteY1" fmla="*/ 287731 h 1682370"/>
                    <a:gd name="connsiteX2" fmla="*/ 558012 w 673041"/>
                    <a:gd name="connsiteY2" fmla="*/ 0 h 1682370"/>
                    <a:gd name="connsiteX3" fmla="*/ 673041 w 673041"/>
                    <a:gd name="connsiteY3" fmla="*/ 39879 h 1682370"/>
                    <a:gd name="connsiteX4" fmla="*/ 596620 w 673041"/>
                    <a:gd name="connsiteY4" fmla="*/ 345246 h 1682370"/>
                    <a:gd name="connsiteX5" fmla="*/ 40223 w 673041"/>
                    <a:gd name="connsiteY5" fmla="*/ 1679677 h 16823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73041" h="1682370">
                      <a:moveTo>
                        <a:pt x="40541" y="1679677"/>
                      </a:moveTo>
                      <a:cubicBezTo>
                        <a:pt x="-119133" y="1624387"/>
                        <a:pt x="230879" y="753090"/>
                        <a:pt x="430909" y="287731"/>
                      </a:cubicBezTo>
                      <a:cubicBezTo>
                        <a:pt x="504629" y="116300"/>
                        <a:pt x="558012" y="0"/>
                        <a:pt x="558012" y="0"/>
                      </a:cubicBezTo>
                      <a:lnTo>
                        <a:pt x="673041" y="39879"/>
                      </a:lnTo>
                      <a:cubicBezTo>
                        <a:pt x="673041" y="39879"/>
                        <a:pt x="643808" y="164599"/>
                        <a:pt x="596620" y="345246"/>
                      </a:cubicBezTo>
                      <a:cubicBezTo>
                        <a:pt x="468722" y="835549"/>
                        <a:pt x="208477" y="1737986"/>
                        <a:pt x="40223" y="167967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89" name="任意形状 121"/>
                <p:cNvSpPr/>
                <p:nvPr/>
              </p:nvSpPr>
              <p:spPr>
                <a:xfrm>
                  <a:off x="2087203" y="5182648"/>
                  <a:ext cx="242132" cy="345245"/>
                </a:xfrm>
                <a:custGeom>
                  <a:avLst/>
                  <a:gdLst>
                    <a:gd name="connsiteX0" fmla="*/ 165871 w 242132"/>
                    <a:gd name="connsiteY0" fmla="*/ 345246 h 345245"/>
                    <a:gd name="connsiteX1" fmla="*/ 0 w 242132"/>
                    <a:gd name="connsiteY1" fmla="*/ 287731 h 345245"/>
                    <a:gd name="connsiteX2" fmla="*/ 127104 w 242132"/>
                    <a:gd name="connsiteY2" fmla="*/ 0 h 345245"/>
                    <a:gd name="connsiteX3" fmla="*/ 242133 w 242132"/>
                    <a:gd name="connsiteY3" fmla="*/ 39879 h 345245"/>
                    <a:gd name="connsiteX4" fmla="*/ 165712 w 242132"/>
                    <a:gd name="connsiteY4" fmla="*/ 345246 h 3452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2132" h="345245">
                      <a:moveTo>
                        <a:pt x="165871" y="345246"/>
                      </a:moveTo>
                      <a:lnTo>
                        <a:pt x="0" y="287731"/>
                      </a:lnTo>
                      <a:cubicBezTo>
                        <a:pt x="73720" y="116300"/>
                        <a:pt x="127104" y="0"/>
                        <a:pt x="127104" y="0"/>
                      </a:cubicBezTo>
                      <a:lnTo>
                        <a:pt x="242133" y="39879"/>
                      </a:lnTo>
                      <a:cubicBezTo>
                        <a:pt x="242133" y="39879"/>
                        <a:pt x="212899" y="164599"/>
                        <a:pt x="165712" y="34524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0" name="任意形状 122"/>
                <p:cNvSpPr/>
                <p:nvPr/>
              </p:nvSpPr>
              <p:spPr>
                <a:xfrm>
                  <a:off x="2205727" y="4819767"/>
                  <a:ext cx="230057" cy="402601"/>
                </a:xfrm>
                <a:custGeom>
                  <a:avLst/>
                  <a:gdLst>
                    <a:gd name="connsiteX0" fmla="*/ 123608 w 230057"/>
                    <a:gd name="connsiteY0" fmla="*/ 402601 h 402601"/>
                    <a:gd name="connsiteX1" fmla="*/ 230058 w 230057"/>
                    <a:gd name="connsiteY1" fmla="*/ 281535 h 402601"/>
                    <a:gd name="connsiteX2" fmla="*/ 198759 w 230057"/>
                    <a:gd name="connsiteY2" fmla="*/ 0 h 402601"/>
                    <a:gd name="connsiteX3" fmla="*/ 0 w 230057"/>
                    <a:gd name="connsiteY3" fmla="*/ 201777 h 402601"/>
                    <a:gd name="connsiteX4" fmla="*/ 8579 w 230057"/>
                    <a:gd name="connsiteY4" fmla="*/ 362723 h 402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0057" h="402601">
                      <a:moveTo>
                        <a:pt x="123608" y="402601"/>
                      </a:moveTo>
                      <a:lnTo>
                        <a:pt x="230058" y="281535"/>
                      </a:lnTo>
                      <a:lnTo>
                        <a:pt x="198759" y="0"/>
                      </a:lnTo>
                      <a:lnTo>
                        <a:pt x="0" y="201777"/>
                      </a:lnTo>
                      <a:lnTo>
                        <a:pt x="8579" y="362723"/>
                      </a:lnTo>
                    </a:path>
                  </a:pathLst>
                </a:custGeom>
                <a:solidFill>
                  <a:schemeClr val="accent2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1" name="任意形状 123"/>
                <p:cNvSpPr/>
                <p:nvPr/>
              </p:nvSpPr>
              <p:spPr>
                <a:xfrm rot="-4252800">
                  <a:off x="2234608" y="4932700"/>
                  <a:ext cx="255796" cy="15887"/>
                </a:xfrm>
                <a:custGeom>
                  <a:avLst/>
                  <a:gdLst>
                    <a:gd name="connsiteX0" fmla="*/ 0 w 255796"/>
                    <a:gd name="connsiteY0" fmla="*/ 0 h 15887"/>
                    <a:gd name="connsiteX1" fmla="*/ 255797 w 255796"/>
                    <a:gd name="connsiteY1" fmla="*/ 0 h 15887"/>
                    <a:gd name="connsiteX2" fmla="*/ 255797 w 255796"/>
                    <a:gd name="connsiteY2" fmla="*/ 15888 h 15887"/>
                    <a:gd name="connsiteX3" fmla="*/ 0 w 255796"/>
                    <a:gd name="connsiteY3" fmla="*/ 15888 h 15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5796" h="15887">
                      <a:moveTo>
                        <a:pt x="0" y="0"/>
                      </a:moveTo>
                      <a:lnTo>
                        <a:pt x="255797" y="0"/>
                      </a:lnTo>
                      <a:lnTo>
                        <a:pt x="255797" y="15888"/>
                      </a:lnTo>
                      <a:lnTo>
                        <a:pt x="0" y="15888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2" name="组合 25"/>
              <p:cNvGrpSpPr/>
              <p:nvPr/>
            </p:nvGrpSpPr>
            <p:grpSpPr>
              <a:xfrm>
                <a:off x="418807" y="4877122"/>
                <a:ext cx="730854" cy="1714649"/>
                <a:chOff x="418807" y="4877122"/>
                <a:chExt cx="730854" cy="1714649"/>
              </a:xfrm>
            </p:grpSpPr>
            <p:sp>
              <p:nvSpPr>
                <p:cNvPr id="293" name="任意形状 117"/>
                <p:cNvSpPr/>
                <p:nvPr/>
              </p:nvSpPr>
              <p:spPr>
                <a:xfrm>
                  <a:off x="418807" y="4877122"/>
                  <a:ext cx="730854" cy="1714649"/>
                </a:xfrm>
                <a:custGeom>
                  <a:avLst/>
                  <a:gdLst>
                    <a:gd name="connsiteX0" fmla="*/ 660940 w 730854"/>
                    <a:gd name="connsiteY0" fmla="*/ 1707004 h 1714649"/>
                    <a:gd name="connsiteX1" fmla="*/ 584678 w 730854"/>
                    <a:gd name="connsiteY1" fmla="*/ 1708911 h 1714649"/>
                    <a:gd name="connsiteX2" fmla="*/ 535584 w 730854"/>
                    <a:gd name="connsiteY2" fmla="*/ 1662836 h 1714649"/>
                    <a:gd name="connsiteX3" fmla="*/ 0 w 730854"/>
                    <a:gd name="connsiteY3" fmla="*/ 232759 h 1714649"/>
                    <a:gd name="connsiteX4" fmla="*/ 13346 w 730854"/>
                    <a:gd name="connsiteY4" fmla="*/ 88973 h 1714649"/>
                    <a:gd name="connsiteX5" fmla="*/ 21608 w 730854"/>
                    <a:gd name="connsiteY5" fmla="*/ 0 h 1714649"/>
                    <a:gd name="connsiteX6" fmla="*/ 86589 w 730854"/>
                    <a:gd name="connsiteY6" fmla="*/ 61963 h 1714649"/>
                    <a:gd name="connsiteX7" fmla="*/ 190656 w 730854"/>
                    <a:gd name="connsiteY7" fmla="*/ 161263 h 1714649"/>
                    <a:gd name="connsiteX8" fmla="*/ 726239 w 730854"/>
                    <a:gd name="connsiteY8" fmla="*/ 1591340 h 1714649"/>
                    <a:gd name="connsiteX9" fmla="*/ 660781 w 730854"/>
                    <a:gd name="connsiteY9" fmla="*/ 1707004 h 17146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30854" h="1714649">
                      <a:moveTo>
                        <a:pt x="660940" y="1707004"/>
                      </a:moveTo>
                      <a:cubicBezTo>
                        <a:pt x="634566" y="1716855"/>
                        <a:pt x="607397" y="1716855"/>
                        <a:pt x="584678" y="1708911"/>
                      </a:cubicBezTo>
                      <a:cubicBezTo>
                        <a:pt x="561958" y="1700967"/>
                        <a:pt x="543845" y="1684920"/>
                        <a:pt x="535584" y="1662836"/>
                      </a:cubicBezTo>
                      <a:lnTo>
                        <a:pt x="0" y="232759"/>
                      </a:lnTo>
                      <a:lnTo>
                        <a:pt x="13346" y="88973"/>
                      </a:lnTo>
                      <a:lnTo>
                        <a:pt x="21608" y="0"/>
                      </a:lnTo>
                      <a:lnTo>
                        <a:pt x="86589" y="61963"/>
                      </a:lnTo>
                      <a:lnTo>
                        <a:pt x="190656" y="161263"/>
                      </a:lnTo>
                      <a:lnTo>
                        <a:pt x="726239" y="1591340"/>
                      </a:lnTo>
                      <a:cubicBezTo>
                        <a:pt x="742763" y="1635508"/>
                        <a:pt x="713529" y="1687303"/>
                        <a:pt x="660781" y="170700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4" name="任意形状 118"/>
                <p:cNvSpPr/>
                <p:nvPr/>
              </p:nvSpPr>
              <p:spPr>
                <a:xfrm>
                  <a:off x="418965" y="4877122"/>
                  <a:ext cx="190655" cy="237832"/>
                </a:xfrm>
                <a:custGeom>
                  <a:avLst/>
                  <a:gdLst>
                    <a:gd name="connsiteX0" fmla="*/ 318 w 190655"/>
                    <a:gd name="connsiteY0" fmla="*/ 233712 h 237832"/>
                    <a:gd name="connsiteX1" fmla="*/ 0 w 190655"/>
                    <a:gd name="connsiteY1" fmla="*/ 232759 h 237832"/>
                    <a:gd name="connsiteX2" fmla="*/ 13346 w 190655"/>
                    <a:gd name="connsiteY2" fmla="*/ 88973 h 237832"/>
                    <a:gd name="connsiteX3" fmla="*/ 21608 w 190655"/>
                    <a:gd name="connsiteY3" fmla="*/ 0 h 237832"/>
                    <a:gd name="connsiteX4" fmla="*/ 86589 w 190655"/>
                    <a:gd name="connsiteY4" fmla="*/ 61963 h 237832"/>
                    <a:gd name="connsiteX5" fmla="*/ 190656 w 190655"/>
                    <a:gd name="connsiteY5" fmla="*/ 161263 h 237832"/>
                    <a:gd name="connsiteX6" fmla="*/ 190656 w 190655"/>
                    <a:gd name="connsiteY6" fmla="*/ 161740 h 237832"/>
                    <a:gd name="connsiteX7" fmla="*/ 189861 w 190655"/>
                    <a:gd name="connsiteY7" fmla="*/ 162693 h 237832"/>
                    <a:gd name="connsiteX8" fmla="*/ 96281 w 190655"/>
                    <a:gd name="connsiteY8" fmla="*/ 197805 h 237832"/>
                    <a:gd name="connsiteX9" fmla="*/ 318 w 190655"/>
                    <a:gd name="connsiteY9" fmla="*/ 233712 h 237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90655" h="237832">
                      <a:moveTo>
                        <a:pt x="318" y="233712"/>
                      </a:moveTo>
                      <a:lnTo>
                        <a:pt x="0" y="232759"/>
                      </a:lnTo>
                      <a:lnTo>
                        <a:pt x="13346" y="88973"/>
                      </a:lnTo>
                      <a:lnTo>
                        <a:pt x="21608" y="0"/>
                      </a:lnTo>
                      <a:lnTo>
                        <a:pt x="86589" y="61963"/>
                      </a:lnTo>
                      <a:lnTo>
                        <a:pt x="190656" y="161263"/>
                      </a:lnTo>
                      <a:lnTo>
                        <a:pt x="190656" y="161740"/>
                      </a:lnTo>
                      <a:cubicBezTo>
                        <a:pt x="190656" y="161740"/>
                        <a:pt x="189861" y="162693"/>
                        <a:pt x="189861" y="162693"/>
                      </a:cubicBezTo>
                      <a:cubicBezTo>
                        <a:pt x="189861" y="162693"/>
                        <a:pt x="154590" y="218301"/>
                        <a:pt x="96281" y="197805"/>
                      </a:cubicBezTo>
                      <a:cubicBezTo>
                        <a:pt x="96281" y="197805"/>
                        <a:pt x="64982" y="253095"/>
                        <a:pt x="318" y="23371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5" name="任意形状 119"/>
                <p:cNvSpPr/>
                <p:nvPr/>
              </p:nvSpPr>
              <p:spPr>
                <a:xfrm>
                  <a:off x="432152" y="4877122"/>
                  <a:ext cx="73243" cy="88972"/>
                </a:xfrm>
                <a:custGeom>
                  <a:avLst/>
                  <a:gdLst>
                    <a:gd name="connsiteX0" fmla="*/ 39402 w 73243"/>
                    <a:gd name="connsiteY0" fmla="*/ 81188 h 88972"/>
                    <a:gd name="connsiteX1" fmla="*/ 0 w 73243"/>
                    <a:gd name="connsiteY1" fmla="*/ 88973 h 88972"/>
                    <a:gd name="connsiteX2" fmla="*/ 8262 w 73243"/>
                    <a:gd name="connsiteY2" fmla="*/ 0 h 88972"/>
                    <a:gd name="connsiteX3" fmla="*/ 73244 w 73243"/>
                    <a:gd name="connsiteY3" fmla="*/ 61963 h 88972"/>
                    <a:gd name="connsiteX4" fmla="*/ 39402 w 73243"/>
                    <a:gd name="connsiteY4" fmla="*/ 81188 h 88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243" h="88972">
                      <a:moveTo>
                        <a:pt x="39402" y="81188"/>
                      </a:moveTo>
                      <a:cubicBezTo>
                        <a:pt x="26215" y="86113"/>
                        <a:pt x="13028" y="88655"/>
                        <a:pt x="0" y="88973"/>
                      </a:cubicBezTo>
                      <a:lnTo>
                        <a:pt x="8262" y="0"/>
                      </a:lnTo>
                      <a:lnTo>
                        <a:pt x="73244" y="61963"/>
                      </a:lnTo>
                      <a:cubicBezTo>
                        <a:pt x="63393" y="69748"/>
                        <a:pt x="52113" y="76421"/>
                        <a:pt x="39402" y="8118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6" name="组合 26"/>
              <p:cNvGrpSpPr/>
              <p:nvPr/>
            </p:nvGrpSpPr>
            <p:grpSpPr>
              <a:xfrm>
                <a:off x="245945" y="5632901"/>
                <a:ext cx="2291840" cy="1232124"/>
                <a:chOff x="245945" y="5632901"/>
                <a:chExt cx="2291840" cy="1232124"/>
              </a:xfrm>
            </p:grpSpPr>
            <p:sp>
              <p:nvSpPr>
                <p:cNvPr id="297" name="任意形状 113"/>
                <p:cNvSpPr/>
                <p:nvPr/>
              </p:nvSpPr>
              <p:spPr>
                <a:xfrm>
                  <a:off x="1028587" y="6107328"/>
                  <a:ext cx="1343805" cy="757697"/>
                </a:xfrm>
                <a:custGeom>
                  <a:avLst/>
                  <a:gdLst>
                    <a:gd name="connsiteX0" fmla="*/ 0 w 1343805"/>
                    <a:gd name="connsiteY0" fmla="*/ 0 h 757697"/>
                    <a:gd name="connsiteX1" fmla="*/ 1343805 w 1343805"/>
                    <a:gd name="connsiteY1" fmla="*/ 0 h 757697"/>
                    <a:gd name="connsiteX2" fmla="*/ 1343805 w 1343805"/>
                    <a:gd name="connsiteY2" fmla="*/ 757698 h 757697"/>
                    <a:gd name="connsiteX3" fmla="*/ 0 w 1343805"/>
                    <a:gd name="connsiteY3" fmla="*/ 757698 h 7576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43805" h="757697">
                      <a:moveTo>
                        <a:pt x="0" y="0"/>
                      </a:moveTo>
                      <a:lnTo>
                        <a:pt x="1343805" y="0"/>
                      </a:lnTo>
                      <a:lnTo>
                        <a:pt x="1343805" y="757698"/>
                      </a:lnTo>
                      <a:lnTo>
                        <a:pt x="0" y="75769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8" name="任意形状 114"/>
                <p:cNvSpPr/>
                <p:nvPr/>
              </p:nvSpPr>
              <p:spPr>
                <a:xfrm>
                  <a:off x="1028587" y="5783055"/>
                  <a:ext cx="1509198" cy="324273"/>
                </a:xfrm>
                <a:custGeom>
                  <a:avLst/>
                  <a:gdLst>
                    <a:gd name="connsiteX0" fmla="*/ 165235 w 1509198"/>
                    <a:gd name="connsiteY0" fmla="*/ 0 h 324273"/>
                    <a:gd name="connsiteX1" fmla="*/ 1509199 w 1509198"/>
                    <a:gd name="connsiteY1" fmla="*/ 0 h 324273"/>
                    <a:gd name="connsiteX2" fmla="*/ 1343964 w 1509198"/>
                    <a:gd name="connsiteY2" fmla="*/ 324274 h 324273"/>
                    <a:gd name="connsiteX3" fmla="*/ 0 w 1509198"/>
                    <a:gd name="connsiteY3" fmla="*/ 324274 h 324273"/>
                    <a:gd name="connsiteX4" fmla="*/ 165235 w 1509198"/>
                    <a:gd name="connsiteY4" fmla="*/ 0 h 324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9198" h="324273">
                      <a:moveTo>
                        <a:pt x="165235" y="0"/>
                      </a:moveTo>
                      <a:lnTo>
                        <a:pt x="1509199" y="0"/>
                      </a:lnTo>
                      <a:lnTo>
                        <a:pt x="1343964" y="324274"/>
                      </a:lnTo>
                      <a:lnTo>
                        <a:pt x="0" y="324274"/>
                      </a:lnTo>
                      <a:lnTo>
                        <a:pt x="165235" y="0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99" name="任意形状 115"/>
                <p:cNvSpPr/>
                <p:nvPr/>
              </p:nvSpPr>
              <p:spPr>
                <a:xfrm>
                  <a:off x="401965" y="5941934"/>
                  <a:ext cx="626621" cy="922932"/>
                </a:xfrm>
                <a:custGeom>
                  <a:avLst/>
                  <a:gdLst>
                    <a:gd name="connsiteX0" fmla="*/ 0 w 626621"/>
                    <a:gd name="connsiteY0" fmla="*/ 0 h 922932"/>
                    <a:gd name="connsiteX1" fmla="*/ 626622 w 626621"/>
                    <a:gd name="connsiteY1" fmla="*/ 165394 h 922932"/>
                    <a:gd name="connsiteX2" fmla="*/ 626622 w 626621"/>
                    <a:gd name="connsiteY2" fmla="*/ 922933 h 922932"/>
                    <a:gd name="connsiteX3" fmla="*/ 0 w 626621"/>
                    <a:gd name="connsiteY3" fmla="*/ 757698 h 922932"/>
                    <a:gd name="connsiteX4" fmla="*/ 0 w 626621"/>
                    <a:gd name="connsiteY4" fmla="*/ 0 h 9229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6621" h="922932">
                      <a:moveTo>
                        <a:pt x="0" y="0"/>
                      </a:moveTo>
                      <a:lnTo>
                        <a:pt x="626622" y="165394"/>
                      </a:lnTo>
                      <a:lnTo>
                        <a:pt x="626622" y="922933"/>
                      </a:lnTo>
                      <a:lnTo>
                        <a:pt x="0" y="75769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2F2F2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0" name="任意形状 116"/>
                <p:cNvSpPr/>
                <p:nvPr/>
              </p:nvSpPr>
              <p:spPr>
                <a:xfrm>
                  <a:off x="245945" y="5632901"/>
                  <a:ext cx="782641" cy="489667"/>
                </a:xfrm>
                <a:custGeom>
                  <a:avLst/>
                  <a:gdLst>
                    <a:gd name="connsiteX0" fmla="*/ 0 w 782641"/>
                    <a:gd name="connsiteY0" fmla="*/ 0 h 489667"/>
                    <a:gd name="connsiteX1" fmla="*/ 626781 w 782641"/>
                    <a:gd name="connsiteY1" fmla="*/ 165394 h 489667"/>
                    <a:gd name="connsiteX2" fmla="*/ 782642 w 782641"/>
                    <a:gd name="connsiteY2" fmla="*/ 489667 h 489667"/>
                    <a:gd name="connsiteX3" fmla="*/ 156020 w 782641"/>
                    <a:gd name="connsiteY3" fmla="*/ 324274 h 489667"/>
                    <a:gd name="connsiteX4" fmla="*/ 0 w 782641"/>
                    <a:gd name="connsiteY4" fmla="*/ 0 h 489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82641" h="489667">
                      <a:moveTo>
                        <a:pt x="0" y="0"/>
                      </a:moveTo>
                      <a:lnTo>
                        <a:pt x="626781" y="165394"/>
                      </a:lnTo>
                      <a:lnTo>
                        <a:pt x="782642" y="489667"/>
                      </a:lnTo>
                      <a:lnTo>
                        <a:pt x="156020" y="32427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AE9E8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01" name="任意形状 27"/>
              <p:cNvSpPr/>
              <p:nvPr/>
            </p:nvSpPr>
            <p:spPr>
              <a:xfrm>
                <a:off x="2026760" y="5679137"/>
                <a:ext cx="1168959" cy="1191307"/>
              </a:xfrm>
              <a:custGeom>
                <a:avLst/>
                <a:gdLst>
                  <a:gd name="connsiteX0" fmla="*/ 764943 w 1022268"/>
                  <a:gd name="connsiteY0" fmla="*/ 116 h 1041812"/>
                  <a:gd name="connsiteX1" fmla="*/ 908542 w 1022268"/>
                  <a:gd name="connsiteY1" fmla="*/ 40428 h 1041812"/>
                  <a:gd name="connsiteX2" fmla="*/ 563314 w 1022268"/>
                  <a:gd name="connsiteY2" fmla="*/ 1010096 h 1041812"/>
                  <a:gd name="connsiteX3" fmla="*/ 522908 w 1022268"/>
                  <a:gd name="connsiteY3" fmla="*/ 1041812 h 1041812"/>
                  <a:gd name="connsiteX4" fmla="*/ 53896 w 1022268"/>
                  <a:gd name="connsiteY4" fmla="*/ 1041812 h 1041812"/>
                  <a:gd name="connsiteX5" fmla="*/ 41907 w 1022268"/>
                  <a:gd name="connsiteY5" fmla="*/ 999330 h 1041812"/>
                  <a:gd name="connsiteX6" fmla="*/ 234415 w 1022268"/>
                  <a:gd name="connsiteY6" fmla="*/ 82690 h 1041812"/>
                  <a:gd name="connsiteX7" fmla="*/ 433809 w 1022268"/>
                  <a:gd name="connsiteY7" fmla="*/ 386309 h 1041812"/>
                  <a:gd name="connsiteX8" fmla="*/ 764943 w 1022268"/>
                  <a:gd name="connsiteY8" fmla="*/ 116 h 1041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22268" h="1041812">
                    <a:moveTo>
                      <a:pt x="764943" y="116"/>
                    </a:moveTo>
                    <a:cubicBezTo>
                      <a:pt x="808992" y="-1323"/>
                      <a:pt x="856946" y="10549"/>
                      <a:pt x="908542" y="40428"/>
                    </a:cubicBezTo>
                    <a:cubicBezTo>
                      <a:pt x="1220443" y="221104"/>
                      <a:pt x="819061" y="793192"/>
                      <a:pt x="563314" y="1010096"/>
                    </a:cubicBezTo>
                    <a:lnTo>
                      <a:pt x="522908" y="1041812"/>
                    </a:lnTo>
                    <a:lnTo>
                      <a:pt x="53896" y="1041812"/>
                    </a:lnTo>
                    <a:lnTo>
                      <a:pt x="41907" y="999330"/>
                    </a:lnTo>
                    <a:cubicBezTo>
                      <a:pt x="-24907" y="727699"/>
                      <a:pt x="-43823" y="103990"/>
                      <a:pt x="234415" y="82690"/>
                    </a:cubicBezTo>
                    <a:cubicBezTo>
                      <a:pt x="388846" y="70933"/>
                      <a:pt x="430632" y="318944"/>
                      <a:pt x="433809" y="386309"/>
                    </a:cubicBezTo>
                    <a:cubicBezTo>
                      <a:pt x="456529" y="262513"/>
                      <a:pt x="574066" y="6350"/>
                      <a:pt x="764943" y="11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302" name="组合 28"/>
              <p:cNvGrpSpPr/>
              <p:nvPr/>
            </p:nvGrpSpPr>
            <p:grpSpPr>
              <a:xfrm>
                <a:off x="53383" y="5116838"/>
                <a:ext cx="607266" cy="1764517"/>
                <a:chOff x="53383" y="5116838"/>
                <a:chExt cx="607266" cy="1764517"/>
              </a:xfrm>
            </p:grpSpPr>
            <p:sp>
              <p:nvSpPr>
                <p:cNvPr id="303" name="任意形状 105"/>
                <p:cNvSpPr/>
                <p:nvPr/>
              </p:nvSpPr>
              <p:spPr>
                <a:xfrm>
                  <a:off x="79419" y="5116838"/>
                  <a:ext cx="581230" cy="1392614"/>
                </a:xfrm>
                <a:custGeom>
                  <a:avLst/>
                  <a:gdLst>
                    <a:gd name="connsiteX0" fmla="*/ 114890 w 581230"/>
                    <a:gd name="connsiteY0" fmla="*/ 1122201 h 1392614"/>
                    <a:gd name="connsiteX1" fmla="*/ 405164 w 581230"/>
                    <a:gd name="connsiteY1" fmla="*/ 1391344 h 1392614"/>
                    <a:gd name="connsiteX2" fmla="*/ 406752 w 581230"/>
                    <a:gd name="connsiteY2" fmla="*/ 1392615 h 1392614"/>
                    <a:gd name="connsiteX3" fmla="*/ 567380 w 581230"/>
                    <a:gd name="connsiteY3" fmla="*/ 943780 h 1392614"/>
                    <a:gd name="connsiteX4" fmla="*/ 425659 w 581230"/>
                    <a:gd name="connsiteY4" fmla="*/ 629198 h 1392614"/>
                    <a:gd name="connsiteX5" fmla="*/ 382762 w 581230"/>
                    <a:gd name="connsiteY5" fmla="*/ 331298 h 1392614"/>
                    <a:gd name="connsiteX6" fmla="*/ 376089 w 581230"/>
                    <a:gd name="connsiteY6" fmla="*/ 284428 h 1392614"/>
                    <a:gd name="connsiteX7" fmla="*/ 370846 w 581230"/>
                    <a:gd name="connsiteY7" fmla="*/ 285541 h 1392614"/>
                    <a:gd name="connsiteX8" fmla="*/ 297284 w 581230"/>
                    <a:gd name="connsiteY8" fmla="*/ 235017 h 1392614"/>
                    <a:gd name="connsiteX9" fmla="*/ 341612 w 581230"/>
                    <a:gd name="connsiteY9" fmla="*/ 162091 h 1392614"/>
                    <a:gd name="connsiteX10" fmla="*/ 271546 w 581230"/>
                    <a:gd name="connsiteY10" fmla="*/ 57389 h 1392614"/>
                    <a:gd name="connsiteX11" fmla="*/ 54675 w 581230"/>
                    <a:gd name="connsiteY11" fmla="*/ 27202 h 1392614"/>
                    <a:gd name="connsiteX12" fmla="*/ 1609 w 581230"/>
                    <a:gd name="connsiteY12" fmla="*/ 203241 h 1392614"/>
                    <a:gd name="connsiteX13" fmla="*/ 96619 w 581230"/>
                    <a:gd name="connsiteY13" fmla="*/ 649058 h 1392614"/>
                    <a:gd name="connsiteX14" fmla="*/ 61189 w 581230"/>
                    <a:gd name="connsiteY14" fmla="*/ 920265 h 1392614"/>
                    <a:gd name="connsiteX15" fmla="*/ 68021 w 581230"/>
                    <a:gd name="connsiteY15" fmla="*/ 1003995 h 1392614"/>
                    <a:gd name="connsiteX16" fmla="*/ 75647 w 581230"/>
                    <a:gd name="connsiteY16" fmla="*/ 1001771 h 1392614"/>
                    <a:gd name="connsiteX17" fmla="*/ 114731 w 581230"/>
                    <a:gd name="connsiteY17" fmla="*/ 1122201 h 13926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81230" h="1392614">
                      <a:moveTo>
                        <a:pt x="114890" y="1122201"/>
                      </a:moveTo>
                      <a:cubicBezTo>
                        <a:pt x="180031" y="1236118"/>
                        <a:pt x="294901" y="1334147"/>
                        <a:pt x="405164" y="1391344"/>
                      </a:cubicBezTo>
                      <a:lnTo>
                        <a:pt x="406752" y="1392615"/>
                      </a:lnTo>
                      <a:cubicBezTo>
                        <a:pt x="544978" y="1294904"/>
                        <a:pt x="612343" y="1106949"/>
                        <a:pt x="567380" y="943780"/>
                      </a:cubicBezTo>
                      <a:cubicBezTo>
                        <a:pt x="536875" y="832723"/>
                        <a:pt x="461566" y="738666"/>
                        <a:pt x="425659" y="629198"/>
                      </a:cubicBezTo>
                      <a:cubicBezTo>
                        <a:pt x="394360" y="533711"/>
                        <a:pt x="394519" y="431075"/>
                        <a:pt x="382762" y="331298"/>
                      </a:cubicBezTo>
                      <a:cubicBezTo>
                        <a:pt x="381014" y="315728"/>
                        <a:pt x="378790" y="299999"/>
                        <a:pt x="376089" y="284428"/>
                      </a:cubicBezTo>
                      <a:cubicBezTo>
                        <a:pt x="374341" y="284905"/>
                        <a:pt x="372593" y="285223"/>
                        <a:pt x="370846" y="285541"/>
                      </a:cubicBezTo>
                      <a:cubicBezTo>
                        <a:pt x="338434" y="291260"/>
                        <a:pt x="303639" y="267269"/>
                        <a:pt x="297284" y="235017"/>
                      </a:cubicBezTo>
                      <a:cubicBezTo>
                        <a:pt x="291406" y="204353"/>
                        <a:pt x="312060" y="171306"/>
                        <a:pt x="341612" y="162091"/>
                      </a:cubicBezTo>
                      <a:cubicBezTo>
                        <a:pt x="324929" y="123007"/>
                        <a:pt x="302368" y="86941"/>
                        <a:pt x="271546" y="57389"/>
                      </a:cubicBezTo>
                      <a:cubicBezTo>
                        <a:pt x="214190" y="1940"/>
                        <a:pt x="116797" y="-23163"/>
                        <a:pt x="54675" y="27202"/>
                      </a:cubicBezTo>
                      <a:cubicBezTo>
                        <a:pt x="5104" y="67399"/>
                        <a:pt x="-4428" y="139530"/>
                        <a:pt x="1609" y="203241"/>
                      </a:cubicBezTo>
                      <a:cubicBezTo>
                        <a:pt x="16226" y="354971"/>
                        <a:pt x="97255" y="496692"/>
                        <a:pt x="96619" y="649058"/>
                      </a:cubicBezTo>
                      <a:cubicBezTo>
                        <a:pt x="96301" y="740254"/>
                        <a:pt x="66432" y="829068"/>
                        <a:pt x="61189" y="920265"/>
                      </a:cubicBezTo>
                      <a:cubicBezTo>
                        <a:pt x="59600" y="948387"/>
                        <a:pt x="61983" y="976350"/>
                        <a:pt x="68021" y="1003995"/>
                      </a:cubicBezTo>
                      <a:cubicBezTo>
                        <a:pt x="70404" y="1003042"/>
                        <a:pt x="73105" y="1002406"/>
                        <a:pt x="75647" y="1001771"/>
                      </a:cubicBezTo>
                      <a:cubicBezTo>
                        <a:pt x="151433" y="986042"/>
                        <a:pt x="177966" y="1095669"/>
                        <a:pt x="114731" y="1122201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04" name="任意形状 106"/>
                <p:cNvSpPr/>
                <p:nvPr/>
              </p:nvSpPr>
              <p:spPr>
                <a:xfrm rot="-729599">
                  <a:off x="400072" y="5412195"/>
                  <a:ext cx="16682" cy="1469160"/>
                </a:xfrm>
                <a:custGeom>
                  <a:avLst/>
                  <a:gdLst>
                    <a:gd name="connsiteX0" fmla="*/ 0 w 16682"/>
                    <a:gd name="connsiteY0" fmla="*/ 0 h 1469160"/>
                    <a:gd name="connsiteX1" fmla="*/ 16682 w 16682"/>
                    <a:gd name="connsiteY1" fmla="*/ 0 h 1469160"/>
                    <a:gd name="connsiteX2" fmla="*/ 16682 w 16682"/>
                    <a:gd name="connsiteY2" fmla="*/ 1469161 h 1469160"/>
                    <a:gd name="connsiteX3" fmla="*/ 0 w 16682"/>
                    <a:gd name="connsiteY3" fmla="*/ 1469161 h 14691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682" h="1469160">
                      <a:moveTo>
                        <a:pt x="0" y="0"/>
                      </a:moveTo>
                      <a:lnTo>
                        <a:pt x="16682" y="0"/>
                      </a:lnTo>
                      <a:lnTo>
                        <a:pt x="16682" y="1469161"/>
                      </a:lnTo>
                      <a:lnTo>
                        <a:pt x="0" y="1469161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305" name="组合 107"/>
                <p:cNvGrpSpPr/>
                <p:nvPr/>
              </p:nvGrpSpPr>
              <p:grpSpPr>
                <a:xfrm>
                  <a:off x="53383" y="5208275"/>
                  <a:ext cx="554546" cy="935454"/>
                  <a:chOff x="53383" y="5208275"/>
                  <a:chExt cx="554546" cy="935454"/>
                </a:xfrm>
                <a:solidFill>
                  <a:srgbClr val="262626"/>
                </a:solidFill>
              </p:grpSpPr>
              <p:grpSp>
                <p:nvGrpSpPr>
                  <p:cNvPr id="306" name="组合 108"/>
                  <p:cNvGrpSpPr/>
                  <p:nvPr/>
                </p:nvGrpSpPr>
                <p:grpSpPr>
                  <a:xfrm>
                    <a:off x="55954" y="5536756"/>
                    <a:ext cx="551975" cy="606973"/>
                    <a:chOff x="55954" y="5536756"/>
                    <a:chExt cx="551975" cy="606973"/>
                  </a:xfrm>
                  <a:solidFill>
                    <a:srgbClr val="262626"/>
                  </a:solidFill>
                </p:grpSpPr>
                <p:sp>
                  <p:nvSpPr>
                    <p:cNvPr id="307" name="任意形状 111"/>
                    <p:cNvSpPr/>
                    <p:nvPr/>
                  </p:nvSpPr>
                  <p:spPr>
                    <a:xfrm rot="-2528398">
                      <a:off x="195575" y="5487731"/>
                      <a:ext cx="16682" cy="422620"/>
                    </a:xfrm>
                    <a:custGeom>
                      <a:avLst/>
                      <a:gdLst>
                        <a:gd name="connsiteX0" fmla="*/ 0 w 16682"/>
                        <a:gd name="connsiteY0" fmla="*/ 0 h 422620"/>
                        <a:gd name="connsiteX1" fmla="*/ 16682 w 16682"/>
                        <a:gd name="connsiteY1" fmla="*/ 0 h 422620"/>
                        <a:gd name="connsiteX2" fmla="*/ 16682 w 16682"/>
                        <a:gd name="connsiteY2" fmla="*/ 422620 h 422620"/>
                        <a:gd name="connsiteX3" fmla="*/ 0 w 16682"/>
                        <a:gd name="connsiteY3" fmla="*/ 422620 h 4226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6682" h="422620">
                          <a:moveTo>
                            <a:pt x="0" y="0"/>
                          </a:moveTo>
                          <a:lnTo>
                            <a:pt x="16682" y="0"/>
                          </a:lnTo>
                          <a:lnTo>
                            <a:pt x="16682" y="422620"/>
                          </a:lnTo>
                          <a:lnTo>
                            <a:pt x="0" y="422620"/>
                          </a:ln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08" name="任意形状 112"/>
                    <p:cNvSpPr/>
                    <p:nvPr/>
                  </p:nvSpPr>
                  <p:spPr>
                    <a:xfrm rot="-3931799">
                      <a:off x="270155" y="5919431"/>
                      <a:ext cx="466947" cy="16682"/>
                    </a:xfrm>
                    <a:custGeom>
                      <a:avLst/>
                      <a:gdLst>
                        <a:gd name="connsiteX0" fmla="*/ 0 w 466947"/>
                        <a:gd name="connsiteY0" fmla="*/ 0 h 16682"/>
                        <a:gd name="connsiteX1" fmla="*/ 466948 w 466947"/>
                        <a:gd name="connsiteY1" fmla="*/ 0 h 16682"/>
                        <a:gd name="connsiteX2" fmla="*/ 466948 w 466947"/>
                        <a:gd name="connsiteY2" fmla="*/ 16682 h 16682"/>
                        <a:gd name="connsiteX3" fmla="*/ 0 w 466947"/>
                        <a:gd name="connsiteY3" fmla="*/ 16682 h 1668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66947" h="16682">
                          <a:moveTo>
                            <a:pt x="0" y="0"/>
                          </a:moveTo>
                          <a:lnTo>
                            <a:pt x="466948" y="0"/>
                          </a:lnTo>
                          <a:lnTo>
                            <a:pt x="466948" y="16682"/>
                          </a:lnTo>
                          <a:lnTo>
                            <a:pt x="0" y="16682"/>
                          </a:lnTo>
                          <a:close/>
                        </a:path>
                      </a:pathLst>
                    </a:custGeom>
                    <a:solidFill>
                      <a:srgbClr val="262626"/>
                    </a:solidFill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09" name="任意形状 109"/>
                  <p:cNvSpPr/>
                  <p:nvPr/>
                </p:nvSpPr>
                <p:spPr>
                  <a:xfrm rot="17372401">
                    <a:off x="145517" y="5441590"/>
                    <a:ext cx="483312" cy="16682"/>
                  </a:xfrm>
                  <a:custGeom>
                    <a:avLst/>
                    <a:gdLst>
                      <a:gd name="connsiteX0" fmla="*/ 0 w 483312"/>
                      <a:gd name="connsiteY0" fmla="*/ 0 h 16682"/>
                      <a:gd name="connsiteX1" fmla="*/ 483312 w 483312"/>
                      <a:gd name="connsiteY1" fmla="*/ 0 h 16682"/>
                      <a:gd name="connsiteX2" fmla="*/ 483312 w 483312"/>
                      <a:gd name="connsiteY2" fmla="*/ 16682 h 16682"/>
                      <a:gd name="connsiteX3" fmla="*/ 0 w 483312"/>
                      <a:gd name="connsiteY3" fmla="*/ 16682 h 166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83312" h="16682">
                        <a:moveTo>
                          <a:pt x="0" y="0"/>
                        </a:moveTo>
                        <a:lnTo>
                          <a:pt x="483312" y="0"/>
                        </a:lnTo>
                        <a:lnTo>
                          <a:pt x="483312" y="16682"/>
                        </a:lnTo>
                        <a:lnTo>
                          <a:pt x="0" y="16682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" name="任意形状 110"/>
                  <p:cNvSpPr/>
                  <p:nvPr/>
                </p:nvSpPr>
                <p:spPr>
                  <a:xfrm rot="-2944799">
                    <a:off x="258735" y="5891601"/>
                    <a:ext cx="16682" cy="427386"/>
                  </a:xfrm>
                  <a:custGeom>
                    <a:avLst/>
                    <a:gdLst>
                      <a:gd name="connsiteX0" fmla="*/ 0 w 16682"/>
                      <a:gd name="connsiteY0" fmla="*/ 0 h 427386"/>
                      <a:gd name="connsiteX1" fmla="*/ 16682 w 16682"/>
                      <a:gd name="connsiteY1" fmla="*/ 0 h 427386"/>
                      <a:gd name="connsiteX2" fmla="*/ 16682 w 16682"/>
                      <a:gd name="connsiteY2" fmla="*/ 427387 h 427386"/>
                      <a:gd name="connsiteX3" fmla="*/ 0 w 16682"/>
                      <a:gd name="connsiteY3" fmla="*/ 427387 h 4273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682" h="427386">
                        <a:moveTo>
                          <a:pt x="0" y="0"/>
                        </a:moveTo>
                        <a:lnTo>
                          <a:pt x="16682" y="0"/>
                        </a:lnTo>
                        <a:lnTo>
                          <a:pt x="16682" y="427387"/>
                        </a:lnTo>
                        <a:lnTo>
                          <a:pt x="0" y="427387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311" name="任意形状 29"/>
              <p:cNvSpPr/>
              <p:nvPr/>
            </p:nvSpPr>
            <p:spPr>
              <a:xfrm>
                <a:off x="259450" y="6590552"/>
                <a:ext cx="719725" cy="273838"/>
              </a:xfrm>
              <a:custGeom>
                <a:avLst/>
                <a:gdLst>
                  <a:gd name="connsiteX0" fmla="*/ 0 w 719725"/>
                  <a:gd name="connsiteY0" fmla="*/ 273838 h 273838"/>
                  <a:gd name="connsiteX1" fmla="*/ 719725 w 719725"/>
                  <a:gd name="connsiteY1" fmla="*/ 273838 h 273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9725" h="273838">
                    <a:moveTo>
                      <a:pt x="0" y="273838"/>
                    </a:moveTo>
                    <a:cubicBezTo>
                      <a:pt x="0" y="273838"/>
                      <a:pt x="423732" y="-342298"/>
                      <a:pt x="719725" y="273838"/>
                    </a:cubicBezTo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2" name="任意形状 77"/>
              <p:cNvSpPr/>
              <p:nvPr/>
            </p:nvSpPr>
            <p:spPr>
              <a:xfrm>
                <a:off x="2859571" y="6286042"/>
                <a:ext cx="268993" cy="270388"/>
              </a:xfrm>
              <a:custGeom>
                <a:avLst/>
                <a:gdLst>
                  <a:gd name="connsiteX0" fmla="*/ 58847 w 268993"/>
                  <a:gd name="connsiteY0" fmla="*/ 248709 h 270388"/>
                  <a:gd name="connsiteX1" fmla="*/ 218357 w 268993"/>
                  <a:gd name="connsiteY1" fmla="*/ 240290 h 270388"/>
                  <a:gd name="connsiteX2" fmla="*/ 268204 w 268993"/>
                  <a:gd name="connsiteY2" fmla="*/ 148793 h 270388"/>
                  <a:gd name="connsiteX3" fmla="*/ 173827 w 268993"/>
                  <a:gd name="connsiteY3" fmla="*/ 4347 h 270388"/>
                  <a:gd name="connsiteX4" fmla="*/ 9886 w 268993"/>
                  <a:gd name="connsiteY4" fmla="*/ 79450 h 270388"/>
                  <a:gd name="connsiteX5" fmla="*/ 58847 w 268993"/>
                  <a:gd name="connsiteY5" fmla="*/ 248709 h 270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8993" h="270388">
                    <a:moveTo>
                      <a:pt x="58847" y="248709"/>
                    </a:moveTo>
                    <a:cubicBezTo>
                      <a:pt x="106035" y="280832"/>
                      <a:pt x="174049" y="276623"/>
                      <a:pt x="218357" y="240290"/>
                    </a:cubicBezTo>
                    <a:cubicBezTo>
                      <a:pt x="245829" y="217693"/>
                      <a:pt x="264217" y="184240"/>
                      <a:pt x="268204" y="148793"/>
                    </a:cubicBezTo>
                    <a:cubicBezTo>
                      <a:pt x="275294" y="86761"/>
                      <a:pt x="233865" y="21849"/>
                      <a:pt x="173827" y="4347"/>
                    </a:cubicBezTo>
                    <a:cubicBezTo>
                      <a:pt x="114676" y="-12933"/>
                      <a:pt x="36471" y="23178"/>
                      <a:pt x="9886" y="79450"/>
                    </a:cubicBezTo>
                    <a:cubicBezTo>
                      <a:pt x="-15813" y="133285"/>
                      <a:pt x="11437" y="216363"/>
                      <a:pt x="58847" y="24870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313" name="椭圆 80"/>
            <p:cNvSpPr/>
            <p:nvPr/>
          </p:nvSpPr>
          <p:spPr>
            <a:xfrm>
              <a:off x="11055384" y="534205"/>
              <a:ext cx="324935" cy="32493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" name="任意形状 76"/>
            <p:cNvSpPr/>
            <p:nvPr/>
          </p:nvSpPr>
          <p:spPr>
            <a:xfrm>
              <a:off x="3329219" y="5194910"/>
              <a:ext cx="922917" cy="922917"/>
            </a:xfrm>
            <a:custGeom>
              <a:avLst/>
              <a:gdLst>
                <a:gd name="connsiteX0" fmla="*/ 50768 w 276701"/>
                <a:gd name="connsiteY0" fmla="*/ 276701 h 276701"/>
                <a:gd name="connsiteX1" fmla="*/ 44006 w 276701"/>
                <a:gd name="connsiteY1" fmla="*/ 276701 h 276701"/>
                <a:gd name="connsiteX2" fmla="*/ 0 w 276701"/>
                <a:gd name="connsiteY2" fmla="*/ 232696 h 276701"/>
                <a:gd name="connsiteX3" fmla="*/ 0 w 276701"/>
                <a:gd name="connsiteY3" fmla="*/ 225933 h 276701"/>
                <a:gd name="connsiteX4" fmla="*/ 78010 w 276701"/>
                <a:gd name="connsiteY4" fmla="*/ 147923 h 276701"/>
                <a:gd name="connsiteX5" fmla="*/ 26003 w 276701"/>
                <a:gd name="connsiteY5" fmla="*/ 95917 h 276701"/>
                <a:gd name="connsiteX6" fmla="*/ 27718 w 276701"/>
                <a:gd name="connsiteY6" fmla="*/ 88106 h 276701"/>
                <a:gd name="connsiteX7" fmla="*/ 270605 w 276701"/>
                <a:gd name="connsiteY7" fmla="*/ 0 h 276701"/>
                <a:gd name="connsiteX8" fmla="*/ 276701 w 276701"/>
                <a:gd name="connsiteY8" fmla="*/ 6096 h 276701"/>
                <a:gd name="connsiteX9" fmla="*/ 188595 w 276701"/>
                <a:gd name="connsiteY9" fmla="*/ 248984 h 276701"/>
                <a:gd name="connsiteX10" fmla="*/ 180785 w 276701"/>
                <a:gd name="connsiteY10" fmla="*/ 250698 h 276701"/>
                <a:gd name="connsiteX11" fmla="*/ 128778 w 276701"/>
                <a:gd name="connsiteY11" fmla="*/ 198692 h 276701"/>
                <a:gd name="connsiteX12" fmla="*/ 50768 w 276701"/>
                <a:gd name="connsiteY12" fmla="*/ 276701 h 276701"/>
                <a:gd name="connsiteX13" fmla="*/ 10096 w 276701"/>
                <a:gd name="connsiteY13" fmla="*/ 229267 h 276701"/>
                <a:gd name="connsiteX14" fmla="*/ 47435 w 276701"/>
                <a:gd name="connsiteY14" fmla="*/ 266605 h 276701"/>
                <a:gd name="connsiteX15" fmla="*/ 125444 w 276701"/>
                <a:gd name="connsiteY15" fmla="*/ 188595 h 276701"/>
                <a:gd name="connsiteX16" fmla="*/ 132207 w 276701"/>
                <a:gd name="connsiteY16" fmla="*/ 188595 h 276701"/>
                <a:gd name="connsiteX17" fmla="*/ 182309 w 276701"/>
                <a:gd name="connsiteY17" fmla="*/ 238697 h 276701"/>
                <a:gd name="connsiteX18" fmla="*/ 264319 w 276701"/>
                <a:gd name="connsiteY18" fmla="*/ 12478 h 276701"/>
                <a:gd name="connsiteX19" fmla="*/ 38100 w 276701"/>
                <a:gd name="connsiteY19" fmla="*/ 94488 h 276701"/>
                <a:gd name="connsiteX20" fmla="*/ 88202 w 276701"/>
                <a:gd name="connsiteY20" fmla="*/ 144590 h 276701"/>
                <a:gd name="connsiteX21" fmla="*/ 88202 w 276701"/>
                <a:gd name="connsiteY21" fmla="*/ 151352 h 276701"/>
                <a:gd name="connsiteX22" fmla="*/ 10192 w 276701"/>
                <a:gd name="connsiteY22" fmla="*/ 229362 h 27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6701" h="276701">
                  <a:moveTo>
                    <a:pt x="50768" y="276701"/>
                  </a:moveTo>
                  <a:lnTo>
                    <a:pt x="44006" y="276701"/>
                  </a:lnTo>
                  <a:lnTo>
                    <a:pt x="0" y="232696"/>
                  </a:lnTo>
                  <a:lnTo>
                    <a:pt x="0" y="225933"/>
                  </a:lnTo>
                  <a:lnTo>
                    <a:pt x="78010" y="147923"/>
                  </a:lnTo>
                  <a:lnTo>
                    <a:pt x="26003" y="95917"/>
                  </a:lnTo>
                  <a:lnTo>
                    <a:pt x="27718" y="88106"/>
                  </a:lnTo>
                  <a:lnTo>
                    <a:pt x="270605" y="0"/>
                  </a:lnTo>
                  <a:lnTo>
                    <a:pt x="276701" y="6096"/>
                  </a:lnTo>
                  <a:lnTo>
                    <a:pt x="188595" y="248984"/>
                  </a:lnTo>
                  <a:lnTo>
                    <a:pt x="180785" y="250698"/>
                  </a:lnTo>
                  <a:lnTo>
                    <a:pt x="128778" y="198692"/>
                  </a:lnTo>
                  <a:lnTo>
                    <a:pt x="50768" y="276701"/>
                  </a:lnTo>
                  <a:close/>
                  <a:moveTo>
                    <a:pt x="10096" y="229267"/>
                  </a:moveTo>
                  <a:lnTo>
                    <a:pt x="47435" y="266605"/>
                  </a:lnTo>
                  <a:lnTo>
                    <a:pt x="125444" y="188595"/>
                  </a:lnTo>
                  <a:lnTo>
                    <a:pt x="132207" y="188595"/>
                  </a:lnTo>
                  <a:lnTo>
                    <a:pt x="182309" y="238697"/>
                  </a:lnTo>
                  <a:lnTo>
                    <a:pt x="264319" y="12478"/>
                  </a:lnTo>
                  <a:lnTo>
                    <a:pt x="38100" y="94488"/>
                  </a:lnTo>
                  <a:lnTo>
                    <a:pt x="88202" y="144590"/>
                  </a:lnTo>
                  <a:lnTo>
                    <a:pt x="88202" y="151352"/>
                  </a:lnTo>
                  <a:lnTo>
                    <a:pt x="10192" y="22936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</p:grpSp>
      <p:sp>
        <p:nvSpPr>
          <p:cNvPr id="315" name="标题 4"/>
          <p:cNvSpPr>
            <a:spLocks noGrp="1"/>
          </p:cNvSpPr>
          <p:nvPr>
            <p:ph type="title" hasCustomPrompt="1"/>
          </p:nvPr>
        </p:nvSpPr>
        <p:spPr>
          <a:xfrm>
            <a:off x="3303680" y="2267916"/>
            <a:ext cx="5546540" cy="10792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16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3302702" y="3538053"/>
            <a:ext cx="5548496" cy="123327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31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2025/11/11</a:t>
            </a:fld>
            <a:endParaRPr lang="en-US" altLang="zh-CN"/>
          </a:p>
        </p:txBody>
      </p:sp>
      <p:sp>
        <p:nvSpPr>
          <p:cNvPr id="31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 dirty="0"/>
              <a:t>iSlide</a:t>
            </a:r>
            <a:endParaRPr lang="zh-CN" altLang="en-US" dirty="0"/>
          </a:p>
        </p:txBody>
      </p:sp>
      <p:sp>
        <p:nvSpPr>
          <p:cNvPr id="319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2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losing">
    <p:bg>
      <p:bgPr>
        <a:solidFill>
          <a:schemeClr val="accent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组合 1"/>
          <p:cNvGrpSpPr/>
          <p:nvPr/>
        </p:nvGrpSpPr>
        <p:grpSpPr>
          <a:xfrm flipH="1">
            <a:off x="-52" y="0"/>
            <a:ext cx="12197255" cy="6881355"/>
            <a:chOff x="-52" y="0"/>
            <a:chExt cx="12197255" cy="6881355"/>
          </a:xfrm>
        </p:grpSpPr>
        <p:grpSp>
          <p:nvGrpSpPr>
            <p:cNvPr id="331" name="组合 2"/>
            <p:cNvGrpSpPr/>
            <p:nvPr/>
          </p:nvGrpSpPr>
          <p:grpSpPr>
            <a:xfrm>
              <a:off x="8633218" y="0"/>
              <a:ext cx="1838088" cy="1726220"/>
              <a:chOff x="8633218" y="0"/>
              <a:chExt cx="1838088" cy="1726220"/>
            </a:xfrm>
          </p:grpSpPr>
          <p:sp>
            <p:nvSpPr>
              <p:cNvPr id="332" name="任意形状 312"/>
              <p:cNvSpPr/>
              <p:nvPr/>
            </p:nvSpPr>
            <p:spPr>
              <a:xfrm>
                <a:off x="9360176" y="83031"/>
                <a:ext cx="1111130" cy="859428"/>
              </a:xfrm>
              <a:custGeom>
                <a:avLst/>
                <a:gdLst>
                  <a:gd name="connsiteX0" fmla="*/ 660067 w 714546"/>
                  <a:gd name="connsiteY0" fmla="*/ 232410 h 552681"/>
                  <a:gd name="connsiteX1" fmla="*/ 472520 w 714546"/>
                  <a:gd name="connsiteY1" fmla="*/ 163449 h 552681"/>
                  <a:gd name="connsiteX2" fmla="*/ 360887 w 714546"/>
                  <a:gd name="connsiteY2" fmla="*/ 7620 h 552681"/>
                  <a:gd name="connsiteX3" fmla="*/ 142669 w 714546"/>
                  <a:gd name="connsiteY3" fmla="*/ 0 h 552681"/>
                  <a:gd name="connsiteX4" fmla="*/ 74470 w 714546"/>
                  <a:gd name="connsiteY4" fmla="*/ 177165 h 552681"/>
                  <a:gd name="connsiteX5" fmla="*/ 842 w 714546"/>
                  <a:gd name="connsiteY5" fmla="*/ 352997 h 552681"/>
                  <a:gd name="connsiteX6" fmla="*/ 61993 w 714546"/>
                  <a:gd name="connsiteY6" fmla="*/ 458819 h 552681"/>
                  <a:gd name="connsiteX7" fmla="*/ 225918 w 714546"/>
                  <a:gd name="connsiteY7" fmla="*/ 511016 h 552681"/>
                  <a:gd name="connsiteX8" fmla="*/ 289450 w 714546"/>
                  <a:gd name="connsiteY8" fmla="*/ 485394 h 552681"/>
                  <a:gd name="connsiteX9" fmla="*/ 536719 w 714546"/>
                  <a:gd name="connsiteY9" fmla="*/ 548164 h 552681"/>
                  <a:gd name="connsiteX10" fmla="*/ 706168 w 714546"/>
                  <a:gd name="connsiteY10" fmla="*/ 408718 h 552681"/>
                  <a:gd name="connsiteX11" fmla="*/ 660067 w 714546"/>
                  <a:gd name="connsiteY11" fmla="*/ 232410 h 552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4546" h="552681">
                    <a:moveTo>
                      <a:pt x="660067" y="232410"/>
                    </a:moveTo>
                    <a:cubicBezTo>
                      <a:pt x="606156" y="188024"/>
                      <a:pt x="529480" y="201263"/>
                      <a:pt x="472520" y="163449"/>
                    </a:cubicBezTo>
                    <a:cubicBezTo>
                      <a:pt x="418704" y="127730"/>
                      <a:pt x="387938" y="64008"/>
                      <a:pt x="360887" y="7620"/>
                    </a:cubicBezTo>
                    <a:lnTo>
                      <a:pt x="142669" y="0"/>
                    </a:lnTo>
                    <a:cubicBezTo>
                      <a:pt x="153814" y="64198"/>
                      <a:pt x="113523" y="124968"/>
                      <a:pt x="74470" y="177165"/>
                    </a:cubicBezTo>
                    <a:cubicBezTo>
                      <a:pt x="35418" y="229362"/>
                      <a:pt x="-6492" y="288227"/>
                      <a:pt x="842" y="352997"/>
                    </a:cubicBezTo>
                    <a:cubicBezTo>
                      <a:pt x="5509" y="394430"/>
                      <a:pt x="30560" y="431387"/>
                      <a:pt x="61993" y="458819"/>
                    </a:cubicBezTo>
                    <a:cubicBezTo>
                      <a:pt x="106570" y="497777"/>
                      <a:pt x="167434" y="520446"/>
                      <a:pt x="225918" y="511016"/>
                    </a:cubicBezTo>
                    <a:cubicBezTo>
                      <a:pt x="248587" y="507397"/>
                      <a:pt x="270495" y="498443"/>
                      <a:pt x="289450" y="485394"/>
                    </a:cubicBezTo>
                    <a:cubicBezTo>
                      <a:pt x="350314" y="539496"/>
                      <a:pt x="463757" y="563404"/>
                      <a:pt x="536719" y="548164"/>
                    </a:cubicBezTo>
                    <a:cubicBezTo>
                      <a:pt x="611585" y="532448"/>
                      <a:pt x="681594" y="481203"/>
                      <a:pt x="706168" y="408718"/>
                    </a:cubicBezTo>
                    <a:cubicBezTo>
                      <a:pt x="726361" y="348996"/>
                      <a:pt x="709693" y="273368"/>
                      <a:pt x="660067" y="232410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3" name="任意形状 313"/>
              <p:cNvSpPr/>
              <p:nvPr/>
            </p:nvSpPr>
            <p:spPr>
              <a:xfrm>
                <a:off x="9752064" y="305794"/>
                <a:ext cx="316077" cy="495593"/>
              </a:xfrm>
              <a:custGeom>
                <a:avLst/>
                <a:gdLst>
                  <a:gd name="connsiteX0" fmla="*/ 203263 w 203263"/>
                  <a:gd name="connsiteY0" fmla="*/ 216122 h 318706"/>
                  <a:gd name="connsiteX1" fmla="*/ 197358 w 203263"/>
                  <a:gd name="connsiteY1" fmla="*/ 296609 h 318706"/>
                  <a:gd name="connsiteX2" fmla="*/ 0 w 203263"/>
                  <a:gd name="connsiteY2" fmla="*/ 318707 h 318706"/>
                  <a:gd name="connsiteX3" fmla="*/ 12763 w 203263"/>
                  <a:gd name="connsiteY3" fmla="*/ 254889 h 318706"/>
                  <a:gd name="connsiteX4" fmla="*/ 4572 w 203263"/>
                  <a:gd name="connsiteY4" fmla="*/ 111919 h 318706"/>
                  <a:gd name="connsiteX5" fmla="*/ 124111 w 203263"/>
                  <a:gd name="connsiteY5" fmla="*/ 0 h 318706"/>
                  <a:gd name="connsiteX6" fmla="*/ 203263 w 203263"/>
                  <a:gd name="connsiteY6" fmla="*/ 216122 h 318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3263" h="318706">
                    <a:moveTo>
                      <a:pt x="203263" y="216122"/>
                    </a:moveTo>
                    <a:lnTo>
                      <a:pt x="197358" y="296609"/>
                    </a:lnTo>
                    <a:lnTo>
                      <a:pt x="0" y="318707"/>
                    </a:lnTo>
                    <a:lnTo>
                      <a:pt x="12763" y="254889"/>
                    </a:lnTo>
                    <a:lnTo>
                      <a:pt x="4572" y="111919"/>
                    </a:lnTo>
                    <a:lnTo>
                      <a:pt x="124111" y="0"/>
                    </a:lnTo>
                    <a:lnTo>
                      <a:pt x="203263" y="216122"/>
                    </a:lnTo>
                    <a:close/>
                  </a:path>
                </a:pathLst>
              </a:custGeom>
              <a:solidFill>
                <a:srgbClr val="FFB78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4" name="任意形状 314"/>
              <p:cNvSpPr/>
              <p:nvPr/>
            </p:nvSpPr>
            <p:spPr>
              <a:xfrm>
                <a:off x="9759619" y="434211"/>
                <a:ext cx="121602" cy="191070"/>
              </a:xfrm>
              <a:custGeom>
                <a:avLst/>
                <a:gdLst>
                  <a:gd name="connsiteX0" fmla="*/ 55394 w 121602"/>
                  <a:gd name="connsiteY0" fmla="*/ 0 h 191070"/>
                  <a:gd name="connsiteX1" fmla="*/ 121602 w 121602"/>
                  <a:gd name="connsiteY1" fmla="*/ 23106 h 191070"/>
                  <a:gd name="connsiteX2" fmla="*/ 121602 w 121602"/>
                  <a:gd name="connsiteY2" fmla="*/ 23254 h 191070"/>
                  <a:gd name="connsiteX3" fmla="*/ 7997 w 121602"/>
                  <a:gd name="connsiteY3" fmla="*/ 191070 h 191070"/>
                  <a:gd name="connsiteX4" fmla="*/ 0 w 121602"/>
                  <a:gd name="connsiteY4" fmla="*/ 52137 h 191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602" h="191070">
                    <a:moveTo>
                      <a:pt x="55394" y="0"/>
                    </a:moveTo>
                    <a:cubicBezTo>
                      <a:pt x="77612" y="7702"/>
                      <a:pt x="98941" y="15404"/>
                      <a:pt x="121602" y="23106"/>
                    </a:cubicBezTo>
                    <a:lnTo>
                      <a:pt x="121602" y="23254"/>
                    </a:lnTo>
                    <a:cubicBezTo>
                      <a:pt x="109013" y="91684"/>
                      <a:pt x="66059" y="153151"/>
                      <a:pt x="7997" y="191070"/>
                    </a:cubicBezTo>
                    <a:lnTo>
                      <a:pt x="0" y="52137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5" name="任意形状 315"/>
              <p:cNvSpPr/>
              <p:nvPr/>
            </p:nvSpPr>
            <p:spPr>
              <a:xfrm>
                <a:off x="9538744" y="0"/>
                <a:ext cx="421422" cy="552856"/>
              </a:xfrm>
              <a:custGeom>
                <a:avLst/>
                <a:gdLst>
                  <a:gd name="connsiteX0" fmla="*/ 91093 w 421422"/>
                  <a:gd name="connsiteY0" fmla="*/ 0 h 552856"/>
                  <a:gd name="connsiteX1" fmla="*/ 300374 w 421422"/>
                  <a:gd name="connsiteY1" fmla="*/ 0 h 552856"/>
                  <a:gd name="connsiteX2" fmla="*/ 306804 w 421422"/>
                  <a:gd name="connsiteY2" fmla="*/ 3213 h 552856"/>
                  <a:gd name="connsiteX3" fmla="*/ 339366 w 421422"/>
                  <a:gd name="connsiteY3" fmla="*/ 29711 h 552856"/>
                  <a:gd name="connsiteX4" fmla="*/ 417719 w 421422"/>
                  <a:gd name="connsiteY4" fmla="*/ 185232 h 552856"/>
                  <a:gd name="connsiteX5" fmla="*/ 420384 w 421422"/>
                  <a:gd name="connsiteY5" fmla="*/ 199155 h 552856"/>
                  <a:gd name="connsiteX6" fmla="*/ 421422 w 421422"/>
                  <a:gd name="connsiteY6" fmla="*/ 205968 h 552856"/>
                  <a:gd name="connsiteX7" fmla="*/ 421422 w 421422"/>
                  <a:gd name="connsiteY7" fmla="*/ 206710 h 552856"/>
                  <a:gd name="connsiteX8" fmla="*/ 418015 w 421422"/>
                  <a:gd name="connsiteY8" fmla="*/ 220336 h 552856"/>
                  <a:gd name="connsiteX9" fmla="*/ 353141 w 421422"/>
                  <a:gd name="connsiteY9" fmla="*/ 474353 h 552856"/>
                  <a:gd name="connsiteX10" fmla="*/ 102085 w 421422"/>
                  <a:gd name="connsiteY10" fmla="*/ 518195 h 552856"/>
                  <a:gd name="connsiteX11" fmla="*/ 5514 w 421422"/>
                  <a:gd name="connsiteY11" fmla="*/ 165385 h 552856"/>
                  <a:gd name="connsiteX12" fmla="*/ 7588 w 421422"/>
                  <a:gd name="connsiteY12" fmla="*/ 152646 h 552856"/>
                  <a:gd name="connsiteX13" fmla="*/ 7884 w 421422"/>
                  <a:gd name="connsiteY13" fmla="*/ 150721 h 552856"/>
                  <a:gd name="connsiteX14" fmla="*/ 8032 w 421422"/>
                  <a:gd name="connsiteY14" fmla="*/ 151018 h 552856"/>
                  <a:gd name="connsiteX15" fmla="*/ 12031 w 421422"/>
                  <a:gd name="connsiteY15" fmla="*/ 132652 h 552856"/>
                  <a:gd name="connsiteX16" fmla="*/ 82786 w 421422"/>
                  <a:gd name="connsiteY16" fmla="*/ 4971 h 552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21422" h="552856">
                    <a:moveTo>
                      <a:pt x="91093" y="0"/>
                    </a:moveTo>
                    <a:lnTo>
                      <a:pt x="300374" y="0"/>
                    </a:lnTo>
                    <a:lnTo>
                      <a:pt x="306804" y="3213"/>
                    </a:lnTo>
                    <a:cubicBezTo>
                      <a:pt x="318852" y="11086"/>
                      <a:pt x="329664" y="20047"/>
                      <a:pt x="339366" y="29711"/>
                    </a:cubicBezTo>
                    <a:cubicBezTo>
                      <a:pt x="390021" y="80218"/>
                      <a:pt x="410313" y="150276"/>
                      <a:pt x="417719" y="185232"/>
                    </a:cubicBezTo>
                    <a:cubicBezTo>
                      <a:pt x="418904" y="190861"/>
                      <a:pt x="419792" y="195600"/>
                      <a:pt x="420384" y="199155"/>
                    </a:cubicBezTo>
                    <a:cubicBezTo>
                      <a:pt x="420977" y="202413"/>
                      <a:pt x="421274" y="204783"/>
                      <a:pt x="421422" y="205968"/>
                    </a:cubicBezTo>
                    <a:cubicBezTo>
                      <a:pt x="421422" y="206413"/>
                      <a:pt x="421422" y="206710"/>
                      <a:pt x="421422" y="206710"/>
                    </a:cubicBezTo>
                    <a:lnTo>
                      <a:pt x="418015" y="220336"/>
                    </a:lnTo>
                    <a:lnTo>
                      <a:pt x="353141" y="474353"/>
                    </a:lnTo>
                    <a:cubicBezTo>
                      <a:pt x="353141" y="474353"/>
                      <a:pt x="243091" y="616543"/>
                      <a:pt x="102085" y="518195"/>
                    </a:cubicBezTo>
                    <a:cubicBezTo>
                      <a:pt x="23733" y="463541"/>
                      <a:pt x="-15222" y="299577"/>
                      <a:pt x="5514" y="165385"/>
                    </a:cubicBezTo>
                    <a:cubicBezTo>
                      <a:pt x="6107" y="161090"/>
                      <a:pt x="6847" y="156793"/>
                      <a:pt x="7588" y="152646"/>
                    </a:cubicBezTo>
                    <a:lnTo>
                      <a:pt x="7884" y="150721"/>
                    </a:lnTo>
                    <a:lnTo>
                      <a:pt x="8032" y="151018"/>
                    </a:lnTo>
                    <a:cubicBezTo>
                      <a:pt x="9217" y="144797"/>
                      <a:pt x="10549" y="138724"/>
                      <a:pt x="12031" y="132652"/>
                    </a:cubicBezTo>
                    <a:cubicBezTo>
                      <a:pt x="24806" y="79886"/>
                      <a:pt x="47912" y="34118"/>
                      <a:pt x="82786" y="4971"/>
                    </a:cubicBezTo>
                    <a:close/>
                  </a:path>
                </a:pathLst>
              </a:custGeom>
              <a:solidFill>
                <a:srgbClr val="FFB78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6" name="任意形状 316"/>
              <p:cNvSpPr/>
              <p:nvPr/>
            </p:nvSpPr>
            <p:spPr>
              <a:xfrm>
                <a:off x="9651494" y="248623"/>
                <a:ext cx="35251" cy="126787"/>
              </a:xfrm>
              <a:custGeom>
                <a:avLst/>
                <a:gdLst>
                  <a:gd name="connsiteX0" fmla="*/ 14812 w 35251"/>
                  <a:gd name="connsiteY0" fmla="*/ 0 h 126787"/>
                  <a:gd name="connsiteX1" fmla="*/ 18071 w 35251"/>
                  <a:gd name="connsiteY1" fmla="*/ 98497 h 126787"/>
                  <a:gd name="connsiteX2" fmla="*/ 22958 w 35251"/>
                  <a:gd name="connsiteY2" fmla="*/ 108568 h 126787"/>
                  <a:gd name="connsiteX3" fmla="*/ 33623 w 35251"/>
                  <a:gd name="connsiteY3" fmla="*/ 111828 h 126787"/>
                  <a:gd name="connsiteX4" fmla="*/ 35251 w 35251"/>
                  <a:gd name="connsiteY4" fmla="*/ 126492 h 126787"/>
                  <a:gd name="connsiteX5" fmla="*/ 31993 w 35251"/>
                  <a:gd name="connsiteY5" fmla="*/ 126639 h 126787"/>
                  <a:gd name="connsiteX6" fmla="*/ 31993 w 35251"/>
                  <a:gd name="connsiteY6" fmla="*/ 126787 h 126787"/>
                  <a:gd name="connsiteX7" fmla="*/ 13182 w 35251"/>
                  <a:gd name="connsiteY7" fmla="*/ 119825 h 126787"/>
                  <a:gd name="connsiteX8" fmla="*/ 3259 w 35251"/>
                  <a:gd name="connsiteY8" fmla="*/ 98941 h 126787"/>
                  <a:gd name="connsiteX9" fmla="*/ 0 w 35251"/>
                  <a:gd name="connsiteY9" fmla="*/ 445 h 126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5251" h="126787">
                    <a:moveTo>
                      <a:pt x="14812" y="0"/>
                    </a:moveTo>
                    <a:lnTo>
                      <a:pt x="18071" y="98497"/>
                    </a:lnTo>
                    <a:cubicBezTo>
                      <a:pt x="18071" y="102496"/>
                      <a:pt x="19847" y="106051"/>
                      <a:pt x="22958" y="108568"/>
                    </a:cubicBezTo>
                    <a:cubicBezTo>
                      <a:pt x="25921" y="111088"/>
                      <a:pt x="29771" y="112273"/>
                      <a:pt x="33623" y="111828"/>
                    </a:cubicBezTo>
                    <a:lnTo>
                      <a:pt x="35251" y="126492"/>
                    </a:lnTo>
                    <a:cubicBezTo>
                      <a:pt x="34215" y="126492"/>
                      <a:pt x="33178" y="126639"/>
                      <a:pt x="31993" y="126639"/>
                    </a:cubicBezTo>
                    <a:lnTo>
                      <a:pt x="31993" y="126787"/>
                    </a:lnTo>
                    <a:cubicBezTo>
                      <a:pt x="25179" y="126787"/>
                      <a:pt x="18366" y="124270"/>
                      <a:pt x="13182" y="119825"/>
                    </a:cubicBezTo>
                    <a:cubicBezTo>
                      <a:pt x="7110" y="114642"/>
                      <a:pt x="3555" y="106940"/>
                      <a:pt x="3259" y="98941"/>
                    </a:cubicBezTo>
                    <a:lnTo>
                      <a:pt x="0" y="445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7" name="任意形状 317"/>
              <p:cNvSpPr/>
              <p:nvPr/>
            </p:nvSpPr>
            <p:spPr>
              <a:xfrm>
                <a:off x="9732711" y="235397"/>
                <a:ext cx="19450" cy="26896"/>
              </a:xfrm>
              <a:custGeom>
                <a:avLst/>
                <a:gdLst>
                  <a:gd name="connsiteX0" fmla="*/ 8243 w 19450"/>
                  <a:gd name="connsiteY0" fmla="*/ 44 h 26896"/>
                  <a:gd name="connsiteX1" fmla="*/ 19353 w 19450"/>
                  <a:gd name="connsiteY1" fmla="*/ 12338 h 26896"/>
                  <a:gd name="connsiteX2" fmla="*/ 11206 w 19450"/>
                  <a:gd name="connsiteY2" fmla="*/ 26853 h 26896"/>
                  <a:gd name="connsiteX3" fmla="*/ 98 w 19450"/>
                  <a:gd name="connsiteY3" fmla="*/ 14560 h 26896"/>
                  <a:gd name="connsiteX4" fmla="*/ 8243 w 19450"/>
                  <a:gd name="connsiteY4" fmla="*/ 44 h 26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50" h="26896">
                    <a:moveTo>
                      <a:pt x="8243" y="44"/>
                    </a:moveTo>
                    <a:cubicBezTo>
                      <a:pt x="13576" y="-549"/>
                      <a:pt x="18612" y="4931"/>
                      <a:pt x="19353" y="12338"/>
                    </a:cubicBezTo>
                    <a:cubicBezTo>
                      <a:pt x="20093" y="19743"/>
                      <a:pt x="16538" y="26260"/>
                      <a:pt x="11206" y="26853"/>
                    </a:cubicBezTo>
                    <a:cubicBezTo>
                      <a:pt x="5873" y="27445"/>
                      <a:pt x="986" y="21965"/>
                      <a:pt x="98" y="14560"/>
                    </a:cubicBezTo>
                    <a:cubicBezTo>
                      <a:pt x="-644" y="7153"/>
                      <a:pt x="2911" y="636"/>
                      <a:pt x="8243" y="44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8" name="任意形状 318"/>
              <p:cNvSpPr/>
              <p:nvPr/>
            </p:nvSpPr>
            <p:spPr>
              <a:xfrm>
                <a:off x="9586966" y="251837"/>
                <a:ext cx="19450" cy="26896"/>
              </a:xfrm>
              <a:custGeom>
                <a:avLst/>
                <a:gdLst>
                  <a:gd name="connsiteX0" fmla="*/ 8243 w 19450"/>
                  <a:gd name="connsiteY0" fmla="*/ 44 h 26896"/>
                  <a:gd name="connsiteX1" fmla="*/ 19353 w 19450"/>
                  <a:gd name="connsiteY1" fmla="*/ 12338 h 26896"/>
                  <a:gd name="connsiteX2" fmla="*/ 11206 w 19450"/>
                  <a:gd name="connsiteY2" fmla="*/ 26853 h 26896"/>
                  <a:gd name="connsiteX3" fmla="*/ 98 w 19450"/>
                  <a:gd name="connsiteY3" fmla="*/ 14560 h 26896"/>
                  <a:gd name="connsiteX4" fmla="*/ 8243 w 19450"/>
                  <a:gd name="connsiteY4" fmla="*/ 44 h 26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50" h="26896">
                    <a:moveTo>
                      <a:pt x="8243" y="44"/>
                    </a:moveTo>
                    <a:cubicBezTo>
                      <a:pt x="13576" y="-549"/>
                      <a:pt x="18465" y="4931"/>
                      <a:pt x="19353" y="12338"/>
                    </a:cubicBezTo>
                    <a:cubicBezTo>
                      <a:pt x="20093" y="19743"/>
                      <a:pt x="16538" y="26260"/>
                      <a:pt x="11206" y="26853"/>
                    </a:cubicBezTo>
                    <a:cubicBezTo>
                      <a:pt x="5873" y="27445"/>
                      <a:pt x="986" y="21965"/>
                      <a:pt x="98" y="14560"/>
                    </a:cubicBezTo>
                    <a:cubicBezTo>
                      <a:pt x="-644" y="7153"/>
                      <a:pt x="2911" y="636"/>
                      <a:pt x="8243" y="44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9" name="任意形状 319"/>
              <p:cNvSpPr/>
              <p:nvPr/>
            </p:nvSpPr>
            <p:spPr>
              <a:xfrm>
                <a:off x="9716814" y="362523"/>
                <a:ext cx="31329" cy="44138"/>
              </a:xfrm>
              <a:custGeom>
                <a:avLst/>
                <a:gdLst>
                  <a:gd name="connsiteX0" fmla="*/ 29919 w 31329"/>
                  <a:gd name="connsiteY0" fmla="*/ 0 h 44138"/>
                  <a:gd name="connsiteX1" fmla="*/ 26216 w 31329"/>
                  <a:gd name="connsiteY1" fmla="*/ 28142 h 44138"/>
                  <a:gd name="connsiteX2" fmla="*/ 2665 w 31329"/>
                  <a:gd name="connsiteY2" fmla="*/ 44138 h 44138"/>
                  <a:gd name="connsiteX3" fmla="*/ 2518 w 31329"/>
                  <a:gd name="connsiteY3" fmla="*/ 43990 h 44138"/>
                  <a:gd name="connsiteX4" fmla="*/ 0 w 31329"/>
                  <a:gd name="connsiteY4" fmla="*/ 29476 h 44138"/>
                  <a:gd name="connsiteX5" fmla="*/ 13479 w 31329"/>
                  <a:gd name="connsiteY5" fmla="*/ 20292 h 44138"/>
                  <a:gd name="connsiteX6" fmla="*/ 15699 w 31329"/>
                  <a:gd name="connsiteY6" fmla="*/ 4147 h 44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329" h="44138">
                    <a:moveTo>
                      <a:pt x="29919" y="0"/>
                    </a:moveTo>
                    <a:cubicBezTo>
                      <a:pt x="32733" y="9332"/>
                      <a:pt x="31253" y="19849"/>
                      <a:pt x="26216" y="28142"/>
                    </a:cubicBezTo>
                    <a:cubicBezTo>
                      <a:pt x="21032" y="36438"/>
                      <a:pt x="12294" y="42362"/>
                      <a:pt x="2665" y="44138"/>
                    </a:cubicBezTo>
                    <a:lnTo>
                      <a:pt x="2518" y="43990"/>
                    </a:lnTo>
                    <a:lnTo>
                      <a:pt x="0" y="29476"/>
                    </a:lnTo>
                    <a:cubicBezTo>
                      <a:pt x="5480" y="28438"/>
                      <a:pt x="10517" y="25031"/>
                      <a:pt x="13479" y="20292"/>
                    </a:cubicBezTo>
                    <a:cubicBezTo>
                      <a:pt x="16441" y="15552"/>
                      <a:pt x="17181" y="9480"/>
                      <a:pt x="15699" y="4147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0" name="任意形状 320"/>
              <p:cNvSpPr/>
              <p:nvPr/>
            </p:nvSpPr>
            <p:spPr>
              <a:xfrm>
                <a:off x="9703072" y="182006"/>
                <a:ext cx="73897" cy="23035"/>
              </a:xfrm>
              <a:custGeom>
                <a:avLst/>
                <a:gdLst>
                  <a:gd name="connsiteX0" fmla="*/ 55805 w 73897"/>
                  <a:gd name="connsiteY0" fmla="*/ 1299 h 23035"/>
                  <a:gd name="connsiteX1" fmla="*/ 55805 w 73897"/>
                  <a:gd name="connsiteY1" fmla="*/ 1446 h 23035"/>
                  <a:gd name="connsiteX2" fmla="*/ 67951 w 73897"/>
                  <a:gd name="connsiteY2" fmla="*/ 4556 h 23035"/>
                  <a:gd name="connsiteX3" fmla="*/ 73875 w 73897"/>
                  <a:gd name="connsiteY3" fmla="*/ 11963 h 23035"/>
                  <a:gd name="connsiteX4" fmla="*/ 59212 w 73897"/>
                  <a:gd name="connsiteY4" fmla="*/ 20849 h 23035"/>
                  <a:gd name="connsiteX5" fmla="*/ 13889 w 73897"/>
                  <a:gd name="connsiteY5" fmla="*/ 20997 h 23035"/>
                  <a:gd name="connsiteX6" fmla="*/ 855 w 73897"/>
                  <a:gd name="connsiteY6" fmla="*/ 14925 h 23035"/>
                  <a:gd name="connsiteX7" fmla="*/ 17740 w 73897"/>
                  <a:gd name="connsiteY7" fmla="*/ 1594 h 23035"/>
                  <a:gd name="connsiteX8" fmla="*/ 55805 w 73897"/>
                  <a:gd name="connsiteY8" fmla="*/ 1299 h 23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3897" h="23035">
                    <a:moveTo>
                      <a:pt x="55805" y="1299"/>
                    </a:moveTo>
                    <a:lnTo>
                      <a:pt x="55805" y="1446"/>
                    </a:lnTo>
                    <a:cubicBezTo>
                      <a:pt x="60101" y="2039"/>
                      <a:pt x="64396" y="2928"/>
                      <a:pt x="67951" y="4556"/>
                    </a:cubicBezTo>
                    <a:cubicBezTo>
                      <a:pt x="71505" y="6186"/>
                      <a:pt x="74171" y="9148"/>
                      <a:pt x="73875" y="11963"/>
                    </a:cubicBezTo>
                    <a:cubicBezTo>
                      <a:pt x="73430" y="16702"/>
                      <a:pt x="66026" y="19517"/>
                      <a:pt x="59212" y="20849"/>
                    </a:cubicBezTo>
                    <a:cubicBezTo>
                      <a:pt x="44697" y="23664"/>
                      <a:pt x="28848" y="23812"/>
                      <a:pt x="13889" y="20997"/>
                    </a:cubicBezTo>
                    <a:cubicBezTo>
                      <a:pt x="8557" y="20109"/>
                      <a:pt x="2928" y="18332"/>
                      <a:pt x="855" y="14925"/>
                    </a:cubicBezTo>
                    <a:cubicBezTo>
                      <a:pt x="-3737" y="6926"/>
                      <a:pt x="11370" y="2631"/>
                      <a:pt x="17740" y="1594"/>
                    </a:cubicBezTo>
                    <a:cubicBezTo>
                      <a:pt x="29886" y="-479"/>
                      <a:pt x="43512" y="-479"/>
                      <a:pt x="55805" y="1299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1" name="任意形状 321"/>
              <p:cNvSpPr/>
              <p:nvPr/>
            </p:nvSpPr>
            <p:spPr>
              <a:xfrm>
                <a:off x="9558261" y="196634"/>
                <a:ext cx="63760" cy="24046"/>
              </a:xfrm>
              <a:custGeom>
                <a:avLst/>
                <a:gdLst>
                  <a:gd name="connsiteX0" fmla="*/ 47020 w 63760"/>
                  <a:gd name="connsiteY0" fmla="*/ 0 h 24046"/>
                  <a:gd name="connsiteX1" fmla="*/ 57834 w 63760"/>
                  <a:gd name="connsiteY1" fmla="*/ 1185 h 24046"/>
                  <a:gd name="connsiteX2" fmla="*/ 63758 w 63760"/>
                  <a:gd name="connsiteY2" fmla="*/ 7110 h 24046"/>
                  <a:gd name="connsiteX3" fmla="*/ 52057 w 63760"/>
                  <a:gd name="connsiteY3" fmla="*/ 17329 h 24046"/>
                  <a:gd name="connsiteX4" fmla="*/ 12955 w 63760"/>
                  <a:gd name="connsiteY4" fmla="*/ 23994 h 24046"/>
                  <a:gd name="connsiteX5" fmla="*/ 1106 w 63760"/>
                  <a:gd name="connsiteY5" fmla="*/ 20441 h 24046"/>
                  <a:gd name="connsiteX6" fmla="*/ 14140 w 63760"/>
                  <a:gd name="connsiteY6" fmla="*/ 5925 h 24046"/>
                  <a:gd name="connsiteX7" fmla="*/ 47020 w 63760"/>
                  <a:gd name="connsiteY7" fmla="*/ 148 h 24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760" h="24046">
                    <a:moveTo>
                      <a:pt x="47020" y="0"/>
                    </a:moveTo>
                    <a:cubicBezTo>
                      <a:pt x="50724" y="0"/>
                      <a:pt x="54575" y="0"/>
                      <a:pt x="57834" y="1185"/>
                    </a:cubicBezTo>
                    <a:cubicBezTo>
                      <a:pt x="61092" y="2222"/>
                      <a:pt x="63758" y="4444"/>
                      <a:pt x="63758" y="7110"/>
                    </a:cubicBezTo>
                    <a:cubicBezTo>
                      <a:pt x="63906" y="11552"/>
                      <a:pt x="57834" y="15107"/>
                      <a:pt x="52057" y="17329"/>
                    </a:cubicBezTo>
                    <a:cubicBezTo>
                      <a:pt x="39763" y="22069"/>
                      <a:pt x="26137" y="24439"/>
                      <a:pt x="12955" y="23994"/>
                    </a:cubicBezTo>
                    <a:cubicBezTo>
                      <a:pt x="8363" y="23994"/>
                      <a:pt x="3178" y="23254"/>
                      <a:pt x="1106" y="20441"/>
                    </a:cubicBezTo>
                    <a:cubicBezTo>
                      <a:pt x="-3782" y="13922"/>
                      <a:pt x="8808" y="7850"/>
                      <a:pt x="14140" y="5925"/>
                    </a:cubicBezTo>
                    <a:cubicBezTo>
                      <a:pt x="24359" y="2222"/>
                      <a:pt x="36061" y="297"/>
                      <a:pt x="47020" y="148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2" name="任意形状 322"/>
              <p:cNvSpPr/>
              <p:nvPr/>
            </p:nvSpPr>
            <p:spPr>
              <a:xfrm>
                <a:off x="9666737" y="0"/>
                <a:ext cx="289727" cy="189292"/>
              </a:xfrm>
              <a:custGeom>
                <a:avLst/>
                <a:gdLst>
                  <a:gd name="connsiteX0" fmla="*/ 0 w 289727"/>
                  <a:gd name="connsiteY0" fmla="*/ 0 h 189292"/>
                  <a:gd name="connsiteX1" fmla="*/ 172700 w 289727"/>
                  <a:gd name="connsiteY1" fmla="*/ 0 h 189292"/>
                  <a:gd name="connsiteX2" fmla="*/ 178309 w 289727"/>
                  <a:gd name="connsiteY2" fmla="*/ 2776 h 189292"/>
                  <a:gd name="connsiteX3" fmla="*/ 211374 w 289727"/>
                  <a:gd name="connsiteY3" fmla="*/ 29561 h 189292"/>
                  <a:gd name="connsiteX4" fmla="*/ 289727 w 289727"/>
                  <a:gd name="connsiteY4" fmla="*/ 185083 h 189292"/>
                  <a:gd name="connsiteX5" fmla="*/ 78663 w 289727"/>
                  <a:gd name="connsiteY5" fmla="*/ 137834 h 189292"/>
                  <a:gd name="connsiteX6" fmla="*/ 23638 w 289727"/>
                  <a:gd name="connsiteY6" fmla="*/ 67516 h 189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9727" h="189292">
                    <a:moveTo>
                      <a:pt x="0" y="0"/>
                    </a:moveTo>
                    <a:lnTo>
                      <a:pt x="172700" y="0"/>
                    </a:lnTo>
                    <a:lnTo>
                      <a:pt x="178309" y="2776"/>
                    </a:lnTo>
                    <a:cubicBezTo>
                      <a:pt x="190545" y="10723"/>
                      <a:pt x="201524" y="19786"/>
                      <a:pt x="211374" y="29561"/>
                    </a:cubicBezTo>
                    <a:cubicBezTo>
                      <a:pt x="262029" y="80070"/>
                      <a:pt x="282322" y="150127"/>
                      <a:pt x="289727" y="185083"/>
                    </a:cubicBezTo>
                    <a:cubicBezTo>
                      <a:pt x="215374" y="196635"/>
                      <a:pt x="135835" y="185527"/>
                      <a:pt x="78663" y="137834"/>
                    </a:cubicBezTo>
                    <a:cubicBezTo>
                      <a:pt x="55408" y="118356"/>
                      <a:pt x="37449" y="94250"/>
                      <a:pt x="23638" y="67516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3" name="任意形状 323"/>
              <p:cNvSpPr/>
              <p:nvPr/>
            </p:nvSpPr>
            <p:spPr>
              <a:xfrm>
                <a:off x="9902994" y="183993"/>
                <a:ext cx="118640" cy="170420"/>
              </a:xfrm>
              <a:custGeom>
                <a:avLst/>
                <a:gdLst>
                  <a:gd name="connsiteX0" fmla="*/ 42065 w 118640"/>
                  <a:gd name="connsiteY0" fmla="*/ 51 h 170420"/>
                  <a:gd name="connsiteX1" fmla="*/ 89462 w 118640"/>
                  <a:gd name="connsiteY1" fmla="*/ 18121 h 170420"/>
                  <a:gd name="connsiteX2" fmla="*/ 108123 w 118640"/>
                  <a:gd name="connsiteY2" fmla="*/ 126393 h 170420"/>
                  <a:gd name="connsiteX3" fmla="*/ 5925 w 118640"/>
                  <a:gd name="connsiteY3" fmla="*/ 166680 h 170420"/>
                  <a:gd name="connsiteX4" fmla="*/ 0 w 118640"/>
                  <a:gd name="connsiteY4" fmla="*/ 26267 h 170420"/>
                  <a:gd name="connsiteX5" fmla="*/ 42065 w 118640"/>
                  <a:gd name="connsiteY5" fmla="*/ 51 h 170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8640" h="170420">
                    <a:moveTo>
                      <a:pt x="42065" y="51"/>
                    </a:moveTo>
                    <a:cubicBezTo>
                      <a:pt x="59394" y="-690"/>
                      <a:pt x="76428" y="6716"/>
                      <a:pt x="89462" y="18121"/>
                    </a:cubicBezTo>
                    <a:cubicBezTo>
                      <a:pt x="119380" y="44189"/>
                      <a:pt x="127527" y="91883"/>
                      <a:pt x="108123" y="126393"/>
                    </a:cubicBezTo>
                    <a:cubicBezTo>
                      <a:pt x="88721" y="160903"/>
                      <a:pt x="43694" y="178677"/>
                      <a:pt x="5925" y="166680"/>
                    </a:cubicBezTo>
                    <a:lnTo>
                      <a:pt x="0" y="26267"/>
                    </a:lnTo>
                    <a:cubicBezTo>
                      <a:pt x="7407" y="10566"/>
                      <a:pt x="24736" y="792"/>
                      <a:pt x="42065" y="51"/>
                    </a:cubicBezTo>
                    <a:close/>
                  </a:path>
                </a:pathLst>
              </a:custGeom>
              <a:solidFill>
                <a:srgbClr val="FFB78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4" name="任意形状 324"/>
              <p:cNvSpPr/>
              <p:nvPr/>
            </p:nvSpPr>
            <p:spPr>
              <a:xfrm>
                <a:off x="9928173" y="227146"/>
                <a:ext cx="43990" cy="70356"/>
              </a:xfrm>
              <a:custGeom>
                <a:avLst/>
                <a:gdLst>
                  <a:gd name="connsiteX0" fmla="*/ 42657 w 43990"/>
                  <a:gd name="connsiteY0" fmla="*/ 0 h 70356"/>
                  <a:gd name="connsiteX1" fmla="*/ 43990 w 43990"/>
                  <a:gd name="connsiteY1" fmla="*/ 14812 h 70356"/>
                  <a:gd name="connsiteX2" fmla="*/ 21181 w 43990"/>
                  <a:gd name="connsiteY2" fmla="*/ 16737 h 70356"/>
                  <a:gd name="connsiteX3" fmla="*/ 41472 w 43990"/>
                  <a:gd name="connsiteY3" fmla="*/ 69763 h 70356"/>
                  <a:gd name="connsiteX4" fmla="*/ 26661 w 43990"/>
                  <a:gd name="connsiteY4" fmla="*/ 70356 h 70356"/>
                  <a:gd name="connsiteX5" fmla="*/ 0 w 43990"/>
                  <a:gd name="connsiteY5" fmla="*/ 16441 h 70356"/>
                  <a:gd name="connsiteX6" fmla="*/ 4147 w 43990"/>
                  <a:gd name="connsiteY6" fmla="*/ 3407 h 70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3990" h="70356">
                    <a:moveTo>
                      <a:pt x="42657" y="0"/>
                    </a:moveTo>
                    <a:lnTo>
                      <a:pt x="43990" y="14812"/>
                    </a:lnTo>
                    <a:lnTo>
                      <a:pt x="21181" y="16737"/>
                    </a:lnTo>
                    <a:cubicBezTo>
                      <a:pt x="33326" y="31696"/>
                      <a:pt x="40732" y="50507"/>
                      <a:pt x="41472" y="69763"/>
                    </a:cubicBezTo>
                    <a:lnTo>
                      <a:pt x="26661" y="70356"/>
                    </a:lnTo>
                    <a:cubicBezTo>
                      <a:pt x="25771" y="49767"/>
                      <a:pt x="15849" y="29623"/>
                      <a:pt x="0" y="16441"/>
                    </a:cubicBezTo>
                    <a:lnTo>
                      <a:pt x="4147" y="3407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5" name="任意形状 325"/>
              <p:cNvSpPr/>
              <p:nvPr/>
            </p:nvSpPr>
            <p:spPr>
              <a:xfrm>
                <a:off x="9546333" y="0"/>
                <a:ext cx="141340" cy="152646"/>
              </a:xfrm>
              <a:custGeom>
                <a:avLst/>
                <a:gdLst>
                  <a:gd name="connsiteX0" fmla="*/ 83109 w 141340"/>
                  <a:gd name="connsiteY0" fmla="*/ 0 h 152646"/>
                  <a:gd name="connsiteX1" fmla="*/ 141340 w 141340"/>
                  <a:gd name="connsiteY1" fmla="*/ 0 h 152646"/>
                  <a:gd name="connsiteX2" fmla="*/ 120955 w 141340"/>
                  <a:gd name="connsiteY2" fmla="*/ 45559 h 152646"/>
                  <a:gd name="connsiteX3" fmla="*/ 69021 w 141340"/>
                  <a:gd name="connsiteY3" fmla="*/ 107174 h 152646"/>
                  <a:gd name="connsiteX4" fmla="*/ 0 w 141340"/>
                  <a:gd name="connsiteY4" fmla="*/ 152646 h 152646"/>
                  <a:gd name="connsiteX5" fmla="*/ 295 w 141340"/>
                  <a:gd name="connsiteY5" fmla="*/ 150721 h 152646"/>
                  <a:gd name="connsiteX6" fmla="*/ 295 w 141340"/>
                  <a:gd name="connsiteY6" fmla="*/ 150868 h 152646"/>
                  <a:gd name="connsiteX7" fmla="*/ 4295 w 141340"/>
                  <a:gd name="connsiteY7" fmla="*/ 132502 h 152646"/>
                  <a:gd name="connsiteX8" fmla="*/ 75051 w 141340"/>
                  <a:gd name="connsiteY8" fmla="*/ 4822 h 152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340" h="152646">
                    <a:moveTo>
                      <a:pt x="83109" y="0"/>
                    </a:moveTo>
                    <a:lnTo>
                      <a:pt x="141340" y="0"/>
                    </a:lnTo>
                    <a:lnTo>
                      <a:pt x="120955" y="45559"/>
                    </a:lnTo>
                    <a:cubicBezTo>
                      <a:pt x="106643" y="68405"/>
                      <a:pt x="89165" y="89252"/>
                      <a:pt x="69021" y="107174"/>
                    </a:cubicBezTo>
                    <a:cubicBezTo>
                      <a:pt x="48434" y="125540"/>
                      <a:pt x="25031" y="140944"/>
                      <a:pt x="0" y="152646"/>
                    </a:cubicBezTo>
                    <a:lnTo>
                      <a:pt x="295" y="150721"/>
                    </a:lnTo>
                    <a:lnTo>
                      <a:pt x="295" y="150868"/>
                    </a:lnTo>
                    <a:cubicBezTo>
                      <a:pt x="1480" y="144648"/>
                      <a:pt x="2815" y="138574"/>
                      <a:pt x="4295" y="132502"/>
                    </a:cubicBezTo>
                    <a:cubicBezTo>
                      <a:pt x="17070" y="79736"/>
                      <a:pt x="40177" y="33969"/>
                      <a:pt x="75051" y="4822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346" name="组合 326"/>
              <p:cNvGrpSpPr/>
              <p:nvPr/>
            </p:nvGrpSpPr>
            <p:grpSpPr>
              <a:xfrm>
                <a:off x="8633218" y="818370"/>
                <a:ext cx="283032" cy="338199"/>
                <a:chOff x="9289267" y="468959"/>
                <a:chExt cx="182012" cy="217489"/>
              </a:xfrm>
            </p:grpSpPr>
            <p:sp>
              <p:nvSpPr>
                <p:cNvPr id="347" name="任意形状 330"/>
                <p:cNvSpPr/>
                <p:nvPr/>
              </p:nvSpPr>
              <p:spPr>
                <a:xfrm>
                  <a:off x="9289267" y="468959"/>
                  <a:ext cx="182012" cy="217489"/>
                </a:xfrm>
                <a:custGeom>
                  <a:avLst/>
                  <a:gdLst>
                    <a:gd name="connsiteX0" fmla="*/ 117147 w 182012"/>
                    <a:gd name="connsiteY0" fmla="*/ 62994 h 217489"/>
                    <a:gd name="connsiteX1" fmla="*/ 139245 w 182012"/>
                    <a:gd name="connsiteY1" fmla="*/ 10416 h 217489"/>
                    <a:gd name="connsiteX2" fmla="*/ 157628 w 182012"/>
                    <a:gd name="connsiteY2" fmla="*/ 66423 h 217489"/>
                    <a:gd name="connsiteX3" fmla="*/ 182012 w 182012"/>
                    <a:gd name="connsiteY3" fmla="*/ 137003 h 217489"/>
                    <a:gd name="connsiteX4" fmla="*/ 56282 w 182012"/>
                    <a:gd name="connsiteY4" fmla="*/ 217490 h 217489"/>
                    <a:gd name="connsiteX5" fmla="*/ 1323 w 182012"/>
                    <a:gd name="connsiteY5" fmla="*/ 50897 h 217489"/>
                    <a:gd name="connsiteX6" fmla="*/ 16373 w 182012"/>
                    <a:gd name="connsiteY6" fmla="*/ 45754 h 217489"/>
                    <a:gd name="connsiteX7" fmla="*/ 13229 w 182012"/>
                    <a:gd name="connsiteY7" fmla="*/ 23084 h 217489"/>
                    <a:gd name="connsiteX8" fmla="*/ 28279 w 182012"/>
                    <a:gd name="connsiteY8" fmla="*/ 17941 h 217489"/>
                    <a:gd name="connsiteX9" fmla="*/ 35423 w 182012"/>
                    <a:gd name="connsiteY9" fmla="*/ 415 h 217489"/>
                    <a:gd name="connsiteX10" fmla="*/ 117147 w 182012"/>
                    <a:gd name="connsiteY10" fmla="*/ 62899 h 2174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82012" h="217489">
                      <a:moveTo>
                        <a:pt x="117147" y="62994"/>
                      </a:moveTo>
                      <a:cubicBezTo>
                        <a:pt x="112480" y="40134"/>
                        <a:pt x="118100" y="6511"/>
                        <a:pt x="139245" y="10416"/>
                      </a:cubicBezTo>
                      <a:cubicBezTo>
                        <a:pt x="161343" y="14512"/>
                        <a:pt x="152009" y="41182"/>
                        <a:pt x="157628" y="66423"/>
                      </a:cubicBezTo>
                      <a:cubicBezTo>
                        <a:pt x="163343" y="91664"/>
                        <a:pt x="182012" y="137003"/>
                        <a:pt x="182012" y="137003"/>
                      </a:cubicBezTo>
                      <a:lnTo>
                        <a:pt x="56282" y="217490"/>
                      </a:lnTo>
                      <a:cubicBezTo>
                        <a:pt x="56282" y="217490"/>
                        <a:pt x="-10107" y="68233"/>
                        <a:pt x="1323" y="50897"/>
                      </a:cubicBezTo>
                      <a:cubicBezTo>
                        <a:pt x="8181" y="40515"/>
                        <a:pt x="16373" y="45754"/>
                        <a:pt x="16373" y="45754"/>
                      </a:cubicBezTo>
                      <a:cubicBezTo>
                        <a:pt x="16373" y="45754"/>
                        <a:pt x="7800" y="31466"/>
                        <a:pt x="13229" y="23084"/>
                      </a:cubicBezTo>
                      <a:cubicBezTo>
                        <a:pt x="18659" y="14702"/>
                        <a:pt x="28279" y="17941"/>
                        <a:pt x="28279" y="17941"/>
                      </a:cubicBezTo>
                      <a:cubicBezTo>
                        <a:pt x="28279" y="17941"/>
                        <a:pt x="22754" y="4511"/>
                        <a:pt x="35423" y="415"/>
                      </a:cubicBezTo>
                      <a:cubicBezTo>
                        <a:pt x="49329" y="-4062"/>
                        <a:pt x="84667" y="28418"/>
                        <a:pt x="117147" y="62899"/>
                      </a:cubicBezTo>
                      <a:close/>
                    </a:path>
                  </a:pathLst>
                </a:custGeom>
                <a:solidFill>
                  <a:srgbClr val="FFB78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8" name="任意形状 331"/>
                <p:cNvSpPr/>
                <p:nvPr/>
              </p:nvSpPr>
              <p:spPr>
                <a:xfrm>
                  <a:off x="9314784" y="482995"/>
                  <a:ext cx="54959" cy="55435"/>
                </a:xfrm>
                <a:custGeom>
                  <a:avLst/>
                  <a:gdLst>
                    <a:gd name="connsiteX0" fmla="*/ 47339 w 54959"/>
                    <a:gd name="connsiteY0" fmla="*/ 55435 h 55435"/>
                    <a:gd name="connsiteX1" fmla="*/ 0 w 54959"/>
                    <a:gd name="connsiteY1" fmla="*/ 7810 h 55435"/>
                    <a:gd name="connsiteX2" fmla="*/ 5429 w 54959"/>
                    <a:gd name="connsiteY2" fmla="*/ 0 h 55435"/>
                    <a:gd name="connsiteX3" fmla="*/ 54959 w 54959"/>
                    <a:gd name="connsiteY3" fmla="*/ 49720 h 55435"/>
                    <a:gd name="connsiteX4" fmla="*/ 47339 w 54959"/>
                    <a:gd name="connsiteY4" fmla="*/ 55435 h 554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959" h="55435">
                      <a:moveTo>
                        <a:pt x="47339" y="55435"/>
                      </a:moveTo>
                      <a:cubicBezTo>
                        <a:pt x="25051" y="25527"/>
                        <a:pt x="286" y="8001"/>
                        <a:pt x="0" y="7810"/>
                      </a:cubicBezTo>
                      <a:lnTo>
                        <a:pt x="5429" y="0"/>
                      </a:lnTo>
                      <a:cubicBezTo>
                        <a:pt x="6477" y="762"/>
                        <a:pt x="31814" y="18574"/>
                        <a:pt x="54959" y="49720"/>
                      </a:cubicBezTo>
                      <a:lnTo>
                        <a:pt x="47339" y="55435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49" name="任意形状 332"/>
                <p:cNvSpPr/>
                <p:nvPr/>
              </p:nvSpPr>
              <p:spPr>
                <a:xfrm>
                  <a:off x="9302306" y="511379"/>
                  <a:ext cx="43529" cy="48482"/>
                </a:xfrm>
                <a:custGeom>
                  <a:avLst/>
                  <a:gdLst>
                    <a:gd name="connsiteX0" fmla="*/ 35719 w 43529"/>
                    <a:gd name="connsiteY0" fmla="*/ 48482 h 48482"/>
                    <a:gd name="connsiteX1" fmla="*/ 0 w 43529"/>
                    <a:gd name="connsiteY1" fmla="*/ 6763 h 48482"/>
                    <a:gd name="connsiteX2" fmla="*/ 6763 w 43529"/>
                    <a:gd name="connsiteY2" fmla="*/ 0 h 48482"/>
                    <a:gd name="connsiteX3" fmla="*/ 43529 w 43529"/>
                    <a:gd name="connsiteY3" fmla="*/ 42958 h 48482"/>
                    <a:gd name="connsiteX4" fmla="*/ 35814 w 43529"/>
                    <a:gd name="connsiteY4" fmla="*/ 48482 h 484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529" h="48482">
                      <a:moveTo>
                        <a:pt x="35719" y="48482"/>
                      </a:moveTo>
                      <a:cubicBezTo>
                        <a:pt x="20574" y="27337"/>
                        <a:pt x="190" y="6953"/>
                        <a:pt x="0" y="6763"/>
                      </a:cubicBezTo>
                      <a:lnTo>
                        <a:pt x="6763" y="0"/>
                      </a:lnTo>
                      <a:cubicBezTo>
                        <a:pt x="7620" y="857"/>
                        <a:pt x="27908" y="21146"/>
                        <a:pt x="43529" y="42958"/>
                      </a:cubicBezTo>
                      <a:lnTo>
                        <a:pt x="35814" y="48482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50" name="任意形状 333"/>
                <p:cNvSpPr/>
                <p:nvPr/>
              </p:nvSpPr>
              <p:spPr>
                <a:xfrm>
                  <a:off x="9395977" y="551384"/>
                  <a:ext cx="22247" cy="53625"/>
                </a:xfrm>
                <a:custGeom>
                  <a:avLst/>
                  <a:gdLst>
                    <a:gd name="connsiteX0" fmla="*/ 2341 w 22247"/>
                    <a:gd name="connsiteY0" fmla="*/ 53626 h 53625"/>
                    <a:gd name="connsiteX1" fmla="*/ 15485 w 22247"/>
                    <a:gd name="connsiteY1" fmla="*/ 0 h 53625"/>
                    <a:gd name="connsiteX2" fmla="*/ 22248 w 22247"/>
                    <a:gd name="connsiteY2" fmla="*/ 6763 h 53625"/>
                    <a:gd name="connsiteX3" fmla="*/ 11485 w 22247"/>
                    <a:gd name="connsiteY3" fmla="*/ 50768 h 53625"/>
                    <a:gd name="connsiteX4" fmla="*/ 2436 w 22247"/>
                    <a:gd name="connsiteY4" fmla="*/ 53626 h 53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247" h="53625">
                      <a:moveTo>
                        <a:pt x="2341" y="53626"/>
                      </a:moveTo>
                      <a:cubicBezTo>
                        <a:pt x="-3470" y="35243"/>
                        <a:pt x="1769" y="13621"/>
                        <a:pt x="15485" y="0"/>
                      </a:cubicBezTo>
                      <a:lnTo>
                        <a:pt x="22248" y="6763"/>
                      </a:lnTo>
                      <a:cubicBezTo>
                        <a:pt x="11008" y="18002"/>
                        <a:pt x="6722" y="35624"/>
                        <a:pt x="11485" y="50768"/>
                      </a:cubicBezTo>
                      <a:lnTo>
                        <a:pt x="2436" y="53626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51" name="任意形状 327"/>
              <p:cNvSpPr/>
              <p:nvPr/>
            </p:nvSpPr>
            <p:spPr>
              <a:xfrm>
                <a:off x="8649347" y="534206"/>
                <a:ext cx="1718285" cy="1192014"/>
              </a:xfrm>
              <a:custGeom>
                <a:avLst/>
                <a:gdLst>
                  <a:gd name="connsiteX0" fmla="*/ 1079659 w 1104995"/>
                  <a:gd name="connsiteY0" fmla="*/ 4752 h 766561"/>
                  <a:gd name="connsiteX1" fmla="*/ 891350 w 1104995"/>
                  <a:gd name="connsiteY1" fmla="*/ 18944 h 766561"/>
                  <a:gd name="connsiteX2" fmla="*/ 720090 w 1104995"/>
                  <a:gd name="connsiteY2" fmla="*/ 92001 h 766561"/>
                  <a:gd name="connsiteX3" fmla="*/ 497586 w 1104995"/>
                  <a:gd name="connsiteY3" fmla="*/ 153247 h 766561"/>
                  <a:gd name="connsiteX4" fmla="*/ 307753 w 1104995"/>
                  <a:gd name="connsiteY4" fmla="*/ 441092 h 766561"/>
                  <a:gd name="connsiteX5" fmla="*/ 190691 w 1104995"/>
                  <a:gd name="connsiteY5" fmla="*/ 287454 h 766561"/>
                  <a:gd name="connsiteX6" fmla="*/ 0 w 1104995"/>
                  <a:gd name="connsiteY6" fmla="*/ 382609 h 766561"/>
                  <a:gd name="connsiteX7" fmla="*/ 310420 w 1104995"/>
                  <a:gd name="connsiteY7" fmla="*/ 766561 h 766561"/>
                  <a:gd name="connsiteX8" fmla="*/ 608457 w 1104995"/>
                  <a:gd name="connsiteY8" fmla="*/ 563488 h 766561"/>
                  <a:gd name="connsiteX9" fmla="*/ 639889 w 1104995"/>
                  <a:gd name="connsiteY9" fmla="*/ 520340 h 766561"/>
                  <a:gd name="connsiteX10" fmla="*/ 667703 w 1104995"/>
                  <a:gd name="connsiteY10" fmla="*/ 477001 h 766561"/>
                  <a:gd name="connsiteX11" fmla="*/ 1104995 w 1104995"/>
                  <a:gd name="connsiteY11" fmla="*/ 399468 h 766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04995" h="766561">
                    <a:moveTo>
                      <a:pt x="1079659" y="4752"/>
                    </a:moveTo>
                    <a:cubicBezTo>
                      <a:pt x="1029272" y="-11441"/>
                      <a:pt x="891350" y="18944"/>
                      <a:pt x="891350" y="18944"/>
                    </a:cubicBezTo>
                    <a:cubicBezTo>
                      <a:pt x="891350" y="18944"/>
                      <a:pt x="841629" y="166963"/>
                      <a:pt x="720090" y="92001"/>
                    </a:cubicBezTo>
                    <a:cubicBezTo>
                      <a:pt x="720090" y="92001"/>
                      <a:pt x="536829" y="116385"/>
                      <a:pt x="497586" y="153247"/>
                    </a:cubicBezTo>
                    <a:cubicBezTo>
                      <a:pt x="458343" y="190108"/>
                      <a:pt x="307753" y="441092"/>
                      <a:pt x="307753" y="441092"/>
                    </a:cubicBezTo>
                    <a:lnTo>
                      <a:pt x="190691" y="287454"/>
                    </a:lnTo>
                    <a:lnTo>
                      <a:pt x="0" y="382609"/>
                    </a:lnTo>
                    <a:cubicBezTo>
                      <a:pt x="0" y="382609"/>
                      <a:pt x="104775" y="766561"/>
                      <a:pt x="310420" y="766561"/>
                    </a:cubicBezTo>
                    <a:cubicBezTo>
                      <a:pt x="434816" y="766561"/>
                      <a:pt x="544449" y="646451"/>
                      <a:pt x="608457" y="563488"/>
                    </a:cubicBezTo>
                    <a:cubicBezTo>
                      <a:pt x="620649" y="547677"/>
                      <a:pt x="631222" y="533008"/>
                      <a:pt x="639889" y="520340"/>
                    </a:cubicBezTo>
                    <a:cubicBezTo>
                      <a:pt x="657797" y="494242"/>
                      <a:pt x="667703" y="477001"/>
                      <a:pt x="667703" y="477001"/>
                    </a:cubicBezTo>
                    <a:lnTo>
                      <a:pt x="1104995" y="399468"/>
                    </a:lnTo>
                  </a:path>
                </a:pathLst>
              </a:custGeom>
              <a:solidFill>
                <a:schemeClr val="accent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2" name="任意形状 328"/>
              <p:cNvSpPr/>
              <p:nvPr/>
            </p:nvSpPr>
            <p:spPr>
              <a:xfrm>
                <a:off x="9564402" y="1004158"/>
                <a:ext cx="95829" cy="387913"/>
              </a:xfrm>
              <a:custGeom>
                <a:avLst/>
                <a:gdLst>
                  <a:gd name="connsiteX0" fmla="*/ 0 w 61626"/>
                  <a:gd name="connsiteY0" fmla="*/ 0 h 249459"/>
                  <a:gd name="connsiteX1" fmla="*/ 16383 w 61626"/>
                  <a:gd name="connsiteY1" fmla="*/ 249460 h 249459"/>
                  <a:gd name="connsiteX2" fmla="*/ 61627 w 61626"/>
                  <a:gd name="connsiteY2" fmla="*/ 235172 h 249459"/>
                  <a:gd name="connsiteX3" fmla="*/ 0 w 61626"/>
                  <a:gd name="connsiteY3" fmla="*/ 0 h 249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626" h="249459">
                    <a:moveTo>
                      <a:pt x="0" y="0"/>
                    </a:moveTo>
                    <a:lnTo>
                      <a:pt x="16383" y="249460"/>
                    </a:lnTo>
                    <a:lnTo>
                      <a:pt x="61627" y="2351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55BC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3" name="任意形状 329"/>
              <p:cNvSpPr/>
              <p:nvPr/>
            </p:nvSpPr>
            <p:spPr>
              <a:xfrm>
                <a:off x="9826092" y="0"/>
                <a:ext cx="125570" cy="87198"/>
              </a:xfrm>
              <a:custGeom>
                <a:avLst/>
                <a:gdLst>
                  <a:gd name="connsiteX0" fmla="*/ 9086 w 125570"/>
                  <a:gd name="connsiteY0" fmla="*/ 0 h 87198"/>
                  <a:gd name="connsiteX1" fmla="*/ 120564 w 125570"/>
                  <a:gd name="connsiteY1" fmla="*/ 0 h 87198"/>
                  <a:gd name="connsiteX2" fmla="*/ 121039 w 125570"/>
                  <a:gd name="connsiteY2" fmla="*/ 531 h 87198"/>
                  <a:gd name="connsiteX3" fmla="*/ 103265 w 125570"/>
                  <a:gd name="connsiteY3" fmla="*/ 72812 h 87198"/>
                  <a:gd name="connsiteX4" fmla="*/ 28763 w 125570"/>
                  <a:gd name="connsiteY4" fmla="*/ 78144 h 87198"/>
                  <a:gd name="connsiteX5" fmla="*/ 28763 w 125570"/>
                  <a:gd name="connsiteY5" fmla="*/ 78293 h 87198"/>
                  <a:gd name="connsiteX6" fmla="*/ 2122 w 125570"/>
                  <a:gd name="connsiteY6" fmla="*/ 11696 h 87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70" h="87198">
                    <a:moveTo>
                      <a:pt x="9086" y="0"/>
                    </a:moveTo>
                    <a:lnTo>
                      <a:pt x="120564" y="0"/>
                    </a:lnTo>
                    <a:lnTo>
                      <a:pt x="121039" y="531"/>
                    </a:lnTo>
                    <a:cubicBezTo>
                      <a:pt x="131259" y="25119"/>
                      <a:pt x="123706" y="55779"/>
                      <a:pt x="103265" y="72812"/>
                    </a:cubicBezTo>
                    <a:cubicBezTo>
                      <a:pt x="82826" y="89845"/>
                      <a:pt x="51426" y="91920"/>
                      <a:pt x="28763" y="78144"/>
                    </a:cubicBezTo>
                    <a:lnTo>
                      <a:pt x="28763" y="78293"/>
                    </a:lnTo>
                    <a:cubicBezTo>
                      <a:pt x="3140" y="62667"/>
                      <a:pt x="-4155" y="35672"/>
                      <a:pt x="2122" y="11696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54" name="组合 12"/>
            <p:cNvGrpSpPr/>
            <p:nvPr/>
          </p:nvGrpSpPr>
          <p:grpSpPr>
            <a:xfrm>
              <a:off x="1264129" y="1153171"/>
              <a:ext cx="9651042" cy="4824396"/>
              <a:chOff x="1240543" y="962552"/>
              <a:chExt cx="9651042" cy="4824396"/>
            </a:xfrm>
          </p:grpSpPr>
          <p:sp>
            <p:nvSpPr>
              <p:cNvPr id="355" name="任意形状 307"/>
              <p:cNvSpPr/>
              <p:nvPr/>
            </p:nvSpPr>
            <p:spPr>
              <a:xfrm>
                <a:off x="1240543" y="1304832"/>
                <a:ext cx="9651042" cy="4482116"/>
              </a:xfrm>
              <a:custGeom>
                <a:avLst/>
                <a:gdLst>
                  <a:gd name="connsiteX0" fmla="*/ 0 w 8825621"/>
                  <a:gd name="connsiteY0" fmla="*/ 0 h 5372986"/>
                  <a:gd name="connsiteX1" fmla="*/ 8825621 w 8825621"/>
                  <a:gd name="connsiteY1" fmla="*/ 0 h 5372986"/>
                  <a:gd name="connsiteX2" fmla="*/ 8825621 w 8825621"/>
                  <a:gd name="connsiteY2" fmla="*/ 5372986 h 5372986"/>
                  <a:gd name="connsiteX3" fmla="*/ 0 w 8825621"/>
                  <a:gd name="connsiteY3" fmla="*/ 5372986 h 5372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25621" h="5372986">
                    <a:moveTo>
                      <a:pt x="0" y="0"/>
                    </a:moveTo>
                    <a:lnTo>
                      <a:pt x="8825621" y="0"/>
                    </a:lnTo>
                    <a:lnTo>
                      <a:pt x="8825621" y="5372986"/>
                    </a:lnTo>
                    <a:lnTo>
                      <a:pt x="0" y="5372986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356" name="任意形状 308"/>
              <p:cNvSpPr/>
              <p:nvPr/>
            </p:nvSpPr>
            <p:spPr>
              <a:xfrm>
                <a:off x="1240543" y="962552"/>
                <a:ext cx="9651042" cy="457846"/>
              </a:xfrm>
              <a:custGeom>
                <a:avLst/>
                <a:gdLst>
                  <a:gd name="connsiteX0" fmla="*/ 0 w 8825621"/>
                  <a:gd name="connsiteY0" fmla="*/ 0 h 696498"/>
                  <a:gd name="connsiteX1" fmla="*/ 8825621 w 8825621"/>
                  <a:gd name="connsiteY1" fmla="*/ 0 h 696498"/>
                  <a:gd name="connsiteX2" fmla="*/ 8825621 w 8825621"/>
                  <a:gd name="connsiteY2" fmla="*/ 696498 h 696498"/>
                  <a:gd name="connsiteX3" fmla="*/ 0 w 8825621"/>
                  <a:gd name="connsiteY3" fmla="*/ 696498 h 696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25621" h="696498">
                    <a:moveTo>
                      <a:pt x="0" y="0"/>
                    </a:moveTo>
                    <a:lnTo>
                      <a:pt x="8825621" y="0"/>
                    </a:lnTo>
                    <a:lnTo>
                      <a:pt x="8825621" y="696498"/>
                    </a:lnTo>
                    <a:lnTo>
                      <a:pt x="0" y="696498"/>
                    </a:lnTo>
                    <a:close/>
                  </a:path>
                </a:pathLst>
              </a:custGeom>
              <a:solidFill>
                <a:schemeClr val="accent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7" name="任意形状 309"/>
              <p:cNvSpPr/>
              <p:nvPr/>
            </p:nvSpPr>
            <p:spPr>
              <a:xfrm>
                <a:off x="1607520" y="1071052"/>
                <a:ext cx="224360" cy="224360"/>
              </a:xfrm>
              <a:custGeom>
                <a:avLst/>
                <a:gdLst>
                  <a:gd name="connsiteX0" fmla="*/ 318399 w 318398"/>
                  <a:gd name="connsiteY0" fmla="*/ 159200 h 318399"/>
                  <a:gd name="connsiteX1" fmla="*/ 159199 w 318398"/>
                  <a:gd name="connsiteY1" fmla="*/ 318399 h 318399"/>
                  <a:gd name="connsiteX2" fmla="*/ 0 w 318398"/>
                  <a:gd name="connsiteY2" fmla="*/ 159200 h 318399"/>
                  <a:gd name="connsiteX3" fmla="*/ 159199 w 318398"/>
                  <a:gd name="connsiteY3" fmla="*/ 0 h 318399"/>
                  <a:gd name="connsiteX4" fmla="*/ 318399 w 318398"/>
                  <a:gd name="connsiteY4" fmla="*/ 159200 h 318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8398" h="318399">
                    <a:moveTo>
                      <a:pt x="318399" y="159200"/>
                    </a:moveTo>
                    <a:cubicBezTo>
                      <a:pt x="318399" y="247123"/>
                      <a:pt x="247123" y="318399"/>
                      <a:pt x="159199" y="318399"/>
                    </a:cubicBezTo>
                    <a:cubicBezTo>
                      <a:pt x="71276" y="318399"/>
                      <a:pt x="0" y="247123"/>
                      <a:pt x="0" y="159200"/>
                    </a:cubicBezTo>
                    <a:cubicBezTo>
                      <a:pt x="0" y="71276"/>
                      <a:pt x="71276" y="0"/>
                      <a:pt x="159199" y="0"/>
                    </a:cubicBezTo>
                    <a:cubicBezTo>
                      <a:pt x="247123" y="0"/>
                      <a:pt x="318399" y="71276"/>
                      <a:pt x="318399" y="15920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8" name="任意形状 310"/>
              <p:cNvSpPr/>
              <p:nvPr/>
            </p:nvSpPr>
            <p:spPr>
              <a:xfrm>
                <a:off x="2086677" y="1071052"/>
                <a:ext cx="224360" cy="224360"/>
              </a:xfrm>
              <a:custGeom>
                <a:avLst/>
                <a:gdLst>
                  <a:gd name="connsiteX0" fmla="*/ 318399 w 318398"/>
                  <a:gd name="connsiteY0" fmla="*/ 159200 h 318399"/>
                  <a:gd name="connsiteX1" fmla="*/ 159199 w 318398"/>
                  <a:gd name="connsiteY1" fmla="*/ 318399 h 318399"/>
                  <a:gd name="connsiteX2" fmla="*/ 0 w 318398"/>
                  <a:gd name="connsiteY2" fmla="*/ 159200 h 318399"/>
                  <a:gd name="connsiteX3" fmla="*/ 159199 w 318398"/>
                  <a:gd name="connsiteY3" fmla="*/ 0 h 318399"/>
                  <a:gd name="connsiteX4" fmla="*/ 318399 w 318398"/>
                  <a:gd name="connsiteY4" fmla="*/ 159200 h 318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8398" h="318399">
                    <a:moveTo>
                      <a:pt x="318399" y="159200"/>
                    </a:moveTo>
                    <a:cubicBezTo>
                      <a:pt x="318399" y="247123"/>
                      <a:pt x="247123" y="318399"/>
                      <a:pt x="159199" y="318399"/>
                    </a:cubicBezTo>
                    <a:cubicBezTo>
                      <a:pt x="71276" y="318399"/>
                      <a:pt x="0" y="247123"/>
                      <a:pt x="0" y="159200"/>
                    </a:cubicBezTo>
                    <a:cubicBezTo>
                      <a:pt x="0" y="71276"/>
                      <a:pt x="71276" y="0"/>
                      <a:pt x="159199" y="0"/>
                    </a:cubicBezTo>
                    <a:cubicBezTo>
                      <a:pt x="247123" y="0"/>
                      <a:pt x="318399" y="71276"/>
                      <a:pt x="318399" y="1592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9" name="任意形状 311"/>
              <p:cNvSpPr/>
              <p:nvPr/>
            </p:nvSpPr>
            <p:spPr>
              <a:xfrm>
                <a:off x="2565834" y="1071052"/>
                <a:ext cx="224360" cy="224360"/>
              </a:xfrm>
              <a:custGeom>
                <a:avLst/>
                <a:gdLst>
                  <a:gd name="connsiteX0" fmla="*/ 318399 w 318398"/>
                  <a:gd name="connsiteY0" fmla="*/ 159200 h 318399"/>
                  <a:gd name="connsiteX1" fmla="*/ 159199 w 318398"/>
                  <a:gd name="connsiteY1" fmla="*/ 318399 h 318399"/>
                  <a:gd name="connsiteX2" fmla="*/ 0 w 318398"/>
                  <a:gd name="connsiteY2" fmla="*/ 159200 h 318399"/>
                  <a:gd name="connsiteX3" fmla="*/ 159199 w 318398"/>
                  <a:gd name="connsiteY3" fmla="*/ 0 h 318399"/>
                  <a:gd name="connsiteX4" fmla="*/ 318399 w 318398"/>
                  <a:gd name="connsiteY4" fmla="*/ 159200 h 318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8398" h="318399">
                    <a:moveTo>
                      <a:pt x="318399" y="159200"/>
                    </a:moveTo>
                    <a:cubicBezTo>
                      <a:pt x="318399" y="247123"/>
                      <a:pt x="247123" y="318399"/>
                      <a:pt x="159199" y="318399"/>
                    </a:cubicBezTo>
                    <a:cubicBezTo>
                      <a:pt x="71276" y="318399"/>
                      <a:pt x="0" y="247123"/>
                      <a:pt x="0" y="159200"/>
                    </a:cubicBezTo>
                    <a:cubicBezTo>
                      <a:pt x="0" y="71276"/>
                      <a:pt x="71276" y="0"/>
                      <a:pt x="159199" y="0"/>
                    </a:cubicBezTo>
                    <a:cubicBezTo>
                      <a:pt x="247123" y="0"/>
                      <a:pt x="318399" y="71276"/>
                      <a:pt x="318399" y="15920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pic>
          <p:nvPicPr>
            <p:cNvPr id="360" name="图形 13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4601" y="2226251"/>
              <a:ext cx="3318425" cy="4605108"/>
            </a:xfrm>
            <a:prstGeom prst="rect">
              <a:avLst/>
            </a:prstGeom>
          </p:spPr>
        </p:pic>
        <p:grpSp>
          <p:nvGrpSpPr>
            <p:cNvPr id="361" name="组合 18"/>
            <p:cNvGrpSpPr/>
            <p:nvPr/>
          </p:nvGrpSpPr>
          <p:grpSpPr>
            <a:xfrm>
              <a:off x="555911" y="2109846"/>
              <a:ext cx="2449042" cy="4574280"/>
              <a:chOff x="555911" y="2109846"/>
              <a:chExt cx="2449042" cy="4574280"/>
            </a:xfrm>
          </p:grpSpPr>
          <p:grpSp>
            <p:nvGrpSpPr>
              <p:cNvPr id="362" name="组合 275"/>
              <p:cNvGrpSpPr/>
              <p:nvPr/>
            </p:nvGrpSpPr>
            <p:grpSpPr>
              <a:xfrm>
                <a:off x="2664898" y="3263968"/>
                <a:ext cx="340055" cy="380389"/>
                <a:chOff x="2664898" y="3263968"/>
                <a:chExt cx="340055" cy="380389"/>
              </a:xfrm>
            </p:grpSpPr>
            <p:sp>
              <p:nvSpPr>
                <p:cNvPr id="363" name="任意形状 303"/>
                <p:cNvSpPr/>
                <p:nvPr/>
              </p:nvSpPr>
              <p:spPr>
                <a:xfrm>
                  <a:off x="2664898" y="3263968"/>
                  <a:ext cx="340055" cy="380389"/>
                </a:xfrm>
                <a:custGeom>
                  <a:avLst/>
                  <a:gdLst>
                    <a:gd name="connsiteX0" fmla="*/ 149274 w 340055"/>
                    <a:gd name="connsiteY0" fmla="*/ 97888 h 380389"/>
                    <a:gd name="connsiteX1" fmla="*/ 147815 w 340055"/>
                    <a:gd name="connsiteY1" fmla="*/ 804 h 380389"/>
                    <a:gd name="connsiteX2" fmla="*/ 83146 w 340055"/>
                    <a:gd name="connsiteY2" fmla="*/ 77628 h 380389"/>
                    <a:gd name="connsiteX3" fmla="*/ 0 w 340055"/>
                    <a:gd name="connsiteY3" fmla="*/ 173579 h 380389"/>
                    <a:gd name="connsiteX4" fmla="*/ 147653 w 340055"/>
                    <a:gd name="connsiteY4" fmla="*/ 380390 h 380389"/>
                    <a:gd name="connsiteX5" fmla="*/ 339877 w 340055"/>
                    <a:gd name="connsiteY5" fmla="*/ 152184 h 380389"/>
                    <a:gd name="connsiteX6" fmla="*/ 319293 w 340055"/>
                    <a:gd name="connsiteY6" fmla="*/ 134518 h 380389"/>
                    <a:gd name="connsiteX7" fmla="*/ 338743 w 340055"/>
                    <a:gd name="connsiteY7" fmla="*/ 100806 h 380389"/>
                    <a:gd name="connsiteX8" fmla="*/ 318159 w 340055"/>
                    <a:gd name="connsiteY8" fmla="*/ 83139 h 380389"/>
                    <a:gd name="connsiteX9" fmla="*/ 317834 w 340055"/>
                    <a:gd name="connsiteY9" fmla="*/ 51048 h 380389"/>
                    <a:gd name="connsiteX10" fmla="*/ 149112 w 340055"/>
                    <a:gd name="connsiteY10" fmla="*/ 97888 h 3803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40055" h="380389">
                      <a:moveTo>
                        <a:pt x="149274" y="97888"/>
                      </a:moveTo>
                      <a:cubicBezTo>
                        <a:pt x="171154" y="64662"/>
                        <a:pt x="183634" y="8097"/>
                        <a:pt x="147815" y="804"/>
                      </a:cubicBezTo>
                      <a:cubicBezTo>
                        <a:pt x="110375" y="-6814"/>
                        <a:pt x="108268" y="41323"/>
                        <a:pt x="83146" y="77628"/>
                      </a:cubicBezTo>
                      <a:cubicBezTo>
                        <a:pt x="58186" y="113934"/>
                        <a:pt x="0" y="173579"/>
                        <a:pt x="0" y="173579"/>
                      </a:cubicBezTo>
                      <a:lnTo>
                        <a:pt x="147653" y="380390"/>
                      </a:lnTo>
                      <a:cubicBezTo>
                        <a:pt x="147653" y="380390"/>
                        <a:pt x="346847" y="186707"/>
                        <a:pt x="339877" y="152184"/>
                      </a:cubicBezTo>
                      <a:cubicBezTo>
                        <a:pt x="335663" y="131438"/>
                        <a:pt x="319293" y="134518"/>
                        <a:pt x="319293" y="134518"/>
                      </a:cubicBezTo>
                      <a:cubicBezTo>
                        <a:pt x="319293" y="134518"/>
                        <a:pt x="341822" y="117338"/>
                        <a:pt x="338743" y="100806"/>
                      </a:cubicBezTo>
                      <a:cubicBezTo>
                        <a:pt x="335663" y="84274"/>
                        <a:pt x="318159" y="83139"/>
                        <a:pt x="318159" y="83139"/>
                      </a:cubicBezTo>
                      <a:cubicBezTo>
                        <a:pt x="318159" y="83139"/>
                        <a:pt x="335501" y="65473"/>
                        <a:pt x="317834" y="51048"/>
                      </a:cubicBezTo>
                      <a:cubicBezTo>
                        <a:pt x="298709" y="35164"/>
                        <a:pt x="222209" y="64176"/>
                        <a:pt x="149112" y="97888"/>
                      </a:cubicBezTo>
                      <a:close/>
                    </a:path>
                  </a:pathLst>
                </a:custGeom>
                <a:solidFill>
                  <a:srgbClr val="FFB78F"/>
                </a:solidFill>
                <a:ln w="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/>
                  <a:endParaRPr lang="zh-CN" altLang="en-US"/>
                </a:p>
              </p:txBody>
            </p:sp>
            <p:sp>
              <p:nvSpPr>
                <p:cNvPr id="364" name="任意形状 304"/>
                <p:cNvSpPr/>
                <p:nvPr/>
              </p:nvSpPr>
              <p:spPr>
                <a:xfrm>
                  <a:off x="2871709" y="3339327"/>
                  <a:ext cx="113454" cy="60941"/>
                </a:xfrm>
                <a:custGeom>
                  <a:avLst/>
                  <a:gdLst>
                    <a:gd name="connsiteX0" fmla="*/ 8428 w 113454"/>
                    <a:gd name="connsiteY0" fmla="*/ 60941 h 60941"/>
                    <a:gd name="connsiteX1" fmla="*/ 0 w 113454"/>
                    <a:gd name="connsiteY1" fmla="*/ 47165 h 60941"/>
                    <a:gd name="connsiteX2" fmla="*/ 109726 w 113454"/>
                    <a:gd name="connsiteY2" fmla="*/ 0 h 60941"/>
                    <a:gd name="connsiteX3" fmla="*/ 113454 w 113454"/>
                    <a:gd name="connsiteY3" fmla="*/ 15722 h 60941"/>
                    <a:gd name="connsiteX4" fmla="*/ 8590 w 113454"/>
                    <a:gd name="connsiteY4" fmla="*/ 60941 h 60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3454" h="60941">
                      <a:moveTo>
                        <a:pt x="8428" y="60941"/>
                      </a:moveTo>
                      <a:lnTo>
                        <a:pt x="0" y="47165"/>
                      </a:lnTo>
                      <a:cubicBezTo>
                        <a:pt x="56241" y="12642"/>
                        <a:pt x="107620" y="486"/>
                        <a:pt x="109726" y="0"/>
                      </a:cubicBezTo>
                      <a:lnTo>
                        <a:pt x="113454" y="15722"/>
                      </a:lnTo>
                      <a:cubicBezTo>
                        <a:pt x="113454" y="15722"/>
                        <a:pt x="62562" y="27877"/>
                        <a:pt x="8590" y="6094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65" name="任意形状 305"/>
                <p:cNvSpPr/>
                <p:nvPr/>
              </p:nvSpPr>
              <p:spPr>
                <a:xfrm>
                  <a:off x="2895859" y="3391030"/>
                  <a:ext cx="91574" cy="58185"/>
                </a:xfrm>
                <a:custGeom>
                  <a:avLst/>
                  <a:gdLst>
                    <a:gd name="connsiteX0" fmla="*/ 8752 w 91574"/>
                    <a:gd name="connsiteY0" fmla="*/ 58186 h 58185"/>
                    <a:gd name="connsiteX1" fmla="*/ 0 w 91574"/>
                    <a:gd name="connsiteY1" fmla="*/ 44571 h 58185"/>
                    <a:gd name="connsiteX2" fmla="*/ 85253 w 91574"/>
                    <a:gd name="connsiteY2" fmla="*/ 0 h 58185"/>
                    <a:gd name="connsiteX3" fmla="*/ 91574 w 91574"/>
                    <a:gd name="connsiteY3" fmla="*/ 14911 h 58185"/>
                    <a:gd name="connsiteX4" fmla="*/ 8590 w 91574"/>
                    <a:gd name="connsiteY4" fmla="*/ 58186 h 58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574" h="58185">
                      <a:moveTo>
                        <a:pt x="8752" y="58186"/>
                      </a:moveTo>
                      <a:lnTo>
                        <a:pt x="0" y="44571"/>
                      </a:lnTo>
                      <a:cubicBezTo>
                        <a:pt x="38413" y="20098"/>
                        <a:pt x="83470" y="810"/>
                        <a:pt x="85253" y="0"/>
                      </a:cubicBezTo>
                      <a:lnTo>
                        <a:pt x="91574" y="14911"/>
                      </a:lnTo>
                      <a:cubicBezTo>
                        <a:pt x="91574" y="14911"/>
                        <a:pt x="46030" y="34361"/>
                        <a:pt x="8590" y="5818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66" name="任意形状 306"/>
                <p:cNvSpPr/>
                <p:nvPr/>
              </p:nvSpPr>
              <p:spPr>
                <a:xfrm>
                  <a:off x="2768304" y="3389409"/>
                  <a:ext cx="32782" cy="93032"/>
                </a:xfrm>
                <a:custGeom>
                  <a:avLst/>
                  <a:gdLst>
                    <a:gd name="connsiteX0" fmla="*/ 12480 w 32782"/>
                    <a:gd name="connsiteY0" fmla="*/ 93033 h 93032"/>
                    <a:gd name="connsiteX1" fmla="*/ 0 w 32782"/>
                    <a:gd name="connsiteY1" fmla="*/ 82660 h 93032"/>
                    <a:gd name="connsiteX2" fmla="*/ 10859 w 32782"/>
                    <a:gd name="connsiteY2" fmla="*/ 6321 h 93032"/>
                    <a:gd name="connsiteX3" fmla="*/ 25770 w 32782"/>
                    <a:gd name="connsiteY3" fmla="*/ 0 h 93032"/>
                    <a:gd name="connsiteX4" fmla="*/ 12480 w 32782"/>
                    <a:gd name="connsiteY4" fmla="*/ 93033 h 93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82" h="93032">
                      <a:moveTo>
                        <a:pt x="12480" y="93033"/>
                      </a:moveTo>
                      <a:lnTo>
                        <a:pt x="0" y="82660"/>
                      </a:lnTo>
                      <a:cubicBezTo>
                        <a:pt x="17180" y="61752"/>
                        <a:pt x="21556" y="31119"/>
                        <a:pt x="10859" y="6321"/>
                      </a:cubicBezTo>
                      <a:lnTo>
                        <a:pt x="25770" y="0"/>
                      </a:lnTo>
                      <a:cubicBezTo>
                        <a:pt x="38737" y="30146"/>
                        <a:pt x="33388" y="67586"/>
                        <a:pt x="12480" y="9303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67" name="任意形状 276"/>
              <p:cNvSpPr/>
              <p:nvPr/>
            </p:nvSpPr>
            <p:spPr>
              <a:xfrm>
                <a:off x="1332457" y="2527480"/>
                <a:ext cx="392552" cy="604063"/>
              </a:xfrm>
              <a:custGeom>
                <a:avLst/>
                <a:gdLst>
                  <a:gd name="connsiteX0" fmla="*/ 392552 w 392552"/>
                  <a:gd name="connsiteY0" fmla="*/ 480885 h 604063"/>
                  <a:gd name="connsiteX1" fmla="*/ 233068 w 392552"/>
                  <a:gd name="connsiteY1" fmla="*/ 604064 h 604063"/>
                  <a:gd name="connsiteX2" fmla="*/ 0 w 392552"/>
                  <a:gd name="connsiteY2" fmla="*/ 497093 h 604063"/>
                  <a:gd name="connsiteX3" fmla="*/ 64993 w 392552"/>
                  <a:gd name="connsiteY3" fmla="*/ 0 h 604063"/>
                  <a:gd name="connsiteX4" fmla="*/ 244089 w 392552"/>
                  <a:gd name="connsiteY4" fmla="*/ 104540 h 604063"/>
                  <a:gd name="connsiteX5" fmla="*/ 338580 w 392552"/>
                  <a:gd name="connsiteY5" fmla="*/ 159809 h 604063"/>
                  <a:gd name="connsiteX6" fmla="*/ 343767 w 392552"/>
                  <a:gd name="connsiteY6" fmla="*/ 297413 h 604063"/>
                  <a:gd name="connsiteX7" fmla="*/ 346846 w 392552"/>
                  <a:gd name="connsiteY7" fmla="*/ 379910 h 604063"/>
                  <a:gd name="connsiteX8" fmla="*/ 392552 w 392552"/>
                  <a:gd name="connsiteY8" fmla="*/ 480885 h 604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2552" h="604063">
                    <a:moveTo>
                      <a:pt x="392552" y="480885"/>
                    </a:moveTo>
                    <a:lnTo>
                      <a:pt x="233068" y="604064"/>
                    </a:lnTo>
                    <a:lnTo>
                      <a:pt x="0" y="497093"/>
                    </a:lnTo>
                    <a:lnTo>
                      <a:pt x="64993" y="0"/>
                    </a:lnTo>
                    <a:lnTo>
                      <a:pt x="244089" y="104540"/>
                    </a:lnTo>
                    <a:lnTo>
                      <a:pt x="338580" y="159809"/>
                    </a:lnTo>
                    <a:lnTo>
                      <a:pt x="343767" y="297413"/>
                    </a:lnTo>
                    <a:lnTo>
                      <a:pt x="346846" y="379910"/>
                    </a:lnTo>
                    <a:lnTo>
                      <a:pt x="392552" y="480885"/>
                    </a:lnTo>
                    <a:close/>
                  </a:path>
                </a:pathLst>
              </a:custGeom>
              <a:solidFill>
                <a:srgbClr val="FFB78F"/>
              </a:solidFill>
              <a:ln w="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368" name="任意形状 277"/>
              <p:cNvSpPr/>
              <p:nvPr/>
            </p:nvSpPr>
            <p:spPr>
              <a:xfrm>
                <a:off x="1511715" y="2632020"/>
                <a:ext cx="164508" cy="192872"/>
              </a:xfrm>
              <a:custGeom>
                <a:avLst/>
                <a:gdLst>
                  <a:gd name="connsiteX0" fmla="*/ 64831 w 164508"/>
                  <a:gd name="connsiteY0" fmla="*/ 0 h 192872"/>
                  <a:gd name="connsiteX1" fmla="*/ 159322 w 164508"/>
                  <a:gd name="connsiteY1" fmla="*/ 55269 h 192872"/>
                  <a:gd name="connsiteX2" fmla="*/ 164509 w 164508"/>
                  <a:gd name="connsiteY2" fmla="*/ 192873 h 192872"/>
                  <a:gd name="connsiteX3" fmla="*/ 0 w 164508"/>
                  <a:gd name="connsiteY3" fmla="*/ 41006 h 192872"/>
                  <a:gd name="connsiteX4" fmla="*/ 64993 w 164508"/>
                  <a:gd name="connsiteY4" fmla="*/ 0 h 192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4508" h="192872">
                    <a:moveTo>
                      <a:pt x="64831" y="0"/>
                    </a:moveTo>
                    <a:lnTo>
                      <a:pt x="159322" y="55269"/>
                    </a:lnTo>
                    <a:lnTo>
                      <a:pt x="164509" y="192873"/>
                    </a:lnTo>
                    <a:cubicBezTo>
                      <a:pt x="92384" y="166940"/>
                      <a:pt x="30471" y="111672"/>
                      <a:pt x="0" y="41006"/>
                    </a:cubicBezTo>
                    <a:cubicBezTo>
                      <a:pt x="22205" y="27229"/>
                      <a:pt x="43113" y="13777"/>
                      <a:pt x="64993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9" name="任意形状 278"/>
              <p:cNvSpPr/>
              <p:nvPr/>
            </p:nvSpPr>
            <p:spPr>
              <a:xfrm>
                <a:off x="1356107" y="2109846"/>
                <a:ext cx="473455" cy="635195"/>
              </a:xfrm>
              <a:custGeom>
                <a:avLst/>
                <a:gdLst>
                  <a:gd name="connsiteX0" fmla="*/ 418012 w 473455"/>
                  <a:gd name="connsiteY0" fmla="*/ 569177 h 635195"/>
                  <a:gd name="connsiteX1" fmla="*/ 139725 w 473455"/>
                  <a:gd name="connsiteY1" fmla="*/ 583926 h 635195"/>
                  <a:gd name="connsiteX2" fmla="*/ 19301 w 473455"/>
                  <a:gd name="connsiteY2" fmla="*/ 350534 h 635195"/>
                  <a:gd name="connsiteX3" fmla="*/ 8280 w 473455"/>
                  <a:gd name="connsiteY3" fmla="*/ 328978 h 635195"/>
                  <a:gd name="connsiteX4" fmla="*/ 1310 w 473455"/>
                  <a:gd name="connsiteY4" fmla="*/ 315363 h 635195"/>
                  <a:gd name="connsiteX5" fmla="*/ 662 w 473455"/>
                  <a:gd name="connsiteY5" fmla="*/ 306935 h 635195"/>
                  <a:gd name="connsiteX6" fmla="*/ 14 w 473455"/>
                  <a:gd name="connsiteY6" fmla="*/ 288134 h 635195"/>
                  <a:gd name="connsiteX7" fmla="*/ 45395 w 473455"/>
                  <a:gd name="connsiteY7" fmla="*/ 106445 h 635195"/>
                  <a:gd name="connsiteX8" fmla="*/ 223681 w 473455"/>
                  <a:gd name="connsiteY8" fmla="*/ 1094 h 635195"/>
                  <a:gd name="connsiteX9" fmla="*/ 402615 w 473455"/>
                  <a:gd name="connsiteY9" fmla="*/ 105472 h 635195"/>
                  <a:gd name="connsiteX10" fmla="*/ 407477 w 473455"/>
                  <a:gd name="connsiteY10" fmla="*/ 113576 h 635195"/>
                  <a:gd name="connsiteX11" fmla="*/ 428223 w 473455"/>
                  <a:gd name="connsiteY11" fmla="*/ 154420 h 635195"/>
                  <a:gd name="connsiteX12" fmla="*/ 418174 w 473455"/>
                  <a:gd name="connsiteY12" fmla="*/ 569177 h 635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73455" h="635195">
                    <a:moveTo>
                      <a:pt x="418012" y="569177"/>
                    </a:moveTo>
                    <a:cubicBezTo>
                      <a:pt x="291916" y="708564"/>
                      <a:pt x="139725" y="583926"/>
                      <a:pt x="139725" y="583926"/>
                    </a:cubicBezTo>
                    <a:lnTo>
                      <a:pt x="19301" y="350534"/>
                    </a:lnTo>
                    <a:lnTo>
                      <a:pt x="8280" y="328978"/>
                    </a:lnTo>
                    <a:lnTo>
                      <a:pt x="1310" y="315363"/>
                    </a:lnTo>
                    <a:cubicBezTo>
                      <a:pt x="1310" y="315363"/>
                      <a:pt x="986" y="312446"/>
                      <a:pt x="662" y="306935"/>
                    </a:cubicBezTo>
                    <a:cubicBezTo>
                      <a:pt x="338" y="302397"/>
                      <a:pt x="14" y="295914"/>
                      <a:pt x="14" y="288134"/>
                    </a:cubicBezTo>
                    <a:cubicBezTo>
                      <a:pt x="-311" y="248101"/>
                      <a:pt x="4876" y="171114"/>
                      <a:pt x="45395" y="106445"/>
                    </a:cubicBezTo>
                    <a:cubicBezTo>
                      <a:pt x="77649" y="55066"/>
                      <a:pt x="132107" y="11629"/>
                      <a:pt x="223681" y="1094"/>
                    </a:cubicBezTo>
                    <a:cubicBezTo>
                      <a:pt x="299858" y="-7658"/>
                      <a:pt x="360312" y="36913"/>
                      <a:pt x="402615" y="105472"/>
                    </a:cubicBezTo>
                    <a:cubicBezTo>
                      <a:pt x="404236" y="108066"/>
                      <a:pt x="405856" y="110821"/>
                      <a:pt x="407477" y="113576"/>
                    </a:cubicBezTo>
                    <a:cubicBezTo>
                      <a:pt x="414933" y="126542"/>
                      <a:pt x="421902" y="140157"/>
                      <a:pt x="428223" y="154420"/>
                    </a:cubicBezTo>
                    <a:cubicBezTo>
                      <a:pt x="489488" y="293645"/>
                      <a:pt x="490785" y="488786"/>
                      <a:pt x="418174" y="569177"/>
                    </a:cubicBezTo>
                    <a:close/>
                  </a:path>
                </a:pathLst>
              </a:custGeom>
              <a:solidFill>
                <a:srgbClr val="FFB78F"/>
              </a:solidFill>
              <a:ln w="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370" name="任意形状 279"/>
              <p:cNvSpPr/>
              <p:nvPr/>
            </p:nvSpPr>
            <p:spPr>
              <a:xfrm>
                <a:off x="1680600" y="2394900"/>
                <a:ext cx="37185" cy="143114"/>
              </a:xfrm>
              <a:custGeom>
                <a:avLst/>
                <a:gdLst>
                  <a:gd name="connsiteX0" fmla="*/ 9401 w 37185"/>
                  <a:gd name="connsiteY0" fmla="*/ 143115 h 143114"/>
                  <a:gd name="connsiteX1" fmla="*/ 7618 w 37185"/>
                  <a:gd name="connsiteY1" fmla="*/ 127069 h 143114"/>
                  <a:gd name="connsiteX2" fmla="*/ 18153 w 37185"/>
                  <a:gd name="connsiteY2" fmla="*/ 120910 h 143114"/>
                  <a:gd name="connsiteX3" fmla="*/ 20746 w 37185"/>
                  <a:gd name="connsiteY3" fmla="*/ 108916 h 143114"/>
                  <a:gd name="connsiteX4" fmla="*/ 0 w 37185"/>
                  <a:gd name="connsiteY4" fmla="*/ 3079 h 143114"/>
                  <a:gd name="connsiteX5" fmla="*/ 15884 w 37185"/>
                  <a:gd name="connsiteY5" fmla="*/ 0 h 143114"/>
                  <a:gd name="connsiteX6" fmla="*/ 36630 w 37185"/>
                  <a:gd name="connsiteY6" fmla="*/ 105837 h 143114"/>
                  <a:gd name="connsiteX7" fmla="*/ 31119 w 37185"/>
                  <a:gd name="connsiteY7" fmla="*/ 130473 h 143114"/>
                  <a:gd name="connsiteX8" fmla="*/ 9238 w 37185"/>
                  <a:gd name="connsiteY8" fmla="*/ 143115 h 143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185" h="143114">
                    <a:moveTo>
                      <a:pt x="9401" y="143115"/>
                    </a:moveTo>
                    <a:lnTo>
                      <a:pt x="7618" y="127069"/>
                    </a:lnTo>
                    <a:cubicBezTo>
                      <a:pt x="11832" y="126583"/>
                      <a:pt x="15722" y="124314"/>
                      <a:pt x="18153" y="120910"/>
                    </a:cubicBezTo>
                    <a:cubicBezTo>
                      <a:pt x="20746" y="117344"/>
                      <a:pt x="21718" y="113130"/>
                      <a:pt x="20746" y="108916"/>
                    </a:cubicBezTo>
                    <a:lnTo>
                      <a:pt x="0" y="3079"/>
                    </a:lnTo>
                    <a:lnTo>
                      <a:pt x="15884" y="0"/>
                    </a:lnTo>
                    <a:lnTo>
                      <a:pt x="36630" y="105837"/>
                    </a:lnTo>
                    <a:cubicBezTo>
                      <a:pt x="38250" y="114427"/>
                      <a:pt x="36305" y="123503"/>
                      <a:pt x="31119" y="130473"/>
                    </a:cubicBezTo>
                    <a:cubicBezTo>
                      <a:pt x="25932" y="137442"/>
                      <a:pt x="17991" y="142142"/>
                      <a:pt x="9238" y="143115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1" name="任意形状 280"/>
              <p:cNvSpPr/>
              <p:nvPr/>
            </p:nvSpPr>
            <p:spPr>
              <a:xfrm>
                <a:off x="1588882" y="2402308"/>
                <a:ext cx="21196" cy="29432"/>
              </a:xfrm>
              <a:custGeom>
                <a:avLst/>
                <a:gdLst>
                  <a:gd name="connsiteX0" fmla="*/ 21052 w 21196"/>
                  <a:gd name="connsiteY0" fmla="*/ 13500 h 29432"/>
                  <a:gd name="connsiteX1" fmla="*/ 12300 w 21196"/>
                  <a:gd name="connsiteY1" fmla="*/ 29384 h 29432"/>
                  <a:gd name="connsiteX2" fmla="*/ 144 w 21196"/>
                  <a:gd name="connsiteY2" fmla="*/ 15932 h 29432"/>
                  <a:gd name="connsiteX3" fmla="*/ 8897 w 21196"/>
                  <a:gd name="connsiteY3" fmla="*/ 48 h 29432"/>
                  <a:gd name="connsiteX4" fmla="*/ 21052 w 21196"/>
                  <a:gd name="connsiteY4" fmla="*/ 13500 h 29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196" h="29432">
                    <a:moveTo>
                      <a:pt x="21052" y="13500"/>
                    </a:moveTo>
                    <a:cubicBezTo>
                      <a:pt x="22025" y="21604"/>
                      <a:pt x="17973" y="28736"/>
                      <a:pt x="12300" y="29384"/>
                    </a:cubicBezTo>
                    <a:cubicBezTo>
                      <a:pt x="6465" y="30032"/>
                      <a:pt x="1117" y="24035"/>
                      <a:pt x="144" y="15932"/>
                    </a:cubicBezTo>
                    <a:cubicBezTo>
                      <a:pt x="-828" y="7828"/>
                      <a:pt x="3224" y="696"/>
                      <a:pt x="8897" y="48"/>
                    </a:cubicBezTo>
                    <a:cubicBezTo>
                      <a:pt x="14731" y="-600"/>
                      <a:pt x="20080" y="5397"/>
                      <a:pt x="21052" y="13500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2" name="任意形状 281"/>
              <p:cNvSpPr/>
              <p:nvPr/>
            </p:nvSpPr>
            <p:spPr>
              <a:xfrm>
                <a:off x="1748366" y="2383993"/>
                <a:ext cx="21196" cy="29432"/>
              </a:xfrm>
              <a:custGeom>
                <a:avLst/>
                <a:gdLst>
                  <a:gd name="connsiteX0" fmla="*/ 21052 w 21196"/>
                  <a:gd name="connsiteY0" fmla="*/ 13500 h 29432"/>
                  <a:gd name="connsiteX1" fmla="*/ 12300 w 21196"/>
                  <a:gd name="connsiteY1" fmla="*/ 29384 h 29432"/>
                  <a:gd name="connsiteX2" fmla="*/ 144 w 21196"/>
                  <a:gd name="connsiteY2" fmla="*/ 15932 h 29432"/>
                  <a:gd name="connsiteX3" fmla="*/ 8897 w 21196"/>
                  <a:gd name="connsiteY3" fmla="*/ 48 h 29432"/>
                  <a:gd name="connsiteX4" fmla="*/ 21052 w 21196"/>
                  <a:gd name="connsiteY4" fmla="*/ 13500 h 29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196" h="29432">
                    <a:moveTo>
                      <a:pt x="21052" y="13500"/>
                    </a:moveTo>
                    <a:cubicBezTo>
                      <a:pt x="22025" y="21604"/>
                      <a:pt x="17973" y="28736"/>
                      <a:pt x="12300" y="29384"/>
                    </a:cubicBezTo>
                    <a:cubicBezTo>
                      <a:pt x="6465" y="30032"/>
                      <a:pt x="1117" y="24035"/>
                      <a:pt x="144" y="15932"/>
                    </a:cubicBezTo>
                    <a:cubicBezTo>
                      <a:pt x="-828" y="7828"/>
                      <a:pt x="3224" y="696"/>
                      <a:pt x="8897" y="48"/>
                    </a:cubicBezTo>
                    <a:cubicBezTo>
                      <a:pt x="14731" y="-600"/>
                      <a:pt x="20080" y="5397"/>
                      <a:pt x="21052" y="13500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3" name="任意形状 282"/>
              <p:cNvSpPr/>
              <p:nvPr/>
            </p:nvSpPr>
            <p:spPr>
              <a:xfrm>
                <a:off x="1622963" y="2538987"/>
                <a:ext cx="40132" cy="40519"/>
              </a:xfrm>
              <a:custGeom>
                <a:avLst/>
                <a:gdLst>
                  <a:gd name="connsiteX0" fmla="*/ 38025 w 40132"/>
                  <a:gd name="connsiteY0" fmla="*/ 40519 h 40519"/>
                  <a:gd name="connsiteX1" fmla="*/ 10958 w 40132"/>
                  <a:gd name="connsiteY1" fmla="*/ 29174 h 40519"/>
                  <a:gd name="connsiteX2" fmla="*/ 99 w 40132"/>
                  <a:gd name="connsiteY2" fmla="*/ 0 h 40519"/>
                  <a:gd name="connsiteX3" fmla="*/ 16307 w 40132"/>
                  <a:gd name="connsiteY3" fmla="*/ 972 h 40519"/>
                  <a:gd name="connsiteX4" fmla="*/ 22628 w 40132"/>
                  <a:gd name="connsiteY4" fmla="*/ 17666 h 40519"/>
                  <a:gd name="connsiteX5" fmla="*/ 39322 w 40132"/>
                  <a:gd name="connsiteY5" fmla="*/ 24150 h 40519"/>
                  <a:gd name="connsiteX6" fmla="*/ 40132 w 40132"/>
                  <a:gd name="connsiteY6" fmla="*/ 40357 h 40519"/>
                  <a:gd name="connsiteX7" fmla="*/ 38187 w 40132"/>
                  <a:gd name="connsiteY7" fmla="*/ 40357 h 40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132" h="40519">
                    <a:moveTo>
                      <a:pt x="38025" y="40519"/>
                    </a:moveTo>
                    <a:cubicBezTo>
                      <a:pt x="27976" y="40519"/>
                      <a:pt x="17928" y="36305"/>
                      <a:pt x="10958" y="29174"/>
                    </a:cubicBezTo>
                    <a:cubicBezTo>
                      <a:pt x="3503" y="21556"/>
                      <a:pt x="-711" y="10697"/>
                      <a:pt x="99" y="0"/>
                    </a:cubicBezTo>
                    <a:lnTo>
                      <a:pt x="16307" y="972"/>
                    </a:lnTo>
                    <a:cubicBezTo>
                      <a:pt x="15983" y="7131"/>
                      <a:pt x="18252" y="13290"/>
                      <a:pt x="22628" y="17666"/>
                    </a:cubicBezTo>
                    <a:cubicBezTo>
                      <a:pt x="27004" y="22043"/>
                      <a:pt x="33163" y="24474"/>
                      <a:pt x="39322" y="24150"/>
                    </a:cubicBezTo>
                    <a:lnTo>
                      <a:pt x="40132" y="40357"/>
                    </a:lnTo>
                    <a:cubicBezTo>
                      <a:pt x="40132" y="40357"/>
                      <a:pt x="38836" y="40357"/>
                      <a:pt x="38187" y="40357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4" name="任意形状 283"/>
              <p:cNvSpPr/>
              <p:nvPr/>
            </p:nvSpPr>
            <p:spPr>
              <a:xfrm>
                <a:off x="1549099" y="2338005"/>
                <a:ext cx="79273" cy="39333"/>
              </a:xfrm>
              <a:custGeom>
                <a:avLst/>
                <a:gdLst>
                  <a:gd name="connsiteX0" fmla="*/ 15291 w 79273"/>
                  <a:gd name="connsiteY0" fmla="*/ 8758 h 39333"/>
                  <a:gd name="connsiteX1" fmla="*/ 3784 w 79273"/>
                  <a:gd name="connsiteY1" fmla="*/ 16537 h 39333"/>
                  <a:gd name="connsiteX2" fmla="*/ 542 w 79273"/>
                  <a:gd name="connsiteY2" fmla="*/ 29342 h 39333"/>
                  <a:gd name="connsiteX3" fmla="*/ 19667 w 79273"/>
                  <a:gd name="connsiteY3" fmla="*/ 39228 h 39333"/>
                  <a:gd name="connsiteX4" fmla="*/ 67804 w 79273"/>
                  <a:gd name="connsiteY4" fmla="*/ 28369 h 39333"/>
                  <a:gd name="connsiteX5" fmla="*/ 79150 w 79273"/>
                  <a:gd name="connsiteY5" fmla="*/ 16051 h 39333"/>
                  <a:gd name="connsiteX6" fmla="*/ 55973 w 79273"/>
                  <a:gd name="connsiteY6" fmla="*/ 6 h 39333"/>
                  <a:gd name="connsiteX7" fmla="*/ 15291 w 79273"/>
                  <a:gd name="connsiteY7" fmla="*/ 8920 h 39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273" h="39333">
                    <a:moveTo>
                      <a:pt x="15291" y="8758"/>
                    </a:moveTo>
                    <a:cubicBezTo>
                      <a:pt x="11077" y="10703"/>
                      <a:pt x="6863" y="12972"/>
                      <a:pt x="3784" y="16537"/>
                    </a:cubicBezTo>
                    <a:cubicBezTo>
                      <a:pt x="704" y="20103"/>
                      <a:pt x="-917" y="24966"/>
                      <a:pt x="542" y="29342"/>
                    </a:cubicBezTo>
                    <a:cubicBezTo>
                      <a:pt x="2811" y="36473"/>
                      <a:pt x="11887" y="38904"/>
                      <a:pt x="19667" y="39228"/>
                    </a:cubicBezTo>
                    <a:cubicBezTo>
                      <a:pt x="36199" y="40039"/>
                      <a:pt x="53055" y="36149"/>
                      <a:pt x="67804" y="28369"/>
                    </a:cubicBezTo>
                    <a:cubicBezTo>
                      <a:pt x="72991" y="25614"/>
                      <a:pt x="78501" y="21724"/>
                      <a:pt x="79150" y="16051"/>
                    </a:cubicBezTo>
                    <a:cubicBezTo>
                      <a:pt x="80933" y="2923"/>
                      <a:pt x="62942" y="6"/>
                      <a:pt x="55973" y="6"/>
                    </a:cubicBezTo>
                    <a:cubicBezTo>
                      <a:pt x="42196" y="-157"/>
                      <a:pt x="27771" y="3247"/>
                      <a:pt x="15291" y="8920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5" name="任意形状 284"/>
              <p:cNvSpPr/>
              <p:nvPr/>
            </p:nvSpPr>
            <p:spPr>
              <a:xfrm>
                <a:off x="1716788" y="2320720"/>
                <a:ext cx="70629" cy="31771"/>
              </a:xfrm>
              <a:custGeom>
                <a:avLst/>
                <a:gdLst>
                  <a:gd name="connsiteX0" fmla="*/ 16001 w 70629"/>
                  <a:gd name="connsiteY0" fmla="*/ 3028 h 31771"/>
                  <a:gd name="connsiteX1" fmla="*/ 4817 w 70629"/>
                  <a:gd name="connsiteY1" fmla="*/ 8052 h 31771"/>
                  <a:gd name="connsiteX2" fmla="*/ 117 w 70629"/>
                  <a:gd name="connsiteY2" fmla="*/ 18587 h 31771"/>
                  <a:gd name="connsiteX3" fmla="*/ 15190 w 70629"/>
                  <a:gd name="connsiteY3" fmla="*/ 29933 h 31771"/>
                  <a:gd name="connsiteX4" fmla="*/ 58465 w 70629"/>
                  <a:gd name="connsiteY4" fmla="*/ 27664 h 31771"/>
                  <a:gd name="connsiteX5" fmla="*/ 70135 w 70629"/>
                  <a:gd name="connsiteY5" fmla="*/ 18587 h 31771"/>
                  <a:gd name="connsiteX6" fmla="*/ 52468 w 70629"/>
                  <a:gd name="connsiteY6" fmla="*/ 1245 h 31771"/>
                  <a:gd name="connsiteX7" fmla="*/ 16001 w 70629"/>
                  <a:gd name="connsiteY7" fmla="*/ 3028 h 31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0629" h="31771">
                    <a:moveTo>
                      <a:pt x="16001" y="3028"/>
                    </a:moveTo>
                    <a:cubicBezTo>
                      <a:pt x="11949" y="4000"/>
                      <a:pt x="8059" y="5459"/>
                      <a:pt x="4817" y="8052"/>
                    </a:cubicBezTo>
                    <a:cubicBezTo>
                      <a:pt x="1576" y="10646"/>
                      <a:pt x="-531" y="14697"/>
                      <a:pt x="117" y="18587"/>
                    </a:cubicBezTo>
                    <a:cubicBezTo>
                      <a:pt x="1090" y="25070"/>
                      <a:pt x="8545" y="28474"/>
                      <a:pt x="15190" y="29933"/>
                    </a:cubicBezTo>
                    <a:cubicBezTo>
                      <a:pt x="29453" y="33012"/>
                      <a:pt x="44527" y="32202"/>
                      <a:pt x="58465" y="27664"/>
                    </a:cubicBezTo>
                    <a:cubicBezTo>
                      <a:pt x="63328" y="26043"/>
                      <a:pt x="68676" y="23450"/>
                      <a:pt x="70135" y="18587"/>
                    </a:cubicBezTo>
                    <a:cubicBezTo>
                      <a:pt x="73539" y="7404"/>
                      <a:pt x="58465" y="2380"/>
                      <a:pt x="52468" y="1245"/>
                    </a:cubicBezTo>
                    <a:cubicBezTo>
                      <a:pt x="40475" y="-1024"/>
                      <a:pt x="27670" y="-52"/>
                      <a:pt x="16001" y="3028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6" name="任意形状 285"/>
              <p:cNvSpPr/>
              <p:nvPr/>
            </p:nvSpPr>
            <p:spPr>
              <a:xfrm>
                <a:off x="1356107" y="2110008"/>
                <a:ext cx="402614" cy="288133"/>
              </a:xfrm>
              <a:custGeom>
                <a:avLst/>
                <a:gdLst>
                  <a:gd name="connsiteX0" fmla="*/ 402453 w 402614"/>
                  <a:gd name="connsiteY0" fmla="*/ 105310 h 288133"/>
                  <a:gd name="connsiteX1" fmla="*/ 293050 w 402614"/>
                  <a:gd name="connsiteY1" fmla="*/ 76947 h 288133"/>
                  <a:gd name="connsiteX2" fmla="*/ 234054 w 402614"/>
                  <a:gd name="connsiteY2" fmla="*/ 148909 h 288133"/>
                  <a:gd name="connsiteX3" fmla="*/ 141994 w 402614"/>
                  <a:gd name="connsiteY3" fmla="*/ 154744 h 288133"/>
                  <a:gd name="connsiteX4" fmla="*/ 87211 w 402614"/>
                  <a:gd name="connsiteY4" fmla="*/ 257987 h 288133"/>
                  <a:gd name="connsiteX5" fmla="*/ 14 w 402614"/>
                  <a:gd name="connsiteY5" fmla="*/ 288134 h 288133"/>
                  <a:gd name="connsiteX6" fmla="*/ 45395 w 402614"/>
                  <a:gd name="connsiteY6" fmla="*/ 106445 h 288133"/>
                  <a:gd name="connsiteX7" fmla="*/ 223681 w 402614"/>
                  <a:gd name="connsiteY7" fmla="*/ 1094 h 288133"/>
                  <a:gd name="connsiteX8" fmla="*/ 402615 w 402614"/>
                  <a:gd name="connsiteY8" fmla="*/ 105472 h 288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2614" h="288133">
                    <a:moveTo>
                      <a:pt x="402453" y="105310"/>
                    </a:moveTo>
                    <a:cubicBezTo>
                      <a:pt x="363878" y="109200"/>
                      <a:pt x="323359" y="99637"/>
                      <a:pt x="293050" y="76947"/>
                    </a:cubicBezTo>
                    <a:cubicBezTo>
                      <a:pt x="284136" y="107579"/>
                      <a:pt x="262256" y="134160"/>
                      <a:pt x="234054" y="148909"/>
                    </a:cubicBezTo>
                    <a:cubicBezTo>
                      <a:pt x="205852" y="163658"/>
                      <a:pt x="172302" y="164793"/>
                      <a:pt x="141994" y="154744"/>
                    </a:cubicBezTo>
                    <a:cubicBezTo>
                      <a:pt x="139238" y="194777"/>
                      <a:pt x="118817" y="233352"/>
                      <a:pt x="87211" y="257987"/>
                    </a:cubicBezTo>
                    <a:cubicBezTo>
                      <a:pt x="62576" y="277275"/>
                      <a:pt x="31295" y="287810"/>
                      <a:pt x="14" y="288134"/>
                    </a:cubicBezTo>
                    <a:cubicBezTo>
                      <a:pt x="-311" y="248101"/>
                      <a:pt x="4876" y="171114"/>
                      <a:pt x="45395" y="106445"/>
                    </a:cubicBezTo>
                    <a:cubicBezTo>
                      <a:pt x="77649" y="55066"/>
                      <a:pt x="132107" y="11629"/>
                      <a:pt x="223681" y="1094"/>
                    </a:cubicBezTo>
                    <a:cubicBezTo>
                      <a:pt x="299858" y="-7658"/>
                      <a:pt x="360312" y="36913"/>
                      <a:pt x="402615" y="105472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7" name="任意形状 286"/>
              <p:cNvSpPr/>
              <p:nvPr/>
            </p:nvSpPr>
            <p:spPr>
              <a:xfrm>
                <a:off x="1303795" y="2390745"/>
                <a:ext cx="142764" cy="182148"/>
              </a:xfrm>
              <a:custGeom>
                <a:avLst/>
                <a:gdLst>
                  <a:gd name="connsiteX0" fmla="*/ 114726 w 142764"/>
                  <a:gd name="connsiteY0" fmla="*/ 18580 h 182148"/>
                  <a:gd name="connsiteX1" fmla="*/ 63509 w 142764"/>
                  <a:gd name="connsiteY1" fmla="*/ 913 h 182148"/>
                  <a:gd name="connsiteX2" fmla="*/ 17317 w 142764"/>
                  <a:gd name="connsiteY2" fmla="*/ 31870 h 182148"/>
                  <a:gd name="connsiteX3" fmla="*/ 23962 w 142764"/>
                  <a:gd name="connsiteY3" fmla="*/ 151808 h 182148"/>
                  <a:gd name="connsiteX4" fmla="*/ 142765 w 142764"/>
                  <a:gd name="connsiteY4" fmla="*/ 169636 h 182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764" h="182148">
                    <a:moveTo>
                      <a:pt x="114726" y="18580"/>
                    </a:moveTo>
                    <a:cubicBezTo>
                      <a:pt x="102894" y="3669"/>
                      <a:pt x="82148" y="-2490"/>
                      <a:pt x="63509" y="913"/>
                    </a:cubicBezTo>
                    <a:cubicBezTo>
                      <a:pt x="44870" y="4317"/>
                      <a:pt x="28500" y="16473"/>
                      <a:pt x="17317" y="31870"/>
                    </a:cubicBezTo>
                    <a:cubicBezTo>
                      <a:pt x="-8129" y="66879"/>
                      <a:pt x="-5212" y="119716"/>
                      <a:pt x="23962" y="151808"/>
                    </a:cubicBezTo>
                    <a:cubicBezTo>
                      <a:pt x="53136" y="183899"/>
                      <a:pt x="105487" y="191679"/>
                      <a:pt x="142765" y="169636"/>
                    </a:cubicBezTo>
                  </a:path>
                </a:pathLst>
              </a:custGeom>
              <a:solidFill>
                <a:srgbClr val="FFB78F"/>
              </a:solidFill>
              <a:ln w="0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378" name="任意形状 287"/>
              <p:cNvSpPr/>
              <p:nvPr/>
            </p:nvSpPr>
            <p:spPr>
              <a:xfrm>
                <a:off x="1332943" y="2435744"/>
                <a:ext cx="55106" cy="83307"/>
              </a:xfrm>
              <a:custGeom>
                <a:avLst/>
                <a:gdLst>
                  <a:gd name="connsiteX0" fmla="*/ 41006 w 55106"/>
                  <a:gd name="connsiteY0" fmla="*/ 83308 h 83307"/>
                  <a:gd name="connsiteX1" fmla="*/ 29660 w 55106"/>
                  <a:gd name="connsiteY1" fmla="*/ 22205 h 83307"/>
                  <a:gd name="connsiteX2" fmla="*/ 7294 w 55106"/>
                  <a:gd name="connsiteY2" fmla="*/ 33388 h 83307"/>
                  <a:gd name="connsiteX3" fmla="*/ 0 w 55106"/>
                  <a:gd name="connsiteY3" fmla="*/ 18963 h 83307"/>
                  <a:gd name="connsiteX4" fmla="*/ 37764 w 55106"/>
                  <a:gd name="connsiteY4" fmla="*/ 0 h 83307"/>
                  <a:gd name="connsiteX5" fmla="*/ 49110 w 55106"/>
                  <a:gd name="connsiteY5" fmla="*/ 9887 h 83307"/>
                  <a:gd name="connsiteX6" fmla="*/ 55106 w 55106"/>
                  <a:gd name="connsiteY6" fmla="*/ 75366 h 83307"/>
                  <a:gd name="connsiteX7" fmla="*/ 41006 w 55106"/>
                  <a:gd name="connsiteY7" fmla="*/ 83308 h 83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5106" h="83307">
                    <a:moveTo>
                      <a:pt x="41006" y="83308"/>
                    </a:moveTo>
                    <a:cubicBezTo>
                      <a:pt x="30795" y="64993"/>
                      <a:pt x="26743" y="43113"/>
                      <a:pt x="29660" y="22205"/>
                    </a:cubicBezTo>
                    <a:lnTo>
                      <a:pt x="7294" y="33388"/>
                    </a:lnTo>
                    <a:lnTo>
                      <a:pt x="0" y="18963"/>
                    </a:lnTo>
                    <a:lnTo>
                      <a:pt x="37764" y="0"/>
                    </a:lnTo>
                    <a:lnTo>
                      <a:pt x="49110" y="9887"/>
                    </a:lnTo>
                    <a:cubicBezTo>
                      <a:pt x="41816" y="31281"/>
                      <a:pt x="44085" y="55755"/>
                      <a:pt x="55106" y="75366"/>
                    </a:cubicBezTo>
                    <a:lnTo>
                      <a:pt x="41006" y="83308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9" name="任意形状 288"/>
              <p:cNvSpPr/>
              <p:nvPr/>
            </p:nvSpPr>
            <p:spPr>
              <a:xfrm>
                <a:off x="555911" y="2907390"/>
                <a:ext cx="2355831" cy="1662431"/>
              </a:xfrm>
              <a:custGeom>
                <a:avLst/>
                <a:gdLst>
                  <a:gd name="connsiteX0" fmla="*/ 2355831 w 2355831"/>
                  <a:gd name="connsiteY0" fmla="*/ 726433 h 1662431"/>
                  <a:gd name="connsiteX1" fmla="*/ 1715624 w 2355831"/>
                  <a:gd name="connsiteY1" fmla="*/ 1265341 h 1662431"/>
                  <a:gd name="connsiteX2" fmla="*/ 1574941 w 2355831"/>
                  <a:gd name="connsiteY2" fmla="*/ 1245568 h 1662431"/>
                  <a:gd name="connsiteX3" fmla="*/ 1503302 w 2355831"/>
                  <a:gd name="connsiteY3" fmla="*/ 1213152 h 1662431"/>
                  <a:gd name="connsiteX4" fmla="*/ 1298274 w 2355831"/>
                  <a:gd name="connsiteY4" fmla="*/ 929030 h 1662431"/>
                  <a:gd name="connsiteX5" fmla="*/ 564872 w 2355831"/>
                  <a:gd name="connsiteY5" fmla="*/ 673757 h 1662431"/>
                  <a:gd name="connsiteX6" fmla="*/ 479781 w 2355831"/>
                  <a:gd name="connsiteY6" fmla="*/ 900666 h 1662431"/>
                  <a:gd name="connsiteX7" fmla="*/ 816093 w 2355831"/>
                  <a:gd name="connsiteY7" fmla="*/ 1374744 h 1662431"/>
                  <a:gd name="connsiteX8" fmla="*/ 544612 w 2355831"/>
                  <a:gd name="connsiteY8" fmla="*/ 1662432 h 1662431"/>
                  <a:gd name="connsiteX9" fmla="*/ 1652 w 2355831"/>
                  <a:gd name="connsiteY9" fmla="*/ 900666 h 1662431"/>
                  <a:gd name="connsiteX10" fmla="*/ 414950 w 2355831"/>
                  <a:gd name="connsiteY10" fmla="*/ 94329 h 1662431"/>
                  <a:gd name="connsiteX11" fmla="*/ 788377 w 2355831"/>
                  <a:gd name="connsiteY11" fmla="*/ 16370 h 1662431"/>
                  <a:gd name="connsiteX12" fmla="*/ 1123230 w 2355831"/>
                  <a:gd name="connsiteY12" fmla="*/ 0 h 1662431"/>
                  <a:gd name="connsiteX13" fmla="*/ 1472345 w 2355831"/>
                  <a:gd name="connsiteY13" fmla="*/ 167264 h 1662431"/>
                  <a:gd name="connsiteX14" fmla="*/ 1780293 w 2355831"/>
                  <a:gd name="connsiteY14" fmla="*/ 734536 h 1662431"/>
                  <a:gd name="connsiteX15" fmla="*/ 2076085 w 2355831"/>
                  <a:gd name="connsiteY15" fmla="*/ 479264 h 1662431"/>
                  <a:gd name="connsiteX16" fmla="*/ 2355669 w 2355831"/>
                  <a:gd name="connsiteY16" fmla="*/ 726433 h 1662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55831" h="1662431">
                    <a:moveTo>
                      <a:pt x="2355831" y="726433"/>
                    </a:moveTo>
                    <a:cubicBezTo>
                      <a:pt x="2355831" y="726433"/>
                      <a:pt x="2051935" y="1257237"/>
                      <a:pt x="1715624" y="1265341"/>
                    </a:cubicBezTo>
                    <a:cubicBezTo>
                      <a:pt x="1662625" y="1266638"/>
                      <a:pt x="1615946" y="1259182"/>
                      <a:pt x="1574941" y="1245568"/>
                    </a:cubicBezTo>
                    <a:cubicBezTo>
                      <a:pt x="1548846" y="1236978"/>
                      <a:pt x="1525021" y="1225956"/>
                      <a:pt x="1503302" y="1213152"/>
                    </a:cubicBezTo>
                    <a:cubicBezTo>
                      <a:pt x="1342845" y="1118661"/>
                      <a:pt x="1298274" y="929030"/>
                      <a:pt x="1298274" y="929030"/>
                    </a:cubicBezTo>
                    <a:lnTo>
                      <a:pt x="564872" y="673757"/>
                    </a:lnTo>
                    <a:lnTo>
                      <a:pt x="479781" y="900666"/>
                    </a:lnTo>
                    <a:lnTo>
                      <a:pt x="816093" y="1374744"/>
                    </a:lnTo>
                    <a:lnTo>
                      <a:pt x="544612" y="1662432"/>
                    </a:lnTo>
                    <a:cubicBezTo>
                      <a:pt x="544612" y="1662432"/>
                      <a:pt x="-34816" y="1220770"/>
                      <a:pt x="1652" y="900666"/>
                    </a:cubicBezTo>
                    <a:cubicBezTo>
                      <a:pt x="38119" y="580563"/>
                      <a:pt x="313652" y="134849"/>
                      <a:pt x="414950" y="94329"/>
                    </a:cubicBezTo>
                    <a:cubicBezTo>
                      <a:pt x="516249" y="53810"/>
                      <a:pt x="788377" y="16370"/>
                      <a:pt x="788377" y="16370"/>
                    </a:cubicBezTo>
                    <a:cubicBezTo>
                      <a:pt x="788377" y="16370"/>
                      <a:pt x="1030684" y="223991"/>
                      <a:pt x="1123230" y="0"/>
                    </a:cubicBezTo>
                    <a:cubicBezTo>
                      <a:pt x="1123230" y="0"/>
                      <a:pt x="1403462" y="102433"/>
                      <a:pt x="1472345" y="167264"/>
                    </a:cubicBezTo>
                    <a:cubicBezTo>
                      <a:pt x="1541228" y="232095"/>
                      <a:pt x="1780293" y="734536"/>
                      <a:pt x="1780293" y="734536"/>
                    </a:cubicBezTo>
                    <a:lnTo>
                      <a:pt x="2076085" y="479264"/>
                    </a:lnTo>
                    <a:lnTo>
                      <a:pt x="2355669" y="726433"/>
                    </a:lnTo>
                    <a:close/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0" name="任意形状 289"/>
              <p:cNvSpPr/>
              <p:nvPr/>
            </p:nvSpPr>
            <p:spPr>
              <a:xfrm>
                <a:off x="860487" y="6264831"/>
                <a:ext cx="714660" cy="419295"/>
              </a:xfrm>
              <a:custGeom>
                <a:avLst/>
                <a:gdLst>
                  <a:gd name="connsiteX0" fmla="*/ 0 w 714660"/>
                  <a:gd name="connsiteY0" fmla="*/ 418809 h 419295"/>
                  <a:gd name="connsiteX1" fmla="*/ 52351 w 714660"/>
                  <a:gd name="connsiteY1" fmla="*/ 0 h 419295"/>
                  <a:gd name="connsiteX2" fmla="*/ 458032 w 714660"/>
                  <a:gd name="connsiteY2" fmla="*/ 0 h 419295"/>
                  <a:gd name="connsiteX3" fmla="*/ 701473 w 714660"/>
                  <a:gd name="connsiteY3" fmla="*/ 317348 h 419295"/>
                  <a:gd name="connsiteX4" fmla="*/ 651228 w 714660"/>
                  <a:gd name="connsiteY4" fmla="*/ 419295 h 419295"/>
                  <a:gd name="connsiteX5" fmla="*/ 271642 w 714660"/>
                  <a:gd name="connsiteY5" fmla="*/ 418971 h 419295"/>
                  <a:gd name="connsiteX6" fmla="*/ 153812 w 714660"/>
                  <a:gd name="connsiteY6" fmla="*/ 418971 h 419295"/>
                  <a:gd name="connsiteX7" fmla="*/ 0 w 714660"/>
                  <a:gd name="connsiteY7" fmla="*/ 418971 h 419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4660" h="419295">
                    <a:moveTo>
                      <a:pt x="0" y="418809"/>
                    </a:moveTo>
                    <a:lnTo>
                      <a:pt x="52351" y="0"/>
                    </a:lnTo>
                    <a:lnTo>
                      <a:pt x="458032" y="0"/>
                    </a:lnTo>
                    <a:cubicBezTo>
                      <a:pt x="458032" y="0"/>
                      <a:pt x="701473" y="317348"/>
                      <a:pt x="701473" y="317348"/>
                    </a:cubicBezTo>
                    <a:cubicBezTo>
                      <a:pt x="733402" y="359002"/>
                      <a:pt x="703742" y="419295"/>
                      <a:pt x="651228" y="419295"/>
                    </a:cubicBezTo>
                    <a:lnTo>
                      <a:pt x="271642" y="418971"/>
                    </a:lnTo>
                    <a:cubicBezTo>
                      <a:pt x="271642" y="418971"/>
                      <a:pt x="219777" y="323183"/>
                      <a:pt x="153812" y="418971"/>
                    </a:cubicBezTo>
                    <a:lnTo>
                      <a:pt x="0" y="418971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1" name="任意形状 290"/>
              <p:cNvSpPr/>
              <p:nvPr/>
            </p:nvSpPr>
            <p:spPr>
              <a:xfrm>
                <a:off x="1763260" y="6158346"/>
                <a:ext cx="817398" cy="525780"/>
              </a:xfrm>
              <a:custGeom>
                <a:avLst/>
                <a:gdLst>
                  <a:gd name="connsiteX0" fmla="*/ 156243 w 817398"/>
                  <a:gd name="connsiteY0" fmla="*/ 525618 h 525780"/>
                  <a:gd name="connsiteX1" fmla="*/ 0 w 817398"/>
                  <a:gd name="connsiteY1" fmla="*/ 0 h 525780"/>
                  <a:gd name="connsiteX2" fmla="*/ 438582 w 817398"/>
                  <a:gd name="connsiteY2" fmla="*/ 7618 h 525780"/>
                  <a:gd name="connsiteX3" fmla="*/ 788346 w 817398"/>
                  <a:gd name="connsiteY3" fmla="*/ 233068 h 525780"/>
                  <a:gd name="connsiteX4" fmla="*/ 771652 w 817398"/>
                  <a:gd name="connsiteY4" fmla="*/ 347171 h 525780"/>
                  <a:gd name="connsiteX5" fmla="*/ 417026 w 817398"/>
                  <a:gd name="connsiteY5" fmla="*/ 449928 h 525780"/>
                  <a:gd name="connsiteX6" fmla="*/ 303896 w 817398"/>
                  <a:gd name="connsiteY6" fmla="*/ 482830 h 525780"/>
                  <a:gd name="connsiteX7" fmla="*/ 156243 w 817398"/>
                  <a:gd name="connsiteY7" fmla="*/ 525780 h 525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17398" h="525780">
                    <a:moveTo>
                      <a:pt x="156243" y="525618"/>
                    </a:moveTo>
                    <a:lnTo>
                      <a:pt x="0" y="0"/>
                    </a:lnTo>
                    <a:lnTo>
                      <a:pt x="438582" y="7618"/>
                    </a:lnTo>
                    <a:lnTo>
                      <a:pt x="788346" y="233068"/>
                    </a:lnTo>
                    <a:cubicBezTo>
                      <a:pt x="834052" y="262566"/>
                      <a:pt x="823841" y="332097"/>
                      <a:pt x="771652" y="347171"/>
                    </a:cubicBezTo>
                    <a:lnTo>
                      <a:pt x="417026" y="449928"/>
                    </a:lnTo>
                    <a:cubicBezTo>
                      <a:pt x="417026" y="449928"/>
                      <a:pt x="340525" y="372455"/>
                      <a:pt x="303896" y="482830"/>
                    </a:cubicBezTo>
                    <a:lnTo>
                      <a:pt x="156243" y="525780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2" name="任意形状 291"/>
              <p:cNvSpPr/>
              <p:nvPr/>
            </p:nvSpPr>
            <p:spPr>
              <a:xfrm>
                <a:off x="794197" y="3781962"/>
                <a:ext cx="1542169" cy="2510260"/>
              </a:xfrm>
              <a:custGeom>
                <a:avLst/>
                <a:gdLst>
                  <a:gd name="connsiteX0" fmla="*/ 1542170 w 1542169"/>
                  <a:gd name="connsiteY0" fmla="*/ 2376222 h 2510260"/>
                  <a:gd name="connsiteX1" fmla="*/ 910067 w 1542169"/>
                  <a:gd name="connsiteY1" fmla="*/ 2510261 h 2510260"/>
                  <a:gd name="connsiteX2" fmla="*/ 820762 w 1542169"/>
                  <a:gd name="connsiteY2" fmla="*/ 1848659 h 2510260"/>
                  <a:gd name="connsiteX3" fmla="*/ 767600 w 1542169"/>
                  <a:gd name="connsiteY3" fmla="*/ 1455782 h 2510260"/>
                  <a:gd name="connsiteX4" fmla="*/ 758362 w 1542169"/>
                  <a:gd name="connsiteY4" fmla="*/ 1599708 h 2510260"/>
                  <a:gd name="connsiteX5" fmla="*/ 699528 w 1542169"/>
                  <a:gd name="connsiteY5" fmla="*/ 2510261 h 2510260"/>
                  <a:gd name="connsiteX6" fmla="*/ 0 w 1542169"/>
                  <a:gd name="connsiteY6" fmla="*/ 2510261 h 2510260"/>
                  <a:gd name="connsiteX7" fmla="*/ 216050 w 1542169"/>
                  <a:gd name="connsiteY7" fmla="*/ 81687 h 2510260"/>
                  <a:gd name="connsiteX8" fmla="*/ 1218663 w 1542169"/>
                  <a:gd name="connsiteY8" fmla="*/ 0 h 2510260"/>
                  <a:gd name="connsiteX9" fmla="*/ 1542170 w 1542169"/>
                  <a:gd name="connsiteY9" fmla="*/ 2376222 h 2510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42169" h="2510260">
                    <a:moveTo>
                      <a:pt x="1542170" y="2376222"/>
                    </a:moveTo>
                    <a:lnTo>
                      <a:pt x="910067" y="2510261"/>
                    </a:lnTo>
                    <a:lnTo>
                      <a:pt x="820762" y="1848659"/>
                    </a:lnTo>
                    <a:lnTo>
                      <a:pt x="767600" y="1455782"/>
                    </a:lnTo>
                    <a:lnTo>
                      <a:pt x="758362" y="1599708"/>
                    </a:lnTo>
                    <a:lnTo>
                      <a:pt x="699528" y="2510261"/>
                    </a:lnTo>
                    <a:lnTo>
                      <a:pt x="0" y="2510261"/>
                    </a:lnTo>
                    <a:lnTo>
                      <a:pt x="216050" y="81687"/>
                    </a:lnTo>
                    <a:lnTo>
                      <a:pt x="1218663" y="0"/>
                    </a:lnTo>
                    <a:lnTo>
                      <a:pt x="1542170" y="2376222"/>
                    </a:lnTo>
                    <a:close/>
                  </a:path>
                </a:pathLst>
              </a:custGeom>
              <a:solidFill>
                <a:schemeClr val="accent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383" name="组合 292"/>
              <p:cNvGrpSpPr/>
              <p:nvPr/>
            </p:nvGrpSpPr>
            <p:grpSpPr>
              <a:xfrm>
                <a:off x="1105872" y="4299800"/>
                <a:ext cx="367477" cy="337942"/>
                <a:chOff x="1105872" y="4299800"/>
                <a:chExt cx="367477" cy="337942"/>
              </a:xfrm>
            </p:grpSpPr>
            <p:sp>
              <p:nvSpPr>
                <p:cNvPr id="384" name="任意形状 300"/>
                <p:cNvSpPr/>
                <p:nvPr/>
              </p:nvSpPr>
              <p:spPr>
                <a:xfrm>
                  <a:off x="1105872" y="4299800"/>
                  <a:ext cx="367477" cy="337942"/>
                </a:xfrm>
                <a:custGeom>
                  <a:avLst/>
                  <a:gdLst>
                    <a:gd name="connsiteX0" fmla="*/ 281853 w 367477"/>
                    <a:gd name="connsiteY0" fmla="*/ 143763 h 337942"/>
                    <a:gd name="connsiteX1" fmla="*/ 365485 w 367477"/>
                    <a:gd name="connsiteY1" fmla="*/ 166292 h 337942"/>
                    <a:gd name="connsiteX2" fmla="*/ 269373 w 367477"/>
                    <a:gd name="connsiteY2" fmla="*/ 59483 h 337942"/>
                    <a:gd name="connsiteX3" fmla="*/ 195952 w 367477"/>
                    <a:gd name="connsiteY3" fmla="*/ 0 h 337942"/>
                    <a:gd name="connsiteX4" fmla="*/ 0 w 367477"/>
                    <a:gd name="connsiteY4" fmla="*/ 161592 h 337942"/>
                    <a:gd name="connsiteX5" fmla="*/ 241010 w 367477"/>
                    <a:gd name="connsiteY5" fmla="*/ 337608 h 337942"/>
                    <a:gd name="connsiteX6" fmla="*/ 257217 w 367477"/>
                    <a:gd name="connsiteY6" fmla="*/ 315890 h 337942"/>
                    <a:gd name="connsiteX7" fmla="*/ 292226 w 367477"/>
                    <a:gd name="connsiteY7" fmla="*/ 332908 h 337942"/>
                    <a:gd name="connsiteX8" fmla="*/ 308434 w 367477"/>
                    <a:gd name="connsiteY8" fmla="*/ 311189 h 337942"/>
                    <a:gd name="connsiteX9" fmla="*/ 340525 w 367477"/>
                    <a:gd name="connsiteY9" fmla="*/ 308758 h 337942"/>
                    <a:gd name="connsiteX10" fmla="*/ 282015 w 367477"/>
                    <a:gd name="connsiteY10" fmla="*/ 143763 h 337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67477" h="337942">
                      <a:moveTo>
                        <a:pt x="281853" y="143763"/>
                      </a:moveTo>
                      <a:cubicBezTo>
                        <a:pt x="316538" y="180393"/>
                        <a:pt x="349278" y="186876"/>
                        <a:pt x="365485" y="166292"/>
                      </a:cubicBezTo>
                      <a:cubicBezTo>
                        <a:pt x="378776" y="149436"/>
                        <a:pt x="323183" y="96922"/>
                        <a:pt x="269373" y="59483"/>
                      </a:cubicBezTo>
                      <a:cubicBezTo>
                        <a:pt x="233068" y="34360"/>
                        <a:pt x="195952" y="0"/>
                        <a:pt x="195952" y="0"/>
                      </a:cubicBezTo>
                      <a:lnTo>
                        <a:pt x="0" y="161592"/>
                      </a:lnTo>
                      <a:cubicBezTo>
                        <a:pt x="0" y="161592"/>
                        <a:pt x="206973" y="346846"/>
                        <a:pt x="241010" y="337608"/>
                      </a:cubicBezTo>
                      <a:cubicBezTo>
                        <a:pt x="261431" y="331935"/>
                        <a:pt x="257217" y="315890"/>
                        <a:pt x="257217" y="315890"/>
                      </a:cubicBezTo>
                      <a:cubicBezTo>
                        <a:pt x="257217" y="315890"/>
                        <a:pt x="275856" y="337122"/>
                        <a:pt x="292226" y="332908"/>
                      </a:cubicBezTo>
                      <a:cubicBezTo>
                        <a:pt x="308596" y="328694"/>
                        <a:pt x="308434" y="311189"/>
                        <a:pt x="308434" y="311189"/>
                      </a:cubicBezTo>
                      <a:cubicBezTo>
                        <a:pt x="308434" y="311189"/>
                        <a:pt x="327235" y="327235"/>
                        <a:pt x="340525" y="308758"/>
                      </a:cubicBezTo>
                      <a:cubicBezTo>
                        <a:pt x="354950" y="288498"/>
                        <a:pt x="320752" y="214267"/>
                        <a:pt x="282015" y="143763"/>
                      </a:cubicBezTo>
                      <a:close/>
                    </a:path>
                  </a:pathLst>
                </a:custGeom>
                <a:solidFill>
                  <a:srgbClr val="FFB78F"/>
                </a:solidFill>
                <a:ln w="0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/>
                  <a:endParaRPr lang="zh-CN" altLang="en-US"/>
                </a:p>
              </p:txBody>
            </p:sp>
            <p:sp>
              <p:nvSpPr>
                <p:cNvPr id="385" name="任意形状 301"/>
                <p:cNvSpPr/>
                <p:nvPr/>
              </p:nvSpPr>
              <p:spPr>
                <a:xfrm>
                  <a:off x="1354013" y="4502559"/>
                  <a:ext cx="67748" cy="110861"/>
                </a:xfrm>
                <a:custGeom>
                  <a:avLst/>
                  <a:gdLst>
                    <a:gd name="connsiteX0" fmla="*/ 52351 w 67748"/>
                    <a:gd name="connsiteY0" fmla="*/ 110861 h 110861"/>
                    <a:gd name="connsiteX1" fmla="*/ 0 w 67748"/>
                    <a:gd name="connsiteY1" fmla="*/ 9401 h 110861"/>
                    <a:gd name="connsiteX2" fmla="*/ 13128 w 67748"/>
                    <a:gd name="connsiteY2" fmla="*/ 0 h 110861"/>
                    <a:gd name="connsiteX3" fmla="*/ 67748 w 67748"/>
                    <a:gd name="connsiteY3" fmla="*/ 106161 h 110861"/>
                    <a:gd name="connsiteX4" fmla="*/ 52189 w 67748"/>
                    <a:gd name="connsiteY4" fmla="*/ 110861 h 110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748" h="110861">
                      <a:moveTo>
                        <a:pt x="52351" y="110861"/>
                      </a:moveTo>
                      <a:cubicBezTo>
                        <a:pt x="52351" y="110861"/>
                        <a:pt x="36792" y="60941"/>
                        <a:pt x="0" y="9401"/>
                      </a:cubicBezTo>
                      <a:lnTo>
                        <a:pt x="13128" y="0"/>
                      </a:lnTo>
                      <a:cubicBezTo>
                        <a:pt x="51541" y="53810"/>
                        <a:pt x="67100" y="104054"/>
                        <a:pt x="67748" y="106161"/>
                      </a:cubicBezTo>
                      <a:lnTo>
                        <a:pt x="52189" y="110861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386" name="任意形状 302"/>
                <p:cNvSpPr/>
                <p:nvPr/>
              </p:nvSpPr>
              <p:spPr>
                <a:xfrm>
                  <a:off x="1306687" y="4529951"/>
                  <a:ext cx="63372" cy="89466"/>
                </a:xfrm>
                <a:custGeom>
                  <a:avLst/>
                  <a:gdLst>
                    <a:gd name="connsiteX0" fmla="*/ 48947 w 63372"/>
                    <a:gd name="connsiteY0" fmla="*/ 89467 h 89466"/>
                    <a:gd name="connsiteX1" fmla="*/ 0 w 63372"/>
                    <a:gd name="connsiteY1" fmla="*/ 9725 h 89466"/>
                    <a:gd name="connsiteX2" fmla="*/ 12966 w 63372"/>
                    <a:gd name="connsiteY2" fmla="*/ 0 h 89466"/>
                    <a:gd name="connsiteX3" fmla="*/ 63372 w 63372"/>
                    <a:gd name="connsiteY3" fmla="*/ 82011 h 89466"/>
                    <a:gd name="connsiteX4" fmla="*/ 48947 w 63372"/>
                    <a:gd name="connsiteY4" fmla="*/ 89305 h 89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372" h="89466">
                      <a:moveTo>
                        <a:pt x="48947" y="89467"/>
                      </a:moveTo>
                      <a:cubicBezTo>
                        <a:pt x="48947" y="89467"/>
                        <a:pt x="26419" y="45382"/>
                        <a:pt x="0" y="9725"/>
                      </a:cubicBezTo>
                      <a:lnTo>
                        <a:pt x="12966" y="0"/>
                      </a:lnTo>
                      <a:cubicBezTo>
                        <a:pt x="40195" y="36630"/>
                        <a:pt x="62400" y="80228"/>
                        <a:pt x="63372" y="82011"/>
                      </a:cubicBezTo>
                      <a:lnTo>
                        <a:pt x="48947" y="89305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87" name="任意形状 293"/>
              <p:cNvSpPr/>
              <p:nvPr/>
            </p:nvSpPr>
            <p:spPr>
              <a:xfrm>
                <a:off x="1561797" y="4529302"/>
                <a:ext cx="53323" cy="1102128"/>
              </a:xfrm>
              <a:custGeom>
                <a:avLst/>
                <a:gdLst>
                  <a:gd name="connsiteX0" fmla="*/ 53324 w 53323"/>
                  <a:gd name="connsiteY0" fmla="*/ 1102129 h 1102128"/>
                  <a:gd name="connsiteX1" fmla="*/ 53161 w 53323"/>
                  <a:gd name="connsiteY1" fmla="*/ 1101318 h 1102128"/>
                  <a:gd name="connsiteX2" fmla="*/ 0 w 53323"/>
                  <a:gd name="connsiteY2" fmla="*/ 708442 h 1102128"/>
                  <a:gd name="connsiteX3" fmla="*/ 45868 w 53323"/>
                  <a:gd name="connsiteY3" fmla="*/ 0 h 1102128"/>
                  <a:gd name="connsiteX4" fmla="*/ 53324 w 53323"/>
                  <a:gd name="connsiteY4" fmla="*/ 1102129 h 1102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323" h="1102128">
                    <a:moveTo>
                      <a:pt x="53324" y="1102129"/>
                    </a:moveTo>
                    <a:lnTo>
                      <a:pt x="53161" y="1101318"/>
                    </a:lnTo>
                    <a:lnTo>
                      <a:pt x="0" y="708442"/>
                    </a:lnTo>
                    <a:lnTo>
                      <a:pt x="45868" y="0"/>
                    </a:lnTo>
                    <a:lnTo>
                      <a:pt x="53324" y="1102129"/>
                    </a:lnTo>
                    <a:close/>
                  </a:path>
                </a:pathLst>
              </a:custGeom>
              <a:solidFill>
                <a:srgbClr val="4DC1A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8" name="任意形状 294"/>
              <p:cNvSpPr/>
              <p:nvPr/>
            </p:nvSpPr>
            <p:spPr>
              <a:xfrm>
                <a:off x="991121" y="3500108"/>
                <a:ext cx="1059502" cy="592151"/>
              </a:xfrm>
              <a:custGeom>
                <a:avLst/>
                <a:gdLst>
                  <a:gd name="connsiteX0" fmla="*/ 1059502 w 1059502"/>
                  <a:gd name="connsiteY0" fmla="*/ 520756 h 592151"/>
                  <a:gd name="connsiteX1" fmla="*/ 290930 w 1059502"/>
                  <a:gd name="connsiteY1" fmla="*/ 564841 h 592151"/>
                  <a:gd name="connsiteX2" fmla="*/ 0 w 1059502"/>
                  <a:gd name="connsiteY2" fmla="*/ 474077 h 592151"/>
                  <a:gd name="connsiteX3" fmla="*/ 17991 w 1059502"/>
                  <a:gd name="connsiteY3" fmla="*/ 172289 h 592151"/>
                  <a:gd name="connsiteX4" fmla="*/ 28202 w 1059502"/>
                  <a:gd name="connsiteY4" fmla="*/ 0 h 592151"/>
                  <a:gd name="connsiteX5" fmla="*/ 1000668 w 1059502"/>
                  <a:gd name="connsiteY5" fmla="*/ 0 h 592151"/>
                  <a:gd name="connsiteX6" fmla="*/ 1059340 w 1059502"/>
                  <a:gd name="connsiteY6" fmla="*/ 520756 h 592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59502" h="592151">
                    <a:moveTo>
                      <a:pt x="1059502" y="520756"/>
                    </a:moveTo>
                    <a:cubicBezTo>
                      <a:pt x="1059502" y="520756"/>
                      <a:pt x="708280" y="645880"/>
                      <a:pt x="290930" y="564841"/>
                    </a:cubicBezTo>
                    <a:cubicBezTo>
                      <a:pt x="196276" y="546526"/>
                      <a:pt x="98219" y="517514"/>
                      <a:pt x="0" y="474077"/>
                    </a:cubicBezTo>
                    <a:lnTo>
                      <a:pt x="17991" y="172289"/>
                    </a:lnTo>
                    <a:lnTo>
                      <a:pt x="28202" y="0"/>
                    </a:lnTo>
                    <a:lnTo>
                      <a:pt x="1000668" y="0"/>
                    </a:lnTo>
                    <a:lnTo>
                      <a:pt x="1059340" y="520756"/>
                    </a:lnTo>
                    <a:close/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389" name="任意形状 295"/>
              <p:cNvSpPr/>
              <p:nvPr/>
            </p:nvSpPr>
            <p:spPr>
              <a:xfrm>
                <a:off x="1996652" y="3542411"/>
                <a:ext cx="134200" cy="610709"/>
              </a:xfrm>
              <a:custGeom>
                <a:avLst/>
                <a:gdLst>
                  <a:gd name="connsiteX0" fmla="*/ 134200 w 134200"/>
                  <a:gd name="connsiteY0" fmla="*/ 610547 h 610709"/>
                  <a:gd name="connsiteX1" fmla="*/ 62562 w 134200"/>
                  <a:gd name="connsiteY1" fmla="*/ 578132 h 610709"/>
                  <a:gd name="connsiteX2" fmla="*/ 62076 w 134200"/>
                  <a:gd name="connsiteY2" fmla="*/ 577645 h 610709"/>
                  <a:gd name="connsiteX3" fmla="*/ 0 w 134200"/>
                  <a:gd name="connsiteY3" fmla="*/ 0 h 610709"/>
                  <a:gd name="connsiteX4" fmla="*/ 134200 w 134200"/>
                  <a:gd name="connsiteY4" fmla="*/ 610709 h 610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200" h="610709">
                    <a:moveTo>
                      <a:pt x="134200" y="610547"/>
                    </a:moveTo>
                    <a:cubicBezTo>
                      <a:pt x="108106" y="601957"/>
                      <a:pt x="84280" y="590936"/>
                      <a:pt x="62562" y="578132"/>
                    </a:cubicBezTo>
                    <a:lnTo>
                      <a:pt x="62076" y="577645"/>
                    </a:lnTo>
                    <a:lnTo>
                      <a:pt x="0" y="0"/>
                    </a:lnTo>
                    <a:lnTo>
                      <a:pt x="134200" y="610709"/>
                    </a:lnTo>
                    <a:close/>
                  </a:path>
                </a:pathLst>
              </a:custGeom>
              <a:solidFill>
                <a:srgbClr val="F7B15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0" name="任意形状 296"/>
              <p:cNvSpPr/>
              <p:nvPr/>
            </p:nvSpPr>
            <p:spPr>
              <a:xfrm rot="16444800">
                <a:off x="-63032" y="5166982"/>
                <a:ext cx="2239591" cy="16207"/>
              </a:xfrm>
              <a:custGeom>
                <a:avLst/>
                <a:gdLst>
                  <a:gd name="connsiteX0" fmla="*/ 0 w 2239591"/>
                  <a:gd name="connsiteY0" fmla="*/ 0 h 16207"/>
                  <a:gd name="connsiteX1" fmla="*/ 2239591 w 2239591"/>
                  <a:gd name="connsiteY1" fmla="*/ 0 h 16207"/>
                  <a:gd name="connsiteX2" fmla="*/ 2239591 w 2239591"/>
                  <a:gd name="connsiteY2" fmla="*/ 16208 h 16207"/>
                  <a:gd name="connsiteX3" fmla="*/ 0 w 2239591"/>
                  <a:gd name="connsiteY3" fmla="*/ 16208 h 1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39591" h="16207">
                    <a:moveTo>
                      <a:pt x="0" y="0"/>
                    </a:moveTo>
                    <a:lnTo>
                      <a:pt x="2239591" y="0"/>
                    </a:lnTo>
                    <a:lnTo>
                      <a:pt x="2239591" y="16208"/>
                    </a:lnTo>
                    <a:lnTo>
                      <a:pt x="0" y="16208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1" name="任意形状 297"/>
              <p:cNvSpPr/>
              <p:nvPr/>
            </p:nvSpPr>
            <p:spPr>
              <a:xfrm>
                <a:off x="991121" y="3593951"/>
                <a:ext cx="290929" cy="470998"/>
              </a:xfrm>
              <a:custGeom>
                <a:avLst/>
                <a:gdLst>
                  <a:gd name="connsiteX0" fmla="*/ 290930 w 290929"/>
                  <a:gd name="connsiteY0" fmla="*/ 470998 h 470998"/>
                  <a:gd name="connsiteX1" fmla="*/ 0 w 290929"/>
                  <a:gd name="connsiteY1" fmla="*/ 380234 h 470998"/>
                  <a:gd name="connsiteX2" fmla="*/ 17991 w 290929"/>
                  <a:gd name="connsiteY2" fmla="*/ 78446 h 470998"/>
                  <a:gd name="connsiteX3" fmla="*/ 124800 w 290929"/>
                  <a:gd name="connsiteY3" fmla="*/ 0 h 470998"/>
                  <a:gd name="connsiteX4" fmla="*/ 81039 w 290929"/>
                  <a:gd name="connsiteY4" fmla="*/ 201949 h 470998"/>
                  <a:gd name="connsiteX5" fmla="*/ 290930 w 290929"/>
                  <a:gd name="connsiteY5" fmla="*/ 470998 h 470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0929" h="470998">
                    <a:moveTo>
                      <a:pt x="290930" y="470998"/>
                    </a:moveTo>
                    <a:cubicBezTo>
                      <a:pt x="196276" y="452683"/>
                      <a:pt x="98219" y="423671"/>
                      <a:pt x="0" y="380234"/>
                    </a:cubicBezTo>
                    <a:lnTo>
                      <a:pt x="17991" y="78446"/>
                    </a:lnTo>
                    <a:lnTo>
                      <a:pt x="124800" y="0"/>
                    </a:lnTo>
                    <a:cubicBezTo>
                      <a:pt x="125610" y="3404"/>
                      <a:pt x="81039" y="201949"/>
                      <a:pt x="81039" y="201949"/>
                    </a:cubicBezTo>
                    <a:lnTo>
                      <a:pt x="290930" y="470998"/>
                    </a:lnTo>
                    <a:close/>
                  </a:path>
                </a:pathLst>
              </a:custGeom>
              <a:solidFill>
                <a:srgbClr val="F7B15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2" name="任意形状 298"/>
              <p:cNvSpPr/>
              <p:nvPr/>
            </p:nvSpPr>
            <p:spPr>
              <a:xfrm>
                <a:off x="555911" y="2923760"/>
                <a:ext cx="816092" cy="1646061"/>
              </a:xfrm>
              <a:custGeom>
                <a:avLst/>
                <a:gdLst>
                  <a:gd name="connsiteX0" fmla="*/ 564872 w 816092"/>
                  <a:gd name="connsiteY0" fmla="*/ 657387 h 1646061"/>
                  <a:gd name="connsiteX1" fmla="*/ 479781 w 816092"/>
                  <a:gd name="connsiteY1" fmla="*/ 884296 h 1646061"/>
                  <a:gd name="connsiteX2" fmla="*/ 816093 w 816092"/>
                  <a:gd name="connsiteY2" fmla="*/ 1358374 h 1646061"/>
                  <a:gd name="connsiteX3" fmla="*/ 544612 w 816092"/>
                  <a:gd name="connsiteY3" fmla="*/ 1646062 h 1646061"/>
                  <a:gd name="connsiteX4" fmla="*/ 1652 w 816092"/>
                  <a:gd name="connsiteY4" fmla="*/ 884296 h 1646061"/>
                  <a:gd name="connsiteX5" fmla="*/ 414950 w 816092"/>
                  <a:gd name="connsiteY5" fmla="*/ 77959 h 1646061"/>
                  <a:gd name="connsiteX6" fmla="*/ 788539 w 816092"/>
                  <a:gd name="connsiteY6" fmla="*/ 0 h 1646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092" h="1646061">
                    <a:moveTo>
                      <a:pt x="564872" y="657387"/>
                    </a:moveTo>
                    <a:lnTo>
                      <a:pt x="479781" y="884296"/>
                    </a:lnTo>
                    <a:lnTo>
                      <a:pt x="816093" y="1358374"/>
                    </a:lnTo>
                    <a:lnTo>
                      <a:pt x="544612" y="1646062"/>
                    </a:lnTo>
                    <a:cubicBezTo>
                      <a:pt x="544612" y="1646062"/>
                      <a:pt x="-34816" y="1204400"/>
                      <a:pt x="1652" y="884296"/>
                    </a:cubicBezTo>
                    <a:cubicBezTo>
                      <a:pt x="38119" y="564193"/>
                      <a:pt x="313652" y="118479"/>
                      <a:pt x="414950" y="77959"/>
                    </a:cubicBezTo>
                    <a:cubicBezTo>
                      <a:pt x="516249" y="37440"/>
                      <a:pt x="788539" y="0"/>
                      <a:pt x="788539" y="0"/>
                    </a:cubicBezTo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3" name="任意形状 299"/>
              <p:cNvSpPr/>
              <p:nvPr/>
            </p:nvSpPr>
            <p:spPr>
              <a:xfrm rot="20921401">
                <a:off x="1718917" y="4848039"/>
                <a:ext cx="16207" cy="1425635"/>
              </a:xfrm>
              <a:custGeom>
                <a:avLst/>
                <a:gdLst>
                  <a:gd name="connsiteX0" fmla="*/ 0 w 16207"/>
                  <a:gd name="connsiteY0" fmla="*/ 0 h 1425635"/>
                  <a:gd name="connsiteX1" fmla="*/ 16208 w 16207"/>
                  <a:gd name="connsiteY1" fmla="*/ 0 h 1425635"/>
                  <a:gd name="connsiteX2" fmla="*/ 16208 w 16207"/>
                  <a:gd name="connsiteY2" fmla="*/ 1425635 h 1425635"/>
                  <a:gd name="connsiteX3" fmla="*/ 0 w 16207"/>
                  <a:gd name="connsiteY3" fmla="*/ 1425635 h 142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207" h="1425635">
                    <a:moveTo>
                      <a:pt x="0" y="0"/>
                    </a:moveTo>
                    <a:lnTo>
                      <a:pt x="16208" y="0"/>
                    </a:lnTo>
                    <a:lnTo>
                      <a:pt x="16208" y="1425635"/>
                    </a:lnTo>
                    <a:lnTo>
                      <a:pt x="0" y="1425635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394" name="任意形状 25"/>
            <p:cNvSpPr/>
            <p:nvPr/>
          </p:nvSpPr>
          <p:spPr>
            <a:xfrm>
              <a:off x="-52" y="5971163"/>
              <a:ext cx="1226683" cy="893862"/>
            </a:xfrm>
            <a:custGeom>
              <a:avLst/>
              <a:gdLst>
                <a:gd name="connsiteX0" fmla="*/ 55978 w 1553102"/>
                <a:gd name="connsiteY0" fmla="*/ 1131560 h 1131718"/>
                <a:gd name="connsiteX1" fmla="*/ 632076 w 1553102"/>
                <a:gd name="connsiteY1" fmla="*/ 336 h 1131718"/>
                <a:gd name="connsiteX2" fmla="*/ 1553103 w 1553102"/>
                <a:gd name="connsiteY2" fmla="*/ 1131719 h 1131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53102" h="1131718">
                  <a:moveTo>
                    <a:pt x="55978" y="1131560"/>
                  </a:moveTo>
                  <a:cubicBezTo>
                    <a:pt x="55978" y="1131560"/>
                    <a:pt x="-265435" y="29728"/>
                    <a:pt x="632076" y="336"/>
                  </a:cubicBezTo>
                  <a:cubicBezTo>
                    <a:pt x="1329559" y="-22543"/>
                    <a:pt x="1553103" y="1131719"/>
                    <a:pt x="1553103" y="1131719"/>
                  </a:cubicBezTo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grpSp>
          <p:nvGrpSpPr>
            <p:cNvPr id="395" name="组合 178"/>
            <p:cNvGrpSpPr/>
            <p:nvPr/>
          </p:nvGrpSpPr>
          <p:grpSpPr>
            <a:xfrm>
              <a:off x="1656294" y="4235001"/>
              <a:ext cx="1001100" cy="2630017"/>
              <a:chOff x="1656294" y="4817199"/>
              <a:chExt cx="779490" cy="2047819"/>
            </a:xfrm>
          </p:grpSpPr>
          <p:sp>
            <p:nvSpPr>
              <p:cNvPr id="396" name="任意形状 271"/>
              <p:cNvSpPr/>
              <p:nvPr/>
            </p:nvSpPr>
            <p:spPr>
              <a:xfrm>
                <a:off x="1656294" y="5182648"/>
                <a:ext cx="673041" cy="1682370"/>
              </a:xfrm>
              <a:custGeom>
                <a:avLst/>
                <a:gdLst>
                  <a:gd name="connsiteX0" fmla="*/ 40541 w 673041"/>
                  <a:gd name="connsiteY0" fmla="*/ 1679677 h 1682370"/>
                  <a:gd name="connsiteX1" fmla="*/ 430909 w 673041"/>
                  <a:gd name="connsiteY1" fmla="*/ 287731 h 1682370"/>
                  <a:gd name="connsiteX2" fmla="*/ 558012 w 673041"/>
                  <a:gd name="connsiteY2" fmla="*/ 0 h 1682370"/>
                  <a:gd name="connsiteX3" fmla="*/ 673041 w 673041"/>
                  <a:gd name="connsiteY3" fmla="*/ 39879 h 1682370"/>
                  <a:gd name="connsiteX4" fmla="*/ 596620 w 673041"/>
                  <a:gd name="connsiteY4" fmla="*/ 345246 h 1682370"/>
                  <a:gd name="connsiteX5" fmla="*/ 40223 w 673041"/>
                  <a:gd name="connsiteY5" fmla="*/ 1679677 h 1682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3041" h="1682370">
                    <a:moveTo>
                      <a:pt x="40541" y="1679677"/>
                    </a:moveTo>
                    <a:cubicBezTo>
                      <a:pt x="-119133" y="1624387"/>
                      <a:pt x="230879" y="753090"/>
                      <a:pt x="430909" y="287731"/>
                    </a:cubicBezTo>
                    <a:cubicBezTo>
                      <a:pt x="504629" y="116300"/>
                      <a:pt x="558012" y="0"/>
                      <a:pt x="558012" y="0"/>
                    </a:cubicBezTo>
                    <a:lnTo>
                      <a:pt x="673041" y="39879"/>
                    </a:lnTo>
                    <a:cubicBezTo>
                      <a:pt x="673041" y="39879"/>
                      <a:pt x="643808" y="164599"/>
                      <a:pt x="596620" y="345246"/>
                    </a:cubicBezTo>
                    <a:cubicBezTo>
                      <a:pt x="468722" y="835549"/>
                      <a:pt x="208477" y="1737986"/>
                      <a:pt x="40223" y="167967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7" name="任意形状 272"/>
              <p:cNvSpPr/>
              <p:nvPr/>
            </p:nvSpPr>
            <p:spPr>
              <a:xfrm>
                <a:off x="2087203" y="5182648"/>
                <a:ext cx="242132" cy="345245"/>
              </a:xfrm>
              <a:custGeom>
                <a:avLst/>
                <a:gdLst>
                  <a:gd name="connsiteX0" fmla="*/ 165871 w 242132"/>
                  <a:gd name="connsiteY0" fmla="*/ 345246 h 345245"/>
                  <a:gd name="connsiteX1" fmla="*/ 0 w 242132"/>
                  <a:gd name="connsiteY1" fmla="*/ 287731 h 345245"/>
                  <a:gd name="connsiteX2" fmla="*/ 127104 w 242132"/>
                  <a:gd name="connsiteY2" fmla="*/ 0 h 345245"/>
                  <a:gd name="connsiteX3" fmla="*/ 242133 w 242132"/>
                  <a:gd name="connsiteY3" fmla="*/ 39879 h 345245"/>
                  <a:gd name="connsiteX4" fmla="*/ 165712 w 242132"/>
                  <a:gd name="connsiteY4" fmla="*/ 345246 h 345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2132" h="345245">
                    <a:moveTo>
                      <a:pt x="165871" y="345246"/>
                    </a:moveTo>
                    <a:lnTo>
                      <a:pt x="0" y="287731"/>
                    </a:lnTo>
                    <a:cubicBezTo>
                      <a:pt x="73720" y="116300"/>
                      <a:pt x="127104" y="0"/>
                      <a:pt x="127104" y="0"/>
                    </a:cubicBezTo>
                    <a:lnTo>
                      <a:pt x="242133" y="39879"/>
                    </a:lnTo>
                    <a:cubicBezTo>
                      <a:pt x="242133" y="39879"/>
                      <a:pt x="212899" y="164599"/>
                      <a:pt x="165712" y="3452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8" name="任意形状 273"/>
              <p:cNvSpPr/>
              <p:nvPr/>
            </p:nvSpPr>
            <p:spPr>
              <a:xfrm>
                <a:off x="2205727" y="4819767"/>
                <a:ext cx="230057" cy="402601"/>
              </a:xfrm>
              <a:custGeom>
                <a:avLst/>
                <a:gdLst>
                  <a:gd name="connsiteX0" fmla="*/ 123608 w 230057"/>
                  <a:gd name="connsiteY0" fmla="*/ 402601 h 402601"/>
                  <a:gd name="connsiteX1" fmla="*/ 230058 w 230057"/>
                  <a:gd name="connsiteY1" fmla="*/ 281535 h 402601"/>
                  <a:gd name="connsiteX2" fmla="*/ 198759 w 230057"/>
                  <a:gd name="connsiteY2" fmla="*/ 0 h 402601"/>
                  <a:gd name="connsiteX3" fmla="*/ 0 w 230057"/>
                  <a:gd name="connsiteY3" fmla="*/ 201777 h 402601"/>
                  <a:gd name="connsiteX4" fmla="*/ 8579 w 230057"/>
                  <a:gd name="connsiteY4" fmla="*/ 362723 h 402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0057" h="402601">
                    <a:moveTo>
                      <a:pt x="123608" y="402601"/>
                    </a:moveTo>
                    <a:lnTo>
                      <a:pt x="230058" y="281535"/>
                    </a:lnTo>
                    <a:lnTo>
                      <a:pt x="198759" y="0"/>
                    </a:lnTo>
                    <a:lnTo>
                      <a:pt x="0" y="201777"/>
                    </a:lnTo>
                    <a:lnTo>
                      <a:pt x="8579" y="362723"/>
                    </a:lnTo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9" name="任意形状 274"/>
              <p:cNvSpPr/>
              <p:nvPr/>
            </p:nvSpPr>
            <p:spPr>
              <a:xfrm rot="-4252800">
                <a:off x="2234608" y="4932700"/>
                <a:ext cx="255796" cy="15887"/>
              </a:xfrm>
              <a:custGeom>
                <a:avLst/>
                <a:gdLst>
                  <a:gd name="connsiteX0" fmla="*/ 0 w 255796"/>
                  <a:gd name="connsiteY0" fmla="*/ 0 h 15887"/>
                  <a:gd name="connsiteX1" fmla="*/ 255797 w 255796"/>
                  <a:gd name="connsiteY1" fmla="*/ 0 h 15887"/>
                  <a:gd name="connsiteX2" fmla="*/ 255797 w 255796"/>
                  <a:gd name="connsiteY2" fmla="*/ 15888 h 15887"/>
                  <a:gd name="connsiteX3" fmla="*/ 0 w 255796"/>
                  <a:gd name="connsiteY3" fmla="*/ 15888 h 15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5796" h="15887">
                    <a:moveTo>
                      <a:pt x="0" y="0"/>
                    </a:moveTo>
                    <a:lnTo>
                      <a:pt x="255797" y="0"/>
                    </a:lnTo>
                    <a:lnTo>
                      <a:pt x="255797" y="15888"/>
                    </a:lnTo>
                    <a:lnTo>
                      <a:pt x="0" y="15888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00" name="组合 179"/>
            <p:cNvGrpSpPr/>
            <p:nvPr/>
          </p:nvGrpSpPr>
          <p:grpSpPr>
            <a:xfrm>
              <a:off x="418807" y="4877122"/>
              <a:ext cx="730854" cy="1714649"/>
              <a:chOff x="418807" y="4877122"/>
              <a:chExt cx="730854" cy="1714649"/>
            </a:xfrm>
          </p:grpSpPr>
          <p:sp>
            <p:nvSpPr>
              <p:cNvPr id="401" name="任意形状 268"/>
              <p:cNvSpPr/>
              <p:nvPr/>
            </p:nvSpPr>
            <p:spPr>
              <a:xfrm>
                <a:off x="418807" y="4877122"/>
                <a:ext cx="730854" cy="1714649"/>
              </a:xfrm>
              <a:custGeom>
                <a:avLst/>
                <a:gdLst>
                  <a:gd name="connsiteX0" fmla="*/ 660940 w 730854"/>
                  <a:gd name="connsiteY0" fmla="*/ 1707004 h 1714649"/>
                  <a:gd name="connsiteX1" fmla="*/ 584678 w 730854"/>
                  <a:gd name="connsiteY1" fmla="*/ 1708911 h 1714649"/>
                  <a:gd name="connsiteX2" fmla="*/ 535584 w 730854"/>
                  <a:gd name="connsiteY2" fmla="*/ 1662836 h 1714649"/>
                  <a:gd name="connsiteX3" fmla="*/ 0 w 730854"/>
                  <a:gd name="connsiteY3" fmla="*/ 232759 h 1714649"/>
                  <a:gd name="connsiteX4" fmla="*/ 13346 w 730854"/>
                  <a:gd name="connsiteY4" fmla="*/ 88973 h 1714649"/>
                  <a:gd name="connsiteX5" fmla="*/ 21608 w 730854"/>
                  <a:gd name="connsiteY5" fmla="*/ 0 h 1714649"/>
                  <a:gd name="connsiteX6" fmla="*/ 86589 w 730854"/>
                  <a:gd name="connsiteY6" fmla="*/ 61963 h 1714649"/>
                  <a:gd name="connsiteX7" fmla="*/ 190656 w 730854"/>
                  <a:gd name="connsiteY7" fmla="*/ 161263 h 1714649"/>
                  <a:gd name="connsiteX8" fmla="*/ 726239 w 730854"/>
                  <a:gd name="connsiteY8" fmla="*/ 1591340 h 1714649"/>
                  <a:gd name="connsiteX9" fmla="*/ 660781 w 730854"/>
                  <a:gd name="connsiteY9" fmla="*/ 1707004 h 1714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30854" h="1714649">
                    <a:moveTo>
                      <a:pt x="660940" y="1707004"/>
                    </a:moveTo>
                    <a:cubicBezTo>
                      <a:pt x="634566" y="1716855"/>
                      <a:pt x="607397" y="1716855"/>
                      <a:pt x="584678" y="1708911"/>
                    </a:cubicBezTo>
                    <a:cubicBezTo>
                      <a:pt x="561958" y="1700967"/>
                      <a:pt x="543845" y="1684920"/>
                      <a:pt x="535584" y="1662836"/>
                    </a:cubicBezTo>
                    <a:lnTo>
                      <a:pt x="0" y="232759"/>
                    </a:lnTo>
                    <a:lnTo>
                      <a:pt x="13346" y="88973"/>
                    </a:lnTo>
                    <a:lnTo>
                      <a:pt x="21608" y="0"/>
                    </a:lnTo>
                    <a:lnTo>
                      <a:pt x="86589" y="61963"/>
                    </a:lnTo>
                    <a:lnTo>
                      <a:pt x="190656" y="161263"/>
                    </a:lnTo>
                    <a:lnTo>
                      <a:pt x="726239" y="1591340"/>
                    </a:lnTo>
                    <a:cubicBezTo>
                      <a:pt x="742763" y="1635508"/>
                      <a:pt x="713529" y="1687303"/>
                      <a:pt x="660781" y="170700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2" name="任意形状 269"/>
              <p:cNvSpPr/>
              <p:nvPr/>
            </p:nvSpPr>
            <p:spPr>
              <a:xfrm>
                <a:off x="418965" y="4877122"/>
                <a:ext cx="190655" cy="237832"/>
              </a:xfrm>
              <a:custGeom>
                <a:avLst/>
                <a:gdLst>
                  <a:gd name="connsiteX0" fmla="*/ 318 w 190655"/>
                  <a:gd name="connsiteY0" fmla="*/ 233712 h 237832"/>
                  <a:gd name="connsiteX1" fmla="*/ 0 w 190655"/>
                  <a:gd name="connsiteY1" fmla="*/ 232759 h 237832"/>
                  <a:gd name="connsiteX2" fmla="*/ 13346 w 190655"/>
                  <a:gd name="connsiteY2" fmla="*/ 88973 h 237832"/>
                  <a:gd name="connsiteX3" fmla="*/ 21608 w 190655"/>
                  <a:gd name="connsiteY3" fmla="*/ 0 h 237832"/>
                  <a:gd name="connsiteX4" fmla="*/ 86589 w 190655"/>
                  <a:gd name="connsiteY4" fmla="*/ 61963 h 237832"/>
                  <a:gd name="connsiteX5" fmla="*/ 190656 w 190655"/>
                  <a:gd name="connsiteY5" fmla="*/ 161263 h 237832"/>
                  <a:gd name="connsiteX6" fmla="*/ 190656 w 190655"/>
                  <a:gd name="connsiteY6" fmla="*/ 161740 h 237832"/>
                  <a:gd name="connsiteX7" fmla="*/ 189861 w 190655"/>
                  <a:gd name="connsiteY7" fmla="*/ 162693 h 237832"/>
                  <a:gd name="connsiteX8" fmla="*/ 96281 w 190655"/>
                  <a:gd name="connsiteY8" fmla="*/ 197805 h 237832"/>
                  <a:gd name="connsiteX9" fmla="*/ 318 w 190655"/>
                  <a:gd name="connsiteY9" fmla="*/ 233712 h 237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0655" h="237832">
                    <a:moveTo>
                      <a:pt x="318" y="233712"/>
                    </a:moveTo>
                    <a:lnTo>
                      <a:pt x="0" y="232759"/>
                    </a:lnTo>
                    <a:lnTo>
                      <a:pt x="13346" y="88973"/>
                    </a:lnTo>
                    <a:lnTo>
                      <a:pt x="21608" y="0"/>
                    </a:lnTo>
                    <a:lnTo>
                      <a:pt x="86589" y="61963"/>
                    </a:lnTo>
                    <a:lnTo>
                      <a:pt x="190656" y="161263"/>
                    </a:lnTo>
                    <a:lnTo>
                      <a:pt x="190656" y="161740"/>
                    </a:lnTo>
                    <a:cubicBezTo>
                      <a:pt x="190656" y="161740"/>
                      <a:pt x="189861" y="162693"/>
                      <a:pt x="189861" y="162693"/>
                    </a:cubicBezTo>
                    <a:cubicBezTo>
                      <a:pt x="189861" y="162693"/>
                      <a:pt x="154590" y="218301"/>
                      <a:pt x="96281" y="197805"/>
                    </a:cubicBezTo>
                    <a:cubicBezTo>
                      <a:pt x="96281" y="197805"/>
                      <a:pt x="64982" y="253095"/>
                      <a:pt x="318" y="2337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3" name="任意形状 270"/>
              <p:cNvSpPr/>
              <p:nvPr/>
            </p:nvSpPr>
            <p:spPr>
              <a:xfrm>
                <a:off x="432152" y="4877122"/>
                <a:ext cx="73243" cy="88972"/>
              </a:xfrm>
              <a:custGeom>
                <a:avLst/>
                <a:gdLst>
                  <a:gd name="connsiteX0" fmla="*/ 39402 w 73243"/>
                  <a:gd name="connsiteY0" fmla="*/ 81188 h 88972"/>
                  <a:gd name="connsiteX1" fmla="*/ 0 w 73243"/>
                  <a:gd name="connsiteY1" fmla="*/ 88973 h 88972"/>
                  <a:gd name="connsiteX2" fmla="*/ 8262 w 73243"/>
                  <a:gd name="connsiteY2" fmla="*/ 0 h 88972"/>
                  <a:gd name="connsiteX3" fmla="*/ 73244 w 73243"/>
                  <a:gd name="connsiteY3" fmla="*/ 61963 h 88972"/>
                  <a:gd name="connsiteX4" fmla="*/ 39402 w 73243"/>
                  <a:gd name="connsiteY4" fmla="*/ 81188 h 88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243" h="88972">
                    <a:moveTo>
                      <a:pt x="39402" y="81188"/>
                    </a:moveTo>
                    <a:cubicBezTo>
                      <a:pt x="26215" y="86113"/>
                      <a:pt x="13028" y="88655"/>
                      <a:pt x="0" y="88973"/>
                    </a:cubicBezTo>
                    <a:lnTo>
                      <a:pt x="8262" y="0"/>
                    </a:lnTo>
                    <a:lnTo>
                      <a:pt x="73244" y="61963"/>
                    </a:lnTo>
                    <a:cubicBezTo>
                      <a:pt x="63393" y="69748"/>
                      <a:pt x="52113" y="76421"/>
                      <a:pt x="39402" y="81188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04" name="组合 180"/>
            <p:cNvGrpSpPr/>
            <p:nvPr/>
          </p:nvGrpSpPr>
          <p:grpSpPr>
            <a:xfrm>
              <a:off x="245945" y="5632901"/>
              <a:ext cx="2291840" cy="1232124"/>
              <a:chOff x="245945" y="5632901"/>
              <a:chExt cx="2291840" cy="1232124"/>
            </a:xfrm>
          </p:grpSpPr>
          <p:sp>
            <p:nvSpPr>
              <p:cNvPr id="405" name="任意形状 264"/>
              <p:cNvSpPr/>
              <p:nvPr/>
            </p:nvSpPr>
            <p:spPr>
              <a:xfrm>
                <a:off x="1028587" y="6107328"/>
                <a:ext cx="1343805" cy="757697"/>
              </a:xfrm>
              <a:custGeom>
                <a:avLst/>
                <a:gdLst>
                  <a:gd name="connsiteX0" fmla="*/ 0 w 1343805"/>
                  <a:gd name="connsiteY0" fmla="*/ 0 h 757697"/>
                  <a:gd name="connsiteX1" fmla="*/ 1343805 w 1343805"/>
                  <a:gd name="connsiteY1" fmla="*/ 0 h 757697"/>
                  <a:gd name="connsiteX2" fmla="*/ 1343805 w 1343805"/>
                  <a:gd name="connsiteY2" fmla="*/ 757698 h 757697"/>
                  <a:gd name="connsiteX3" fmla="*/ 0 w 1343805"/>
                  <a:gd name="connsiteY3" fmla="*/ 757698 h 757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3805" h="757697">
                    <a:moveTo>
                      <a:pt x="0" y="0"/>
                    </a:moveTo>
                    <a:lnTo>
                      <a:pt x="1343805" y="0"/>
                    </a:lnTo>
                    <a:lnTo>
                      <a:pt x="1343805" y="757698"/>
                    </a:lnTo>
                    <a:lnTo>
                      <a:pt x="0" y="757698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6" name="任意形状 265"/>
              <p:cNvSpPr/>
              <p:nvPr/>
            </p:nvSpPr>
            <p:spPr>
              <a:xfrm>
                <a:off x="1028587" y="5783055"/>
                <a:ext cx="1509198" cy="324273"/>
              </a:xfrm>
              <a:custGeom>
                <a:avLst/>
                <a:gdLst>
                  <a:gd name="connsiteX0" fmla="*/ 165235 w 1509198"/>
                  <a:gd name="connsiteY0" fmla="*/ 0 h 324273"/>
                  <a:gd name="connsiteX1" fmla="*/ 1509199 w 1509198"/>
                  <a:gd name="connsiteY1" fmla="*/ 0 h 324273"/>
                  <a:gd name="connsiteX2" fmla="*/ 1343964 w 1509198"/>
                  <a:gd name="connsiteY2" fmla="*/ 324274 h 324273"/>
                  <a:gd name="connsiteX3" fmla="*/ 0 w 1509198"/>
                  <a:gd name="connsiteY3" fmla="*/ 324274 h 324273"/>
                  <a:gd name="connsiteX4" fmla="*/ 165235 w 1509198"/>
                  <a:gd name="connsiteY4" fmla="*/ 0 h 324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09198" h="324273">
                    <a:moveTo>
                      <a:pt x="165235" y="0"/>
                    </a:moveTo>
                    <a:lnTo>
                      <a:pt x="1509199" y="0"/>
                    </a:lnTo>
                    <a:lnTo>
                      <a:pt x="1343964" y="324274"/>
                    </a:lnTo>
                    <a:lnTo>
                      <a:pt x="0" y="324274"/>
                    </a:lnTo>
                    <a:lnTo>
                      <a:pt x="165235" y="0"/>
                    </a:lnTo>
                    <a:close/>
                  </a:path>
                </a:pathLst>
              </a:custGeom>
              <a:solidFill>
                <a:srgbClr val="F2F2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7" name="任意形状 266"/>
              <p:cNvSpPr/>
              <p:nvPr/>
            </p:nvSpPr>
            <p:spPr>
              <a:xfrm>
                <a:off x="401965" y="5941934"/>
                <a:ext cx="626621" cy="922932"/>
              </a:xfrm>
              <a:custGeom>
                <a:avLst/>
                <a:gdLst>
                  <a:gd name="connsiteX0" fmla="*/ 0 w 626621"/>
                  <a:gd name="connsiteY0" fmla="*/ 0 h 922932"/>
                  <a:gd name="connsiteX1" fmla="*/ 626622 w 626621"/>
                  <a:gd name="connsiteY1" fmla="*/ 165394 h 922932"/>
                  <a:gd name="connsiteX2" fmla="*/ 626622 w 626621"/>
                  <a:gd name="connsiteY2" fmla="*/ 922933 h 922932"/>
                  <a:gd name="connsiteX3" fmla="*/ 0 w 626621"/>
                  <a:gd name="connsiteY3" fmla="*/ 757698 h 922932"/>
                  <a:gd name="connsiteX4" fmla="*/ 0 w 626621"/>
                  <a:gd name="connsiteY4" fmla="*/ 0 h 922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6621" h="922932">
                    <a:moveTo>
                      <a:pt x="0" y="0"/>
                    </a:moveTo>
                    <a:lnTo>
                      <a:pt x="626622" y="165394"/>
                    </a:lnTo>
                    <a:lnTo>
                      <a:pt x="626622" y="922933"/>
                    </a:lnTo>
                    <a:lnTo>
                      <a:pt x="0" y="7576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F2F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8" name="任意形状 267"/>
              <p:cNvSpPr/>
              <p:nvPr/>
            </p:nvSpPr>
            <p:spPr>
              <a:xfrm>
                <a:off x="245945" y="5632901"/>
                <a:ext cx="782641" cy="489667"/>
              </a:xfrm>
              <a:custGeom>
                <a:avLst/>
                <a:gdLst>
                  <a:gd name="connsiteX0" fmla="*/ 0 w 782641"/>
                  <a:gd name="connsiteY0" fmla="*/ 0 h 489667"/>
                  <a:gd name="connsiteX1" fmla="*/ 626781 w 782641"/>
                  <a:gd name="connsiteY1" fmla="*/ 165394 h 489667"/>
                  <a:gd name="connsiteX2" fmla="*/ 782642 w 782641"/>
                  <a:gd name="connsiteY2" fmla="*/ 489667 h 489667"/>
                  <a:gd name="connsiteX3" fmla="*/ 156020 w 782641"/>
                  <a:gd name="connsiteY3" fmla="*/ 324274 h 489667"/>
                  <a:gd name="connsiteX4" fmla="*/ 0 w 782641"/>
                  <a:gd name="connsiteY4" fmla="*/ 0 h 489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2641" h="489667">
                    <a:moveTo>
                      <a:pt x="0" y="0"/>
                    </a:moveTo>
                    <a:lnTo>
                      <a:pt x="626781" y="165394"/>
                    </a:lnTo>
                    <a:lnTo>
                      <a:pt x="782642" y="489667"/>
                    </a:lnTo>
                    <a:lnTo>
                      <a:pt x="156020" y="324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AE9E8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09" name="任意形状 181"/>
            <p:cNvSpPr/>
            <p:nvPr/>
          </p:nvSpPr>
          <p:spPr>
            <a:xfrm>
              <a:off x="2026760" y="5666693"/>
              <a:ext cx="1168959" cy="1191307"/>
            </a:xfrm>
            <a:custGeom>
              <a:avLst/>
              <a:gdLst>
                <a:gd name="connsiteX0" fmla="*/ 764943 w 1022268"/>
                <a:gd name="connsiteY0" fmla="*/ 116 h 1041812"/>
                <a:gd name="connsiteX1" fmla="*/ 908542 w 1022268"/>
                <a:gd name="connsiteY1" fmla="*/ 40428 h 1041812"/>
                <a:gd name="connsiteX2" fmla="*/ 563314 w 1022268"/>
                <a:gd name="connsiteY2" fmla="*/ 1010096 h 1041812"/>
                <a:gd name="connsiteX3" fmla="*/ 522908 w 1022268"/>
                <a:gd name="connsiteY3" fmla="*/ 1041812 h 1041812"/>
                <a:gd name="connsiteX4" fmla="*/ 53896 w 1022268"/>
                <a:gd name="connsiteY4" fmla="*/ 1041812 h 1041812"/>
                <a:gd name="connsiteX5" fmla="*/ 41907 w 1022268"/>
                <a:gd name="connsiteY5" fmla="*/ 999330 h 1041812"/>
                <a:gd name="connsiteX6" fmla="*/ 234415 w 1022268"/>
                <a:gd name="connsiteY6" fmla="*/ 82690 h 1041812"/>
                <a:gd name="connsiteX7" fmla="*/ 433809 w 1022268"/>
                <a:gd name="connsiteY7" fmla="*/ 386309 h 1041812"/>
                <a:gd name="connsiteX8" fmla="*/ 764943 w 1022268"/>
                <a:gd name="connsiteY8" fmla="*/ 116 h 1041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2268" h="1041812">
                  <a:moveTo>
                    <a:pt x="764943" y="116"/>
                  </a:moveTo>
                  <a:cubicBezTo>
                    <a:pt x="808992" y="-1323"/>
                    <a:pt x="856946" y="10549"/>
                    <a:pt x="908542" y="40428"/>
                  </a:cubicBezTo>
                  <a:cubicBezTo>
                    <a:pt x="1220443" y="221104"/>
                    <a:pt x="819061" y="793192"/>
                    <a:pt x="563314" y="1010096"/>
                  </a:cubicBezTo>
                  <a:lnTo>
                    <a:pt x="522908" y="1041812"/>
                  </a:lnTo>
                  <a:lnTo>
                    <a:pt x="53896" y="1041812"/>
                  </a:lnTo>
                  <a:lnTo>
                    <a:pt x="41907" y="999330"/>
                  </a:lnTo>
                  <a:cubicBezTo>
                    <a:pt x="-24907" y="727699"/>
                    <a:pt x="-43823" y="103990"/>
                    <a:pt x="234415" y="82690"/>
                  </a:cubicBezTo>
                  <a:cubicBezTo>
                    <a:pt x="388846" y="70933"/>
                    <a:pt x="430632" y="318944"/>
                    <a:pt x="433809" y="386309"/>
                  </a:cubicBezTo>
                  <a:cubicBezTo>
                    <a:pt x="456529" y="262513"/>
                    <a:pt x="574066" y="6350"/>
                    <a:pt x="764943" y="11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410" name="组合 182"/>
            <p:cNvGrpSpPr/>
            <p:nvPr/>
          </p:nvGrpSpPr>
          <p:grpSpPr>
            <a:xfrm>
              <a:off x="53383" y="5116838"/>
              <a:ext cx="607266" cy="1764517"/>
              <a:chOff x="53383" y="5116838"/>
              <a:chExt cx="607266" cy="1764517"/>
            </a:xfrm>
          </p:grpSpPr>
          <p:sp>
            <p:nvSpPr>
              <p:cNvPr id="411" name="任意形状 256"/>
              <p:cNvSpPr/>
              <p:nvPr/>
            </p:nvSpPr>
            <p:spPr>
              <a:xfrm>
                <a:off x="79419" y="5116838"/>
                <a:ext cx="581230" cy="1392614"/>
              </a:xfrm>
              <a:custGeom>
                <a:avLst/>
                <a:gdLst>
                  <a:gd name="connsiteX0" fmla="*/ 114890 w 581230"/>
                  <a:gd name="connsiteY0" fmla="*/ 1122201 h 1392614"/>
                  <a:gd name="connsiteX1" fmla="*/ 405164 w 581230"/>
                  <a:gd name="connsiteY1" fmla="*/ 1391344 h 1392614"/>
                  <a:gd name="connsiteX2" fmla="*/ 406752 w 581230"/>
                  <a:gd name="connsiteY2" fmla="*/ 1392615 h 1392614"/>
                  <a:gd name="connsiteX3" fmla="*/ 567380 w 581230"/>
                  <a:gd name="connsiteY3" fmla="*/ 943780 h 1392614"/>
                  <a:gd name="connsiteX4" fmla="*/ 425659 w 581230"/>
                  <a:gd name="connsiteY4" fmla="*/ 629198 h 1392614"/>
                  <a:gd name="connsiteX5" fmla="*/ 382762 w 581230"/>
                  <a:gd name="connsiteY5" fmla="*/ 331298 h 1392614"/>
                  <a:gd name="connsiteX6" fmla="*/ 376089 w 581230"/>
                  <a:gd name="connsiteY6" fmla="*/ 284428 h 1392614"/>
                  <a:gd name="connsiteX7" fmla="*/ 370846 w 581230"/>
                  <a:gd name="connsiteY7" fmla="*/ 285541 h 1392614"/>
                  <a:gd name="connsiteX8" fmla="*/ 297284 w 581230"/>
                  <a:gd name="connsiteY8" fmla="*/ 235017 h 1392614"/>
                  <a:gd name="connsiteX9" fmla="*/ 341612 w 581230"/>
                  <a:gd name="connsiteY9" fmla="*/ 162091 h 1392614"/>
                  <a:gd name="connsiteX10" fmla="*/ 271546 w 581230"/>
                  <a:gd name="connsiteY10" fmla="*/ 57389 h 1392614"/>
                  <a:gd name="connsiteX11" fmla="*/ 54675 w 581230"/>
                  <a:gd name="connsiteY11" fmla="*/ 27202 h 1392614"/>
                  <a:gd name="connsiteX12" fmla="*/ 1609 w 581230"/>
                  <a:gd name="connsiteY12" fmla="*/ 203241 h 1392614"/>
                  <a:gd name="connsiteX13" fmla="*/ 96619 w 581230"/>
                  <a:gd name="connsiteY13" fmla="*/ 649058 h 1392614"/>
                  <a:gd name="connsiteX14" fmla="*/ 61189 w 581230"/>
                  <a:gd name="connsiteY14" fmla="*/ 920265 h 1392614"/>
                  <a:gd name="connsiteX15" fmla="*/ 68021 w 581230"/>
                  <a:gd name="connsiteY15" fmla="*/ 1003995 h 1392614"/>
                  <a:gd name="connsiteX16" fmla="*/ 75647 w 581230"/>
                  <a:gd name="connsiteY16" fmla="*/ 1001771 h 1392614"/>
                  <a:gd name="connsiteX17" fmla="*/ 114731 w 581230"/>
                  <a:gd name="connsiteY17" fmla="*/ 1122201 h 1392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81230" h="1392614">
                    <a:moveTo>
                      <a:pt x="114890" y="1122201"/>
                    </a:moveTo>
                    <a:cubicBezTo>
                      <a:pt x="180031" y="1236118"/>
                      <a:pt x="294901" y="1334147"/>
                      <a:pt x="405164" y="1391344"/>
                    </a:cubicBezTo>
                    <a:lnTo>
                      <a:pt x="406752" y="1392615"/>
                    </a:lnTo>
                    <a:cubicBezTo>
                      <a:pt x="544978" y="1294904"/>
                      <a:pt x="612343" y="1106949"/>
                      <a:pt x="567380" y="943780"/>
                    </a:cubicBezTo>
                    <a:cubicBezTo>
                      <a:pt x="536875" y="832723"/>
                      <a:pt x="461566" y="738666"/>
                      <a:pt x="425659" y="629198"/>
                    </a:cubicBezTo>
                    <a:cubicBezTo>
                      <a:pt x="394360" y="533711"/>
                      <a:pt x="394519" y="431075"/>
                      <a:pt x="382762" y="331298"/>
                    </a:cubicBezTo>
                    <a:cubicBezTo>
                      <a:pt x="381014" y="315728"/>
                      <a:pt x="378790" y="299999"/>
                      <a:pt x="376089" y="284428"/>
                    </a:cubicBezTo>
                    <a:cubicBezTo>
                      <a:pt x="374341" y="284905"/>
                      <a:pt x="372593" y="285223"/>
                      <a:pt x="370846" y="285541"/>
                    </a:cubicBezTo>
                    <a:cubicBezTo>
                      <a:pt x="338434" y="291260"/>
                      <a:pt x="303639" y="267269"/>
                      <a:pt x="297284" y="235017"/>
                    </a:cubicBezTo>
                    <a:cubicBezTo>
                      <a:pt x="291406" y="204353"/>
                      <a:pt x="312060" y="171306"/>
                      <a:pt x="341612" y="162091"/>
                    </a:cubicBezTo>
                    <a:cubicBezTo>
                      <a:pt x="324929" y="123007"/>
                      <a:pt x="302368" y="86941"/>
                      <a:pt x="271546" y="57389"/>
                    </a:cubicBezTo>
                    <a:cubicBezTo>
                      <a:pt x="214190" y="1940"/>
                      <a:pt x="116797" y="-23163"/>
                      <a:pt x="54675" y="27202"/>
                    </a:cubicBezTo>
                    <a:cubicBezTo>
                      <a:pt x="5104" y="67399"/>
                      <a:pt x="-4428" y="139530"/>
                      <a:pt x="1609" y="203241"/>
                    </a:cubicBezTo>
                    <a:cubicBezTo>
                      <a:pt x="16226" y="354971"/>
                      <a:pt x="97255" y="496692"/>
                      <a:pt x="96619" y="649058"/>
                    </a:cubicBezTo>
                    <a:cubicBezTo>
                      <a:pt x="96301" y="740254"/>
                      <a:pt x="66432" y="829068"/>
                      <a:pt x="61189" y="920265"/>
                    </a:cubicBezTo>
                    <a:cubicBezTo>
                      <a:pt x="59600" y="948387"/>
                      <a:pt x="61983" y="976350"/>
                      <a:pt x="68021" y="1003995"/>
                    </a:cubicBezTo>
                    <a:cubicBezTo>
                      <a:pt x="70404" y="1003042"/>
                      <a:pt x="73105" y="1002406"/>
                      <a:pt x="75647" y="1001771"/>
                    </a:cubicBezTo>
                    <a:cubicBezTo>
                      <a:pt x="151433" y="986042"/>
                      <a:pt x="177966" y="1095669"/>
                      <a:pt x="114731" y="112220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412" name="任意形状 257"/>
              <p:cNvSpPr/>
              <p:nvPr/>
            </p:nvSpPr>
            <p:spPr>
              <a:xfrm rot="-729599">
                <a:off x="400072" y="5412195"/>
                <a:ext cx="16682" cy="1469160"/>
              </a:xfrm>
              <a:custGeom>
                <a:avLst/>
                <a:gdLst>
                  <a:gd name="connsiteX0" fmla="*/ 0 w 16682"/>
                  <a:gd name="connsiteY0" fmla="*/ 0 h 1469160"/>
                  <a:gd name="connsiteX1" fmla="*/ 16682 w 16682"/>
                  <a:gd name="connsiteY1" fmla="*/ 0 h 1469160"/>
                  <a:gd name="connsiteX2" fmla="*/ 16682 w 16682"/>
                  <a:gd name="connsiteY2" fmla="*/ 1469161 h 1469160"/>
                  <a:gd name="connsiteX3" fmla="*/ 0 w 16682"/>
                  <a:gd name="connsiteY3" fmla="*/ 1469161 h 1469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682" h="1469160">
                    <a:moveTo>
                      <a:pt x="0" y="0"/>
                    </a:moveTo>
                    <a:lnTo>
                      <a:pt x="16682" y="0"/>
                    </a:lnTo>
                    <a:lnTo>
                      <a:pt x="16682" y="1469161"/>
                    </a:lnTo>
                    <a:lnTo>
                      <a:pt x="0" y="1469161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13" name="组合 258"/>
              <p:cNvGrpSpPr/>
              <p:nvPr/>
            </p:nvGrpSpPr>
            <p:grpSpPr>
              <a:xfrm>
                <a:off x="53383" y="5208275"/>
                <a:ext cx="554546" cy="935454"/>
                <a:chOff x="53383" y="5208275"/>
                <a:chExt cx="554546" cy="935454"/>
              </a:xfrm>
              <a:solidFill>
                <a:srgbClr val="262626"/>
              </a:solidFill>
            </p:grpSpPr>
            <p:grpSp>
              <p:nvGrpSpPr>
                <p:cNvPr id="414" name="组合 259"/>
                <p:cNvGrpSpPr/>
                <p:nvPr/>
              </p:nvGrpSpPr>
              <p:grpSpPr>
                <a:xfrm>
                  <a:off x="55954" y="5536756"/>
                  <a:ext cx="551975" cy="606973"/>
                  <a:chOff x="55954" y="5536756"/>
                  <a:chExt cx="551975" cy="606973"/>
                </a:xfrm>
                <a:solidFill>
                  <a:srgbClr val="262626"/>
                </a:solidFill>
              </p:grpSpPr>
              <p:sp>
                <p:nvSpPr>
                  <p:cNvPr id="415" name="任意形状 262"/>
                  <p:cNvSpPr/>
                  <p:nvPr/>
                </p:nvSpPr>
                <p:spPr>
                  <a:xfrm rot="-2528398">
                    <a:off x="195575" y="5487731"/>
                    <a:ext cx="16682" cy="422620"/>
                  </a:xfrm>
                  <a:custGeom>
                    <a:avLst/>
                    <a:gdLst>
                      <a:gd name="connsiteX0" fmla="*/ 0 w 16682"/>
                      <a:gd name="connsiteY0" fmla="*/ 0 h 422620"/>
                      <a:gd name="connsiteX1" fmla="*/ 16682 w 16682"/>
                      <a:gd name="connsiteY1" fmla="*/ 0 h 422620"/>
                      <a:gd name="connsiteX2" fmla="*/ 16682 w 16682"/>
                      <a:gd name="connsiteY2" fmla="*/ 422620 h 422620"/>
                      <a:gd name="connsiteX3" fmla="*/ 0 w 16682"/>
                      <a:gd name="connsiteY3" fmla="*/ 422620 h 4226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682" h="422620">
                        <a:moveTo>
                          <a:pt x="0" y="0"/>
                        </a:moveTo>
                        <a:lnTo>
                          <a:pt x="16682" y="0"/>
                        </a:lnTo>
                        <a:lnTo>
                          <a:pt x="16682" y="422620"/>
                        </a:lnTo>
                        <a:lnTo>
                          <a:pt x="0" y="422620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6" name="任意形状 263"/>
                  <p:cNvSpPr/>
                  <p:nvPr/>
                </p:nvSpPr>
                <p:spPr>
                  <a:xfrm rot="-3931799">
                    <a:off x="270155" y="5919431"/>
                    <a:ext cx="466947" cy="16682"/>
                  </a:xfrm>
                  <a:custGeom>
                    <a:avLst/>
                    <a:gdLst>
                      <a:gd name="connsiteX0" fmla="*/ 0 w 466947"/>
                      <a:gd name="connsiteY0" fmla="*/ 0 h 16682"/>
                      <a:gd name="connsiteX1" fmla="*/ 466948 w 466947"/>
                      <a:gd name="connsiteY1" fmla="*/ 0 h 16682"/>
                      <a:gd name="connsiteX2" fmla="*/ 466948 w 466947"/>
                      <a:gd name="connsiteY2" fmla="*/ 16682 h 16682"/>
                      <a:gd name="connsiteX3" fmla="*/ 0 w 466947"/>
                      <a:gd name="connsiteY3" fmla="*/ 16682 h 166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66947" h="16682">
                        <a:moveTo>
                          <a:pt x="0" y="0"/>
                        </a:moveTo>
                        <a:lnTo>
                          <a:pt x="466948" y="0"/>
                        </a:lnTo>
                        <a:lnTo>
                          <a:pt x="466948" y="16682"/>
                        </a:lnTo>
                        <a:lnTo>
                          <a:pt x="0" y="16682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17" name="任意形状 260"/>
                <p:cNvSpPr/>
                <p:nvPr/>
              </p:nvSpPr>
              <p:spPr>
                <a:xfrm rot="17372401">
                  <a:off x="145517" y="5441590"/>
                  <a:ext cx="483312" cy="16682"/>
                </a:xfrm>
                <a:custGeom>
                  <a:avLst/>
                  <a:gdLst>
                    <a:gd name="connsiteX0" fmla="*/ 0 w 483312"/>
                    <a:gd name="connsiteY0" fmla="*/ 0 h 16682"/>
                    <a:gd name="connsiteX1" fmla="*/ 483312 w 483312"/>
                    <a:gd name="connsiteY1" fmla="*/ 0 h 16682"/>
                    <a:gd name="connsiteX2" fmla="*/ 483312 w 483312"/>
                    <a:gd name="connsiteY2" fmla="*/ 16682 h 16682"/>
                    <a:gd name="connsiteX3" fmla="*/ 0 w 483312"/>
                    <a:gd name="connsiteY3" fmla="*/ 16682 h 16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3312" h="16682">
                      <a:moveTo>
                        <a:pt x="0" y="0"/>
                      </a:moveTo>
                      <a:lnTo>
                        <a:pt x="483312" y="0"/>
                      </a:lnTo>
                      <a:lnTo>
                        <a:pt x="483312" y="16682"/>
                      </a:lnTo>
                      <a:lnTo>
                        <a:pt x="0" y="16682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18" name="任意形状 261"/>
                <p:cNvSpPr/>
                <p:nvPr/>
              </p:nvSpPr>
              <p:spPr>
                <a:xfrm rot="-2944799">
                  <a:off x="258735" y="5891601"/>
                  <a:ext cx="16682" cy="427386"/>
                </a:xfrm>
                <a:custGeom>
                  <a:avLst/>
                  <a:gdLst>
                    <a:gd name="connsiteX0" fmla="*/ 0 w 16682"/>
                    <a:gd name="connsiteY0" fmla="*/ 0 h 427386"/>
                    <a:gd name="connsiteX1" fmla="*/ 16682 w 16682"/>
                    <a:gd name="connsiteY1" fmla="*/ 0 h 427386"/>
                    <a:gd name="connsiteX2" fmla="*/ 16682 w 16682"/>
                    <a:gd name="connsiteY2" fmla="*/ 427387 h 427386"/>
                    <a:gd name="connsiteX3" fmla="*/ 0 w 16682"/>
                    <a:gd name="connsiteY3" fmla="*/ 427387 h 4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682" h="427386">
                      <a:moveTo>
                        <a:pt x="0" y="0"/>
                      </a:moveTo>
                      <a:lnTo>
                        <a:pt x="16682" y="0"/>
                      </a:lnTo>
                      <a:lnTo>
                        <a:pt x="16682" y="427387"/>
                      </a:lnTo>
                      <a:lnTo>
                        <a:pt x="0" y="427387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419" name="任意形状 183"/>
            <p:cNvSpPr/>
            <p:nvPr/>
          </p:nvSpPr>
          <p:spPr>
            <a:xfrm>
              <a:off x="259450" y="6590552"/>
              <a:ext cx="719725" cy="273838"/>
            </a:xfrm>
            <a:custGeom>
              <a:avLst/>
              <a:gdLst>
                <a:gd name="connsiteX0" fmla="*/ 0 w 719725"/>
                <a:gd name="connsiteY0" fmla="*/ 273838 h 273838"/>
                <a:gd name="connsiteX1" fmla="*/ 719725 w 719725"/>
                <a:gd name="connsiteY1" fmla="*/ 273838 h 273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9725" h="273838">
                  <a:moveTo>
                    <a:pt x="0" y="273838"/>
                  </a:moveTo>
                  <a:cubicBezTo>
                    <a:pt x="0" y="273838"/>
                    <a:pt x="423732" y="-342298"/>
                    <a:pt x="719725" y="273838"/>
                  </a:cubicBezTo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0" name="任意形状 184"/>
            <p:cNvSpPr/>
            <p:nvPr/>
          </p:nvSpPr>
          <p:spPr>
            <a:xfrm>
              <a:off x="7705647" y="5069305"/>
              <a:ext cx="3636920" cy="1779824"/>
            </a:xfrm>
            <a:custGeom>
              <a:avLst/>
              <a:gdLst>
                <a:gd name="connsiteX0" fmla="*/ 0 w 2992846"/>
                <a:gd name="connsiteY0" fmla="*/ 1464630 h 1464629"/>
                <a:gd name="connsiteX1" fmla="*/ 1175313 w 2992846"/>
                <a:gd name="connsiteY1" fmla="*/ 661561 h 1464629"/>
                <a:gd name="connsiteX2" fmla="*/ 1798286 w 2992846"/>
                <a:gd name="connsiteY2" fmla="*/ 259 h 1464629"/>
                <a:gd name="connsiteX3" fmla="*/ 2136552 w 2992846"/>
                <a:gd name="connsiteY3" fmla="*/ 743742 h 1464629"/>
                <a:gd name="connsiteX4" fmla="*/ 2992847 w 2992846"/>
                <a:gd name="connsiteY4" fmla="*/ 1460947 h 1464629"/>
                <a:gd name="connsiteX5" fmla="*/ 0 w 2992846"/>
                <a:gd name="connsiteY5" fmla="*/ 1464630 h 1464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92846" h="1464629">
                  <a:moveTo>
                    <a:pt x="0" y="1464630"/>
                  </a:moveTo>
                  <a:cubicBezTo>
                    <a:pt x="0" y="1464630"/>
                    <a:pt x="624814" y="-287293"/>
                    <a:pt x="1175313" y="661561"/>
                  </a:cubicBezTo>
                  <a:cubicBezTo>
                    <a:pt x="1175313" y="661561"/>
                    <a:pt x="1380348" y="-15140"/>
                    <a:pt x="1798286" y="259"/>
                  </a:cubicBezTo>
                  <a:cubicBezTo>
                    <a:pt x="2200322" y="15155"/>
                    <a:pt x="2136552" y="743742"/>
                    <a:pt x="2136552" y="743742"/>
                  </a:cubicBezTo>
                  <a:cubicBezTo>
                    <a:pt x="2136552" y="743742"/>
                    <a:pt x="2923051" y="-40748"/>
                    <a:pt x="2992847" y="1460947"/>
                  </a:cubicBezTo>
                  <a:lnTo>
                    <a:pt x="0" y="1464630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1" name="任意形状 185"/>
            <p:cNvSpPr/>
            <p:nvPr/>
          </p:nvSpPr>
          <p:spPr>
            <a:xfrm>
              <a:off x="10033689" y="5290060"/>
              <a:ext cx="2116427" cy="1559738"/>
            </a:xfrm>
            <a:custGeom>
              <a:avLst/>
              <a:gdLst>
                <a:gd name="connsiteX0" fmla="*/ 2040144 w 2116427"/>
                <a:gd name="connsiteY0" fmla="*/ 1559738 h 1559738"/>
                <a:gd name="connsiteX1" fmla="*/ 1254984 w 2116427"/>
                <a:gd name="connsiteY1" fmla="*/ 466 h 1559738"/>
                <a:gd name="connsiteX2" fmla="*/ 0 w 2116427"/>
                <a:gd name="connsiteY2" fmla="*/ 1559738 h 1559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6427" h="1559738">
                  <a:moveTo>
                    <a:pt x="2040144" y="1559738"/>
                  </a:moveTo>
                  <a:cubicBezTo>
                    <a:pt x="2040144" y="1559738"/>
                    <a:pt x="2478166" y="41138"/>
                    <a:pt x="1254984" y="466"/>
                  </a:cubicBezTo>
                  <a:cubicBezTo>
                    <a:pt x="304457" y="-31168"/>
                    <a:pt x="0" y="1559738"/>
                    <a:pt x="0" y="1559738"/>
                  </a:cubicBezTo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2" name="任意形状 186"/>
            <p:cNvSpPr/>
            <p:nvPr/>
          </p:nvSpPr>
          <p:spPr>
            <a:xfrm>
              <a:off x="9037797" y="2606619"/>
              <a:ext cx="1660714" cy="4247865"/>
            </a:xfrm>
            <a:custGeom>
              <a:avLst/>
              <a:gdLst>
                <a:gd name="connsiteX0" fmla="*/ 443217 w 1660714"/>
                <a:gd name="connsiteY0" fmla="*/ 4247866 h 4247865"/>
                <a:gd name="connsiteX1" fmla="*/ 428655 w 1660714"/>
                <a:gd name="connsiteY1" fmla="*/ 4239497 h 4247865"/>
                <a:gd name="connsiteX2" fmla="*/ 1162598 w 1660714"/>
                <a:gd name="connsiteY2" fmla="*/ 2721566 h 4247865"/>
                <a:gd name="connsiteX3" fmla="*/ 1574342 w 1660714"/>
                <a:gd name="connsiteY3" fmla="*/ 1454531 h 4247865"/>
                <a:gd name="connsiteX4" fmla="*/ 1567647 w 1660714"/>
                <a:gd name="connsiteY4" fmla="*/ 411278 h 4247865"/>
                <a:gd name="connsiteX5" fmla="*/ 1149208 w 1660714"/>
                <a:gd name="connsiteY5" fmla="*/ 41210 h 4247865"/>
                <a:gd name="connsiteX6" fmla="*/ 646076 w 1660714"/>
                <a:gd name="connsiteY6" fmla="*/ 138957 h 4247865"/>
                <a:gd name="connsiteX7" fmla="*/ 196170 w 1660714"/>
                <a:gd name="connsiteY7" fmla="*/ 1071743 h 4247865"/>
                <a:gd name="connsiteX8" fmla="*/ 31305 w 1660714"/>
                <a:gd name="connsiteY8" fmla="*/ 2450417 h 4247865"/>
                <a:gd name="connsiteX9" fmla="*/ 52562 w 1660714"/>
                <a:gd name="connsiteY9" fmla="*/ 4242342 h 4247865"/>
                <a:gd name="connsiteX10" fmla="*/ 35824 w 1660714"/>
                <a:gd name="connsiteY10" fmla="*/ 4243514 h 4247865"/>
                <a:gd name="connsiteX11" fmla="*/ 14567 w 1660714"/>
                <a:gd name="connsiteY11" fmla="*/ 2449580 h 4247865"/>
                <a:gd name="connsiteX12" fmla="*/ 179935 w 1660714"/>
                <a:gd name="connsiteY12" fmla="*/ 1067893 h 4247865"/>
                <a:gd name="connsiteX13" fmla="*/ 635531 w 1660714"/>
                <a:gd name="connsiteY13" fmla="*/ 126069 h 4247865"/>
                <a:gd name="connsiteX14" fmla="*/ 1153727 w 1660714"/>
                <a:gd name="connsiteY14" fmla="*/ 25142 h 4247865"/>
                <a:gd name="connsiteX15" fmla="*/ 1583213 w 1660714"/>
                <a:gd name="connsiteY15" fmla="*/ 404917 h 4247865"/>
                <a:gd name="connsiteX16" fmla="*/ 1590745 w 1660714"/>
                <a:gd name="connsiteY16" fmla="*/ 1458046 h 4247865"/>
                <a:gd name="connsiteX17" fmla="*/ 1177996 w 1660714"/>
                <a:gd name="connsiteY17" fmla="*/ 2728093 h 4247865"/>
                <a:gd name="connsiteX18" fmla="*/ 443217 w 1660714"/>
                <a:gd name="connsiteY18" fmla="*/ 4247698 h 4247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60714" h="4247865">
                  <a:moveTo>
                    <a:pt x="443217" y="4247866"/>
                  </a:moveTo>
                  <a:lnTo>
                    <a:pt x="428655" y="4239497"/>
                  </a:lnTo>
                  <a:cubicBezTo>
                    <a:pt x="432672" y="4232635"/>
                    <a:pt x="826842" y="3537523"/>
                    <a:pt x="1162598" y="2721566"/>
                  </a:cubicBezTo>
                  <a:cubicBezTo>
                    <a:pt x="1359599" y="2242536"/>
                    <a:pt x="1498186" y="1816230"/>
                    <a:pt x="1574342" y="1454531"/>
                  </a:cubicBezTo>
                  <a:cubicBezTo>
                    <a:pt x="1669412" y="1003453"/>
                    <a:pt x="1667068" y="652299"/>
                    <a:pt x="1567647" y="411278"/>
                  </a:cubicBezTo>
                  <a:cubicBezTo>
                    <a:pt x="1489148" y="221139"/>
                    <a:pt x="1348385" y="96611"/>
                    <a:pt x="1149208" y="41210"/>
                  </a:cubicBezTo>
                  <a:cubicBezTo>
                    <a:pt x="958901" y="-11681"/>
                    <a:pt x="789685" y="21292"/>
                    <a:pt x="646076" y="138957"/>
                  </a:cubicBezTo>
                  <a:cubicBezTo>
                    <a:pt x="453259" y="297295"/>
                    <a:pt x="301784" y="611124"/>
                    <a:pt x="196170" y="1071743"/>
                  </a:cubicBezTo>
                  <a:cubicBezTo>
                    <a:pt x="111478" y="1441141"/>
                    <a:pt x="55909" y="1905107"/>
                    <a:pt x="31305" y="2450417"/>
                  </a:cubicBezTo>
                  <a:cubicBezTo>
                    <a:pt x="-10874" y="3379352"/>
                    <a:pt x="51892" y="4233806"/>
                    <a:pt x="52562" y="4242342"/>
                  </a:cubicBezTo>
                  <a:lnTo>
                    <a:pt x="35824" y="4243514"/>
                  </a:lnTo>
                  <a:cubicBezTo>
                    <a:pt x="35154" y="4234978"/>
                    <a:pt x="-27612" y="3379520"/>
                    <a:pt x="14567" y="2449580"/>
                  </a:cubicBezTo>
                  <a:cubicBezTo>
                    <a:pt x="39339" y="1903265"/>
                    <a:pt x="95075" y="1438296"/>
                    <a:pt x="179935" y="1067893"/>
                  </a:cubicBezTo>
                  <a:cubicBezTo>
                    <a:pt x="286386" y="603592"/>
                    <a:pt x="439702" y="286750"/>
                    <a:pt x="635531" y="126069"/>
                  </a:cubicBezTo>
                  <a:cubicBezTo>
                    <a:pt x="783491" y="4722"/>
                    <a:pt x="957730" y="-29255"/>
                    <a:pt x="1153727" y="25142"/>
                  </a:cubicBezTo>
                  <a:cubicBezTo>
                    <a:pt x="1358260" y="81882"/>
                    <a:pt x="1502705" y="209757"/>
                    <a:pt x="1583213" y="404917"/>
                  </a:cubicBezTo>
                  <a:cubicBezTo>
                    <a:pt x="1683973" y="649286"/>
                    <a:pt x="1686484" y="1003621"/>
                    <a:pt x="1590745" y="1458046"/>
                  </a:cubicBezTo>
                  <a:cubicBezTo>
                    <a:pt x="1514254" y="1820749"/>
                    <a:pt x="1375500" y="2248060"/>
                    <a:pt x="1177996" y="2728093"/>
                  </a:cubicBezTo>
                  <a:cubicBezTo>
                    <a:pt x="841906" y="3545055"/>
                    <a:pt x="447233" y="4240836"/>
                    <a:pt x="443217" y="4247698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423" name="组合 187"/>
            <p:cNvGrpSpPr/>
            <p:nvPr/>
          </p:nvGrpSpPr>
          <p:grpSpPr>
            <a:xfrm>
              <a:off x="11130512" y="5358433"/>
              <a:ext cx="1066691" cy="1492283"/>
              <a:chOff x="11130512" y="5358433"/>
              <a:chExt cx="1066691" cy="1492283"/>
            </a:xfrm>
          </p:grpSpPr>
          <p:grpSp>
            <p:nvGrpSpPr>
              <p:cNvPr id="424" name="组合 238"/>
              <p:cNvGrpSpPr/>
              <p:nvPr/>
            </p:nvGrpSpPr>
            <p:grpSpPr>
              <a:xfrm>
                <a:off x="11412049" y="5358433"/>
                <a:ext cx="551142" cy="483942"/>
                <a:chOff x="11412049" y="5358433"/>
                <a:chExt cx="551142" cy="483942"/>
              </a:xfrm>
            </p:grpSpPr>
            <p:sp>
              <p:nvSpPr>
                <p:cNvPr id="425" name="任意形状 252"/>
                <p:cNvSpPr/>
                <p:nvPr/>
              </p:nvSpPr>
              <p:spPr>
                <a:xfrm>
                  <a:off x="11438602" y="5358433"/>
                  <a:ext cx="430018" cy="483942"/>
                </a:xfrm>
                <a:custGeom>
                  <a:avLst/>
                  <a:gdLst>
                    <a:gd name="connsiteX0" fmla="*/ 134609 w 430018"/>
                    <a:gd name="connsiteY0" fmla="*/ 469202 h 483942"/>
                    <a:gd name="connsiteX1" fmla="*/ 384501 w 430018"/>
                    <a:gd name="connsiteY1" fmla="*/ 393715 h 483942"/>
                    <a:gd name="connsiteX2" fmla="*/ 428689 w 430018"/>
                    <a:gd name="connsiteY2" fmla="*/ 218807 h 483942"/>
                    <a:gd name="connsiteX3" fmla="*/ 311860 w 430018"/>
                    <a:gd name="connsiteY3" fmla="*/ 27497 h 483942"/>
                    <a:gd name="connsiteX4" fmla="*/ 101469 w 430018"/>
                    <a:gd name="connsiteY4" fmla="*/ 32853 h 483942"/>
                    <a:gd name="connsiteX5" fmla="*/ 134609 w 430018"/>
                    <a:gd name="connsiteY5" fmla="*/ 469202 h 483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0018" h="483942">
                      <a:moveTo>
                        <a:pt x="134609" y="469202"/>
                      </a:moveTo>
                      <a:cubicBezTo>
                        <a:pt x="221310" y="505355"/>
                        <a:pt x="328263" y="473051"/>
                        <a:pt x="384501" y="393715"/>
                      </a:cubicBezTo>
                      <a:cubicBezTo>
                        <a:pt x="419316" y="344674"/>
                        <a:pt x="434882" y="280402"/>
                        <a:pt x="428689" y="218807"/>
                      </a:cubicBezTo>
                      <a:cubicBezTo>
                        <a:pt x="420822" y="139973"/>
                        <a:pt x="376468" y="65491"/>
                        <a:pt x="311860" y="27497"/>
                      </a:cubicBezTo>
                      <a:cubicBezTo>
                        <a:pt x="247086" y="-10497"/>
                        <a:pt x="163566" y="-9493"/>
                        <a:pt x="101469" y="32853"/>
                      </a:cubicBezTo>
                      <a:cubicBezTo>
                        <a:pt x="-45487" y="132944"/>
                        <a:pt x="-31428" y="400075"/>
                        <a:pt x="134609" y="46920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426" name="组合 253"/>
                <p:cNvGrpSpPr/>
                <p:nvPr/>
              </p:nvGrpSpPr>
              <p:grpSpPr>
                <a:xfrm>
                  <a:off x="11412049" y="5362610"/>
                  <a:ext cx="551142" cy="332333"/>
                  <a:chOff x="11412049" y="5362610"/>
                  <a:chExt cx="551142" cy="332333"/>
                </a:xfrm>
                <a:solidFill>
                  <a:srgbClr val="262626"/>
                </a:solidFill>
              </p:grpSpPr>
              <p:sp>
                <p:nvSpPr>
                  <p:cNvPr id="427" name="任意形状 254"/>
                  <p:cNvSpPr/>
                  <p:nvPr/>
                </p:nvSpPr>
                <p:spPr>
                  <a:xfrm rot="-2201999">
                    <a:off x="11512286" y="5382238"/>
                    <a:ext cx="17574" cy="341279"/>
                  </a:xfrm>
                  <a:custGeom>
                    <a:avLst/>
                    <a:gdLst>
                      <a:gd name="connsiteX0" fmla="*/ 0 w 17574"/>
                      <a:gd name="connsiteY0" fmla="*/ 0 h 341279"/>
                      <a:gd name="connsiteX1" fmla="*/ 17574 w 17574"/>
                      <a:gd name="connsiteY1" fmla="*/ 0 h 341279"/>
                      <a:gd name="connsiteX2" fmla="*/ 17574 w 17574"/>
                      <a:gd name="connsiteY2" fmla="*/ 341279 h 341279"/>
                      <a:gd name="connsiteX3" fmla="*/ 0 w 17574"/>
                      <a:gd name="connsiteY3" fmla="*/ 341279 h 3412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7574" h="341279">
                        <a:moveTo>
                          <a:pt x="0" y="0"/>
                        </a:moveTo>
                        <a:lnTo>
                          <a:pt x="17574" y="0"/>
                        </a:lnTo>
                        <a:lnTo>
                          <a:pt x="17574" y="341279"/>
                        </a:lnTo>
                        <a:lnTo>
                          <a:pt x="0" y="341279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8" name="任意形状 255"/>
                  <p:cNvSpPr/>
                  <p:nvPr/>
                </p:nvSpPr>
                <p:spPr>
                  <a:xfrm rot="-2264400">
                    <a:off x="11591386" y="5486014"/>
                    <a:ext cx="409233" cy="17574"/>
                  </a:xfrm>
                  <a:custGeom>
                    <a:avLst/>
                    <a:gdLst>
                      <a:gd name="connsiteX0" fmla="*/ 0 w 409233"/>
                      <a:gd name="connsiteY0" fmla="*/ 0 h 17574"/>
                      <a:gd name="connsiteX1" fmla="*/ 409234 w 409233"/>
                      <a:gd name="connsiteY1" fmla="*/ 0 h 17574"/>
                      <a:gd name="connsiteX2" fmla="*/ 409234 w 409233"/>
                      <a:gd name="connsiteY2" fmla="*/ 17575 h 17574"/>
                      <a:gd name="connsiteX3" fmla="*/ 0 w 409233"/>
                      <a:gd name="connsiteY3" fmla="*/ 17575 h 175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09233" h="17574">
                        <a:moveTo>
                          <a:pt x="0" y="0"/>
                        </a:moveTo>
                        <a:lnTo>
                          <a:pt x="409234" y="0"/>
                        </a:lnTo>
                        <a:lnTo>
                          <a:pt x="409234" y="17575"/>
                        </a:lnTo>
                        <a:lnTo>
                          <a:pt x="0" y="17575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429" name="任意形状 239"/>
              <p:cNvSpPr/>
              <p:nvPr/>
            </p:nvSpPr>
            <p:spPr>
              <a:xfrm rot="-4922399">
                <a:off x="10816116" y="6096933"/>
                <a:ext cx="1502030" cy="17574"/>
              </a:xfrm>
              <a:custGeom>
                <a:avLst/>
                <a:gdLst>
                  <a:gd name="connsiteX0" fmla="*/ 0 w 1502030"/>
                  <a:gd name="connsiteY0" fmla="*/ 0 h 17574"/>
                  <a:gd name="connsiteX1" fmla="*/ 1502030 w 1502030"/>
                  <a:gd name="connsiteY1" fmla="*/ 0 h 17574"/>
                  <a:gd name="connsiteX2" fmla="*/ 1502030 w 1502030"/>
                  <a:gd name="connsiteY2" fmla="*/ 17574 h 17574"/>
                  <a:gd name="connsiteX3" fmla="*/ 0 w 1502030"/>
                  <a:gd name="connsiteY3" fmla="*/ 17574 h 17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2030" h="17574">
                    <a:moveTo>
                      <a:pt x="0" y="0"/>
                    </a:moveTo>
                    <a:lnTo>
                      <a:pt x="1502030" y="0"/>
                    </a:lnTo>
                    <a:lnTo>
                      <a:pt x="1502030" y="17574"/>
                    </a:lnTo>
                    <a:lnTo>
                      <a:pt x="0" y="17574"/>
                    </a:lnTo>
                    <a:close/>
                  </a:path>
                </a:pathLst>
              </a:custGeom>
              <a:solidFill>
                <a:srgbClr val="26262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30" name="组合 240"/>
              <p:cNvGrpSpPr/>
              <p:nvPr/>
            </p:nvGrpSpPr>
            <p:grpSpPr>
              <a:xfrm>
                <a:off x="11512727" y="5881662"/>
                <a:ext cx="684476" cy="557179"/>
                <a:chOff x="11512727" y="5881662"/>
                <a:chExt cx="684476" cy="557179"/>
              </a:xfrm>
            </p:grpSpPr>
            <p:sp>
              <p:nvSpPr>
                <p:cNvPr id="431" name="任意形状 247"/>
                <p:cNvSpPr/>
                <p:nvPr/>
              </p:nvSpPr>
              <p:spPr>
                <a:xfrm>
                  <a:off x="11777002" y="5881662"/>
                  <a:ext cx="373200" cy="365134"/>
                </a:xfrm>
                <a:custGeom>
                  <a:avLst/>
                  <a:gdLst>
                    <a:gd name="connsiteX0" fmla="*/ 5931 w 373200"/>
                    <a:gd name="connsiteY0" fmla="*/ 245240 h 365134"/>
                    <a:gd name="connsiteX1" fmla="*/ 177491 w 373200"/>
                    <a:gd name="connsiteY1" fmla="*/ 364914 h 365134"/>
                    <a:gd name="connsiteX2" fmla="*/ 309383 w 373200"/>
                    <a:gd name="connsiteY2" fmla="*/ 305830 h 365134"/>
                    <a:gd name="connsiteX3" fmla="*/ 371647 w 373200"/>
                    <a:gd name="connsiteY3" fmla="*/ 137283 h 365134"/>
                    <a:gd name="connsiteX4" fmla="*/ 263857 w 373200"/>
                    <a:gd name="connsiteY4" fmla="*/ 7734 h 365134"/>
                    <a:gd name="connsiteX5" fmla="*/ 5931 w 373200"/>
                    <a:gd name="connsiteY5" fmla="*/ 245240 h 365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3200" h="365134">
                      <a:moveTo>
                        <a:pt x="5931" y="245240"/>
                      </a:moveTo>
                      <a:cubicBezTo>
                        <a:pt x="26351" y="317714"/>
                        <a:pt x="99661" y="368931"/>
                        <a:pt x="177491" y="364914"/>
                      </a:cubicBezTo>
                      <a:cubicBezTo>
                        <a:pt x="225695" y="362403"/>
                        <a:pt x="273732" y="340310"/>
                        <a:pt x="309383" y="305830"/>
                      </a:cubicBezTo>
                      <a:cubicBezTo>
                        <a:pt x="355077" y="261643"/>
                        <a:pt x="379848" y="196868"/>
                        <a:pt x="371647" y="137283"/>
                      </a:cubicBezTo>
                      <a:cubicBezTo>
                        <a:pt x="363446" y="77697"/>
                        <a:pt x="321267" y="25643"/>
                        <a:pt x="263857" y="7734"/>
                      </a:cubicBezTo>
                      <a:cubicBezTo>
                        <a:pt x="127948" y="-34947"/>
                        <a:pt x="-33068" y="106653"/>
                        <a:pt x="5931" y="24524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432" name="组合 248"/>
                <p:cNvGrpSpPr/>
                <p:nvPr/>
              </p:nvGrpSpPr>
              <p:grpSpPr>
                <a:xfrm>
                  <a:off x="11772154" y="5904970"/>
                  <a:ext cx="425049" cy="250173"/>
                  <a:chOff x="11772154" y="5904970"/>
                  <a:chExt cx="425049" cy="250173"/>
                </a:xfrm>
                <a:solidFill>
                  <a:srgbClr val="262626"/>
                </a:solidFill>
              </p:grpSpPr>
              <p:sp>
                <p:nvSpPr>
                  <p:cNvPr id="433" name="任意形状 250"/>
                  <p:cNvSpPr/>
                  <p:nvPr/>
                </p:nvSpPr>
                <p:spPr>
                  <a:xfrm rot="-5052599">
                    <a:off x="12050315" y="5975686"/>
                    <a:ext cx="17574" cy="275835"/>
                  </a:xfrm>
                  <a:custGeom>
                    <a:avLst/>
                    <a:gdLst>
                      <a:gd name="connsiteX0" fmla="*/ 0 w 17574"/>
                      <a:gd name="connsiteY0" fmla="*/ 0 h 275835"/>
                      <a:gd name="connsiteX1" fmla="*/ 17574 w 17574"/>
                      <a:gd name="connsiteY1" fmla="*/ 0 h 275835"/>
                      <a:gd name="connsiteX2" fmla="*/ 17574 w 17574"/>
                      <a:gd name="connsiteY2" fmla="*/ 275835 h 275835"/>
                      <a:gd name="connsiteX3" fmla="*/ 0 w 17574"/>
                      <a:gd name="connsiteY3" fmla="*/ 275835 h 2758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7574" h="275835">
                        <a:moveTo>
                          <a:pt x="0" y="0"/>
                        </a:moveTo>
                        <a:lnTo>
                          <a:pt x="17574" y="0"/>
                        </a:lnTo>
                        <a:lnTo>
                          <a:pt x="17574" y="275835"/>
                        </a:lnTo>
                        <a:lnTo>
                          <a:pt x="0" y="275835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4" name="任意形状 251"/>
                  <p:cNvSpPr/>
                  <p:nvPr/>
                </p:nvSpPr>
                <p:spPr>
                  <a:xfrm rot="-1101602">
                    <a:off x="11812302" y="5901177"/>
                    <a:ext cx="17574" cy="257758"/>
                  </a:xfrm>
                  <a:custGeom>
                    <a:avLst/>
                    <a:gdLst>
                      <a:gd name="connsiteX0" fmla="*/ 0 w 17574"/>
                      <a:gd name="connsiteY0" fmla="*/ 0 h 257758"/>
                      <a:gd name="connsiteX1" fmla="*/ 17574 w 17574"/>
                      <a:gd name="connsiteY1" fmla="*/ 0 h 257758"/>
                      <a:gd name="connsiteX2" fmla="*/ 17574 w 17574"/>
                      <a:gd name="connsiteY2" fmla="*/ 257759 h 257758"/>
                      <a:gd name="connsiteX3" fmla="*/ 0 w 17574"/>
                      <a:gd name="connsiteY3" fmla="*/ 257759 h 2577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7574" h="257758">
                        <a:moveTo>
                          <a:pt x="0" y="0"/>
                        </a:moveTo>
                        <a:lnTo>
                          <a:pt x="17574" y="0"/>
                        </a:lnTo>
                        <a:lnTo>
                          <a:pt x="17574" y="257759"/>
                        </a:lnTo>
                        <a:lnTo>
                          <a:pt x="0" y="257759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35" name="任意形状 249"/>
                <p:cNvSpPr/>
                <p:nvPr/>
              </p:nvSpPr>
              <p:spPr>
                <a:xfrm rot="-2383198">
                  <a:off x="11429368" y="6176969"/>
                  <a:ext cx="770932" cy="17574"/>
                </a:xfrm>
                <a:custGeom>
                  <a:avLst/>
                  <a:gdLst>
                    <a:gd name="connsiteX0" fmla="*/ 0 w 770932"/>
                    <a:gd name="connsiteY0" fmla="*/ 0 h 17574"/>
                    <a:gd name="connsiteX1" fmla="*/ 770933 w 770932"/>
                    <a:gd name="connsiteY1" fmla="*/ 0 h 17574"/>
                    <a:gd name="connsiteX2" fmla="*/ 770933 w 770932"/>
                    <a:gd name="connsiteY2" fmla="*/ 17575 h 17574"/>
                    <a:gd name="connsiteX3" fmla="*/ 0 w 770932"/>
                    <a:gd name="connsiteY3" fmla="*/ 17575 h 17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932" h="17574">
                      <a:moveTo>
                        <a:pt x="0" y="0"/>
                      </a:moveTo>
                      <a:lnTo>
                        <a:pt x="770933" y="0"/>
                      </a:lnTo>
                      <a:lnTo>
                        <a:pt x="770933" y="17575"/>
                      </a:lnTo>
                      <a:lnTo>
                        <a:pt x="0" y="17575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6" name="组合 241"/>
              <p:cNvGrpSpPr/>
              <p:nvPr/>
            </p:nvGrpSpPr>
            <p:grpSpPr>
              <a:xfrm>
                <a:off x="11130512" y="6069663"/>
                <a:ext cx="396469" cy="377760"/>
                <a:chOff x="11130512" y="6069663"/>
                <a:chExt cx="396469" cy="377760"/>
              </a:xfrm>
            </p:grpSpPr>
            <p:sp>
              <p:nvSpPr>
                <p:cNvPr id="437" name="任意形状 242"/>
                <p:cNvSpPr/>
                <p:nvPr/>
              </p:nvSpPr>
              <p:spPr>
                <a:xfrm>
                  <a:off x="11162071" y="6075691"/>
                  <a:ext cx="312443" cy="315663"/>
                </a:xfrm>
                <a:custGeom>
                  <a:avLst/>
                  <a:gdLst>
                    <a:gd name="connsiteX0" fmla="*/ 217319 w 312443"/>
                    <a:gd name="connsiteY0" fmla="*/ 308635 h 315663"/>
                    <a:gd name="connsiteX1" fmla="*/ 311719 w 312443"/>
                    <a:gd name="connsiteY1" fmla="*/ 157829 h 315663"/>
                    <a:gd name="connsiteX2" fmla="*/ 255983 w 312443"/>
                    <a:gd name="connsiteY2" fmla="*/ 48198 h 315663"/>
                    <a:gd name="connsiteX3" fmla="*/ 110198 w 312443"/>
                    <a:gd name="connsiteY3" fmla="*/ 2505 h 315663"/>
                    <a:gd name="connsiteX4" fmla="*/ 4584 w 312443"/>
                    <a:gd name="connsiteY4" fmla="*/ 99583 h 315663"/>
                    <a:gd name="connsiteX5" fmla="*/ 217319 w 312443"/>
                    <a:gd name="connsiteY5" fmla="*/ 308635 h 3156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2443" h="315663">
                      <a:moveTo>
                        <a:pt x="217319" y="308635"/>
                      </a:moveTo>
                      <a:cubicBezTo>
                        <a:pt x="278076" y="288215"/>
                        <a:pt x="318414" y="223776"/>
                        <a:pt x="311719" y="157829"/>
                      </a:cubicBezTo>
                      <a:cubicBezTo>
                        <a:pt x="307534" y="116990"/>
                        <a:pt x="286780" y="77154"/>
                        <a:pt x="255983" y="48198"/>
                      </a:cubicBezTo>
                      <a:cubicBezTo>
                        <a:pt x="216650" y="11208"/>
                        <a:pt x="160411" y="-7036"/>
                        <a:pt x="110198" y="2505"/>
                      </a:cubicBezTo>
                      <a:cubicBezTo>
                        <a:pt x="59986" y="12045"/>
                        <a:pt x="17472" y="50039"/>
                        <a:pt x="4584" y="99583"/>
                      </a:cubicBezTo>
                      <a:cubicBezTo>
                        <a:pt x="-25878" y="216913"/>
                        <a:pt x="101160" y="347634"/>
                        <a:pt x="217319" y="308635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38" name="任意形状 243"/>
                <p:cNvSpPr/>
                <p:nvPr/>
              </p:nvSpPr>
              <p:spPr>
                <a:xfrm rot="-2670601">
                  <a:off x="11351881" y="6050155"/>
                  <a:ext cx="17574" cy="456601"/>
                </a:xfrm>
                <a:custGeom>
                  <a:avLst/>
                  <a:gdLst>
                    <a:gd name="connsiteX0" fmla="*/ 0 w 17574"/>
                    <a:gd name="connsiteY0" fmla="*/ 0 h 456601"/>
                    <a:gd name="connsiteX1" fmla="*/ 17574 w 17574"/>
                    <a:gd name="connsiteY1" fmla="*/ 0 h 456601"/>
                    <a:gd name="connsiteX2" fmla="*/ 17574 w 17574"/>
                    <a:gd name="connsiteY2" fmla="*/ 456601 h 456601"/>
                    <a:gd name="connsiteX3" fmla="*/ 0 w 17574"/>
                    <a:gd name="connsiteY3" fmla="*/ 456601 h 456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574" h="456601">
                      <a:moveTo>
                        <a:pt x="0" y="0"/>
                      </a:moveTo>
                      <a:lnTo>
                        <a:pt x="17574" y="0"/>
                      </a:lnTo>
                      <a:lnTo>
                        <a:pt x="17574" y="456601"/>
                      </a:lnTo>
                      <a:lnTo>
                        <a:pt x="0" y="456601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439" name="组合 244"/>
                <p:cNvGrpSpPr/>
                <p:nvPr/>
              </p:nvGrpSpPr>
              <p:grpSpPr>
                <a:xfrm>
                  <a:off x="11130512" y="6069663"/>
                  <a:ext cx="282599" cy="237643"/>
                  <a:chOff x="11130512" y="6069663"/>
                  <a:chExt cx="282599" cy="237643"/>
                </a:xfrm>
                <a:solidFill>
                  <a:srgbClr val="262626"/>
                </a:solidFill>
              </p:grpSpPr>
              <p:sp>
                <p:nvSpPr>
                  <p:cNvPr id="440" name="任意形状 245"/>
                  <p:cNvSpPr/>
                  <p:nvPr/>
                </p:nvSpPr>
                <p:spPr>
                  <a:xfrm rot="-444001">
                    <a:off x="11130847" y="6241340"/>
                    <a:ext cx="191143" cy="17574"/>
                  </a:xfrm>
                  <a:custGeom>
                    <a:avLst/>
                    <a:gdLst>
                      <a:gd name="connsiteX0" fmla="*/ 0 w 191143"/>
                      <a:gd name="connsiteY0" fmla="*/ 0 h 17574"/>
                      <a:gd name="connsiteX1" fmla="*/ 191143 w 191143"/>
                      <a:gd name="connsiteY1" fmla="*/ 0 h 17574"/>
                      <a:gd name="connsiteX2" fmla="*/ 191143 w 191143"/>
                      <a:gd name="connsiteY2" fmla="*/ 17574 h 17574"/>
                      <a:gd name="connsiteX3" fmla="*/ 0 w 191143"/>
                      <a:gd name="connsiteY3" fmla="*/ 17574 h 175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1143" h="17574">
                        <a:moveTo>
                          <a:pt x="0" y="0"/>
                        </a:moveTo>
                        <a:lnTo>
                          <a:pt x="191143" y="0"/>
                        </a:lnTo>
                        <a:lnTo>
                          <a:pt x="191143" y="17574"/>
                        </a:lnTo>
                        <a:lnTo>
                          <a:pt x="0" y="17574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1" name="任意形状 246"/>
                  <p:cNvSpPr/>
                  <p:nvPr/>
                </p:nvSpPr>
                <p:spPr>
                  <a:xfrm rot="-5178600">
                    <a:off x="11278214" y="6179698"/>
                    <a:ext cx="237004" cy="17574"/>
                  </a:xfrm>
                  <a:custGeom>
                    <a:avLst/>
                    <a:gdLst>
                      <a:gd name="connsiteX0" fmla="*/ 0 w 237004"/>
                      <a:gd name="connsiteY0" fmla="*/ 0 h 17574"/>
                      <a:gd name="connsiteX1" fmla="*/ 237004 w 237004"/>
                      <a:gd name="connsiteY1" fmla="*/ 0 h 17574"/>
                      <a:gd name="connsiteX2" fmla="*/ 237004 w 237004"/>
                      <a:gd name="connsiteY2" fmla="*/ 17575 h 17574"/>
                      <a:gd name="connsiteX3" fmla="*/ 0 w 237004"/>
                      <a:gd name="connsiteY3" fmla="*/ 17575 h 175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37004" h="17574">
                        <a:moveTo>
                          <a:pt x="0" y="0"/>
                        </a:moveTo>
                        <a:lnTo>
                          <a:pt x="237004" y="0"/>
                        </a:lnTo>
                        <a:lnTo>
                          <a:pt x="237004" y="17575"/>
                        </a:lnTo>
                        <a:lnTo>
                          <a:pt x="0" y="17575"/>
                        </a:lnTo>
                        <a:close/>
                      </a:path>
                    </a:pathLst>
                  </a:custGeom>
                  <a:solidFill>
                    <a:srgbClr val="262626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442" name="任意形状 188"/>
            <p:cNvSpPr/>
            <p:nvPr/>
          </p:nvSpPr>
          <p:spPr>
            <a:xfrm>
              <a:off x="9139087" y="4594424"/>
              <a:ext cx="333577" cy="376286"/>
            </a:xfrm>
            <a:custGeom>
              <a:avLst/>
              <a:gdLst>
                <a:gd name="connsiteX0" fmla="*/ 199973 w 333577"/>
                <a:gd name="connsiteY0" fmla="*/ 95832 h 376286"/>
                <a:gd name="connsiteX1" fmla="*/ 219760 w 333577"/>
                <a:gd name="connsiteY1" fmla="*/ 4 h 376286"/>
                <a:gd name="connsiteX2" fmla="*/ 269310 w 333577"/>
                <a:gd name="connsiteY2" fmla="*/ 88310 h 376286"/>
                <a:gd name="connsiteX3" fmla="*/ 333577 w 333577"/>
                <a:gd name="connsiteY3" fmla="*/ 199183 h 376286"/>
                <a:gd name="connsiteX4" fmla="*/ 148298 w 333577"/>
                <a:gd name="connsiteY4" fmla="*/ 376286 h 376286"/>
                <a:gd name="connsiteX5" fmla="*/ 794 w 333577"/>
                <a:gd name="connsiteY5" fmla="*/ 113821 h 376286"/>
                <a:gd name="connsiteX6" fmla="*/ 24506 w 333577"/>
                <a:gd name="connsiteY6" fmla="*/ 100248 h 376286"/>
                <a:gd name="connsiteX7" fmla="*/ 11587 w 333577"/>
                <a:gd name="connsiteY7" fmla="*/ 63126 h 376286"/>
                <a:gd name="connsiteX8" fmla="*/ 35299 w 333577"/>
                <a:gd name="connsiteY8" fmla="*/ 49553 h 376286"/>
                <a:gd name="connsiteX9" fmla="*/ 41676 w 333577"/>
                <a:gd name="connsiteY9" fmla="*/ 17665 h 376286"/>
                <a:gd name="connsiteX10" fmla="*/ 199973 w 333577"/>
                <a:gd name="connsiteY10" fmla="*/ 95832 h 376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3577" h="376286">
                  <a:moveTo>
                    <a:pt x="199973" y="95832"/>
                  </a:moveTo>
                  <a:cubicBezTo>
                    <a:pt x="184601" y="58875"/>
                    <a:pt x="182966" y="331"/>
                    <a:pt x="219760" y="4"/>
                  </a:cubicBezTo>
                  <a:cubicBezTo>
                    <a:pt x="258353" y="-487"/>
                    <a:pt x="251322" y="47591"/>
                    <a:pt x="269310" y="88310"/>
                  </a:cubicBezTo>
                  <a:cubicBezTo>
                    <a:pt x="287298" y="129029"/>
                    <a:pt x="333577" y="199183"/>
                    <a:pt x="333577" y="199183"/>
                  </a:cubicBezTo>
                  <a:lnTo>
                    <a:pt x="148298" y="376286"/>
                  </a:lnTo>
                  <a:cubicBezTo>
                    <a:pt x="148298" y="376286"/>
                    <a:pt x="-12616" y="146690"/>
                    <a:pt x="794" y="113821"/>
                  </a:cubicBezTo>
                  <a:cubicBezTo>
                    <a:pt x="8807" y="94033"/>
                    <a:pt x="24506" y="100248"/>
                    <a:pt x="24506" y="100248"/>
                  </a:cubicBezTo>
                  <a:cubicBezTo>
                    <a:pt x="24506" y="100248"/>
                    <a:pt x="5373" y="78989"/>
                    <a:pt x="11587" y="63126"/>
                  </a:cubicBezTo>
                  <a:cubicBezTo>
                    <a:pt x="17801" y="47264"/>
                    <a:pt x="35299" y="49553"/>
                    <a:pt x="35299" y="49553"/>
                  </a:cubicBezTo>
                  <a:cubicBezTo>
                    <a:pt x="35299" y="49553"/>
                    <a:pt x="21562" y="28785"/>
                    <a:pt x="41676" y="17665"/>
                  </a:cubicBezTo>
                  <a:cubicBezTo>
                    <a:pt x="63589" y="5564"/>
                    <a:pt x="133907" y="48736"/>
                    <a:pt x="199973" y="95832"/>
                  </a:cubicBezTo>
                  <a:close/>
                </a:path>
              </a:pathLst>
            </a:custGeom>
            <a:solidFill>
              <a:srgbClr val="FFB78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3" name="任意形状 189"/>
            <p:cNvSpPr/>
            <p:nvPr/>
          </p:nvSpPr>
          <p:spPr>
            <a:xfrm>
              <a:off x="9171115" y="4636291"/>
              <a:ext cx="106457" cy="79639"/>
            </a:xfrm>
            <a:custGeom>
              <a:avLst/>
              <a:gdLst>
                <a:gd name="connsiteX0" fmla="*/ 95501 w 106457"/>
                <a:gd name="connsiteY0" fmla="*/ 79639 h 79639"/>
                <a:gd name="connsiteX1" fmla="*/ 0 w 106457"/>
                <a:gd name="connsiteY1" fmla="*/ 15045 h 79639"/>
                <a:gd name="connsiteX2" fmla="*/ 6541 w 106457"/>
                <a:gd name="connsiteY2" fmla="*/ 0 h 79639"/>
                <a:gd name="connsiteX3" fmla="*/ 106458 w 106457"/>
                <a:gd name="connsiteY3" fmla="*/ 67374 h 79639"/>
                <a:gd name="connsiteX4" fmla="*/ 95501 w 106457"/>
                <a:gd name="connsiteY4" fmla="*/ 79476 h 79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57" h="79639">
                  <a:moveTo>
                    <a:pt x="95501" y="79639"/>
                  </a:moveTo>
                  <a:cubicBezTo>
                    <a:pt x="48078" y="36631"/>
                    <a:pt x="491" y="15372"/>
                    <a:pt x="0" y="15045"/>
                  </a:cubicBezTo>
                  <a:lnTo>
                    <a:pt x="6541" y="0"/>
                  </a:lnTo>
                  <a:cubicBezTo>
                    <a:pt x="8504" y="981"/>
                    <a:pt x="57072" y="22567"/>
                    <a:pt x="106458" y="67374"/>
                  </a:cubicBezTo>
                  <a:lnTo>
                    <a:pt x="95501" y="79476"/>
                  </a:ln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4" name="任意形状 190"/>
            <p:cNvSpPr/>
            <p:nvPr/>
          </p:nvSpPr>
          <p:spPr>
            <a:xfrm>
              <a:off x="9159014" y="4687803"/>
              <a:ext cx="85362" cy="72116"/>
            </a:xfrm>
            <a:custGeom>
              <a:avLst/>
              <a:gdLst>
                <a:gd name="connsiteX0" fmla="*/ 74079 w 85362"/>
                <a:gd name="connsiteY0" fmla="*/ 72117 h 72116"/>
                <a:gd name="connsiteX1" fmla="*/ 0 w 85362"/>
                <a:gd name="connsiteY1" fmla="*/ 13573 h 72116"/>
                <a:gd name="connsiteX2" fmla="*/ 9158 w 85362"/>
                <a:gd name="connsiteY2" fmla="*/ 0 h 72116"/>
                <a:gd name="connsiteX3" fmla="*/ 85363 w 85362"/>
                <a:gd name="connsiteY3" fmla="*/ 60179 h 72116"/>
                <a:gd name="connsiteX4" fmla="*/ 74079 w 85362"/>
                <a:gd name="connsiteY4" fmla="*/ 72117 h 72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362" h="72116">
                  <a:moveTo>
                    <a:pt x="74079" y="72117"/>
                  </a:moveTo>
                  <a:cubicBezTo>
                    <a:pt x="41537" y="41373"/>
                    <a:pt x="491" y="13900"/>
                    <a:pt x="0" y="13573"/>
                  </a:cubicBezTo>
                  <a:lnTo>
                    <a:pt x="9158" y="0"/>
                  </a:lnTo>
                  <a:cubicBezTo>
                    <a:pt x="10957" y="1145"/>
                    <a:pt x="51839" y="28618"/>
                    <a:pt x="85363" y="60179"/>
                  </a:cubicBezTo>
                  <a:lnTo>
                    <a:pt x="74079" y="72117"/>
                  </a:ln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5" name="任意形状 191"/>
            <p:cNvSpPr/>
            <p:nvPr/>
          </p:nvSpPr>
          <p:spPr>
            <a:xfrm>
              <a:off x="9338914" y="4721490"/>
              <a:ext cx="28763" cy="94683"/>
            </a:xfrm>
            <a:custGeom>
              <a:avLst/>
              <a:gdLst>
                <a:gd name="connsiteX0" fmla="*/ 10776 w 28763"/>
                <a:gd name="connsiteY0" fmla="*/ 94684 h 94683"/>
                <a:gd name="connsiteX1" fmla="*/ 15191 w 28763"/>
                <a:gd name="connsiteY1" fmla="*/ 0 h 94683"/>
                <a:gd name="connsiteX2" fmla="*/ 28764 w 28763"/>
                <a:gd name="connsiteY2" fmla="*/ 9158 h 94683"/>
                <a:gd name="connsiteX3" fmla="*/ 25166 w 28763"/>
                <a:gd name="connsiteY3" fmla="*/ 86834 h 94683"/>
                <a:gd name="connsiteX4" fmla="*/ 10776 w 28763"/>
                <a:gd name="connsiteY4" fmla="*/ 94684 h 94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63" h="94683">
                  <a:moveTo>
                    <a:pt x="10776" y="94684"/>
                  </a:moveTo>
                  <a:cubicBezTo>
                    <a:pt x="-5087" y="65575"/>
                    <a:pt x="-3288" y="27473"/>
                    <a:pt x="15191" y="0"/>
                  </a:cubicBezTo>
                  <a:lnTo>
                    <a:pt x="28764" y="9158"/>
                  </a:lnTo>
                  <a:cubicBezTo>
                    <a:pt x="13556" y="31725"/>
                    <a:pt x="12084" y="62959"/>
                    <a:pt x="25166" y="86834"/>
                  </a:cubicBezTo>
                  <a:lnTo>
                    <a:pt x="10776" y="94684"/>
                  </a:ln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6" name="任意形状 192"/>
            <p:cNvSpPr/>
            <p:nvPr/>
          </p:nvSpPr>
          <p:spPr>
            <a:xfrm>
              <a:off x="10247796" y="4084705"/>
              <a:ext cx="431228" cy="631879"/>
            </a:xfrm>
            <a:custGeom>
              <a:avLst/>
              <a:gdLst>
                <a:gd name="connsiteX0" fmla="*/ 50040 w 431228"/>
                <a:gd name="connsiteY0" fmla="*/ 564505 h 631879"/>
                <a:gd name="connsiteX1" fmla="*/ 241697 w 431228"/>
                <a:gd name="connsiteY1" fmla="*/ 631880 h 631879"/>
                <a:gd name="connsiteX2" fmla="*/ 431229 w 431228"/>
                <a:gd name="connsiteY2" fmla="*/ 455594 h 631879"/>
                <a:gd name="connsiteX3" fmla="*/ 211281 w 431228"/>
                <a:gd name="connsiteY3" fmla="*/ 0 h 631879"/>
                <a:gd name="connsiteX4" fmla="*/ 72934 w 431228"/>
                <a:gd name="connsiteY4" fmla="*/ 156989 h 631879"/>
                <a:gd name="connsiteX5" fmla="*/ 0 w 431228"/>
                <a:gd name="connsiteY5" fmla="*/ 239735 h 631879"/>
                <a:gd name="connsiteX6" fmla="*/ 38593 w 431228"/>
                <a:gd name="connsiteY6" fmla="*/ 373175 h 631879"/>
                <a:gd name="connsiteX7" fmla="*/ 61814 w 431228"/>
                <a:gd name="connsiteY7" fmla="*/ 453305 h 631879"/>
                <a:gd name="connsiteX8" fmla="*/ 50040 w 431228"/>
                <a:gd name="connsiteY8" fmla="*/ 564505 h 631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1228" h="631879">
                  <a:moveTo>
                    <a:pt x="50040" y="564505"/>
                  </a:moveTo>
                  <a:lnTo>
                    <a:pt x="241697" y="631880"/>
                  </a:lnTo>
                  <a:lnTo>
                    <a:pt x="431229" y="455594"/>
                  </a:lnTo>
                  <a:lnTo>
                    <a:pt x="211281" y="0"/>
                  </a:lnTo>
                  <a:lnTo>
                    <a:pt x="72934" y="156989"/>
                  </a:lnTo>
                  <a:lnTo>
                    <a:pt x="0" y="239735"/>
                  </a:lnTo>
                  <a:lnTo>
                    <a:pt x="38593" y="373175"/>
                  </a:lnTo>
                  <a:lnTo>
                    <a:pt x="61814" y="453305"/>
                  </a:lnTo>
                  <a:lnTo>
                    <a:pt x="50040" y="564505"/>
                  </a:lnTo>
                  <a:close/>
                </a:path>
              </a:pathLst>
            </a:custGeom>
            <a:solidFill>
              <a:srgbClr val="FFB78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7" name="任意形状 193"/>
            <p:cNvSpPr/>
            <p:nvPr/>
          </p:nvSpPr>
          <p:spPr>
            <a:xfrm>
              <a:off x="10247796" y="4241694"/>
              <a:ext cx="148158" cy="216186"/>
            </a:xfrm>
            <a:custGeom>
              <a:avLst/>
              <a:gdLst>
                <a:gd name="connsiteX0" fmla="*/ 72934 w 148158"/>
                <a:gd name="connsiteY0" fmla="*/ 0 h 216186"/>
                <a:gd name="connsiteX1" fmla="*/ 0 w 148158"/>
                <a:gd name="connsiteY1" fmla="*/ 82746 h 216186"/>
                <a:gd name="connsiteX2" fmla="*/ 38593 w 148158"/>
                <a:gd name="connsiteY2" fmla="*/ 216187 h 216186"/>
                <a:gd name="connsiteX3" fmla="*/ 148158 w 148158"/>
                <a:gd name="connsiteY3" fmla="*/ 18642 h 216186"/>
                <a:gd name="connsiteX4" fmla="*/ 72934 w 148158"/>
                <a:gd name="connsiteY4" fmla="*/ 0 h 216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58" h="216186">
                  <a:moveTo>
                    <a:pt x="72934" y="0"/>
                  </a:moveTo>
                  <a:lnTo>
                    <a:pt x="0" y="82746"/>
                  </a:lnTo>
                  <a:lnTo>
                    <a:pt x="38593" y="216187"/>
                  </a:lnTo>
                  <a:cubicBezTo>
                    <a:pt x="99426" y="168436"/>
                    <a:pt x="141290" y="95829"/>
                    <a:pt x="148158" y="18642"/>
                  </a:cubicBezTo>
                  <a:cubicBezTo>
                    <a:pt x="122484" y="12428"/>
                    <a:pt x="98118" y="6214"/>
                    <a:pt x="72934" y="0"/>
                  </a:cubicBez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8" name="任意形状 194"/>
            <p:cNvSpPr/>
            <p:nvPr/>
          </p:nvSpPr>
          <p:spPr>
            <a:xfrm>
              <a:off x="10003319" y="3737200"/>
              <a:ext cx="462135" cy="640479"/>
            </a:xfrm>
            <a:custGeom>
              <a:avLst/>
              <a:gdLst>
                <a:gd name="connsiteX0" fmla="*/ 462136 w 462135"/>
                <a:gd name="connsiteY0" fmla="*/ 236959 h 640479"/>
                <a:gd name="connsiteX1" fmla="*/ 461318 w 462135"/>
                <a:gd name="connsiteY1" fmla="*/ 242192 h 640479"/>
                <a:gd name="connsiteX2" fmla="*/ 459683 w 462135"/>
                <a:gd name="connsiteY2" fmla="*/ 252167 h 640479"/>
                <a:gd name="connsiteX3" fmla="*/ 455922 w 462135"/>
                <a:gd name="connsiteY3" fmla="*/ 276369 h 640479"/>
                <a:gd name="connsiteX4" fmla="*/ 414385 w 462135"/>
                <a:gd name="connsiteY4" fmla="*/ 538017 h 640479"/>
                <a:gd name="connsiteX5" fmla="*/ 143089 w 462135"/>
                <a:gd name="connsiteY5" fmla="*/ 612096 h 640479"/>
                <a:gd name="connsiteX6" fmla="*/ 0 w 462135"/>
                <a:gd name="connsiteY6" fmla="*/ 266067 h 640479"/>
                <a:gd name="connsiteX7" fmla="*/ 2126 w 462135"/>
                <a:gd name="connsiteY7" fmla="*/ 218153 h 640479"/>
                <a:gd name="connsiteX8" fmla="*/ 8994 w 462135"/>
                <a:gd name="connsiteY8" fmla="*/ 172528 h 640479"/>
                <a:gd name="connsiteX9" fmla="*/ 11120 w 462135"/>
                <a:gd name="connsiteY9" fmla="*/ 163370 h 640479"/>
                <a:gd name="connsiteX10" fmla="*/ 11120 w 462135"/>
                <a:gd name="connsiteY10" fmla="*/ 163207 h 640479"/>
                <a:gd name="connsiteX11" fmla="*/ 77840 w 462135"/>
                <a:gd name="connsiteY11" fmla="*/ 41867 h 640479"/>
                <a:gd name="connsiteX12" fmla="*/ 149466 w 462135"/>
                <a:gd name="connsiteY12" fmla="*/ 6545 h 640479"/>
                <a:gd name="connsiteX13" fmla="*/ 353715 w 462135"/>
                <a:gd name="connsiteY13" fmla="*/ 51025 h 640479"/>
                <a:gd name="connsiteX14" fmla="*/ 454777 w 462135"/>
                <a:gd name="connsiteY14" fmla="*/ 210630 h 640479"/>
                <a:gd name="connsiteX15" fmla="*/ 460173 w 462135"/>
                <a:gd name="connsiteY15" fmla="*/ 228946 h 640479"/>
                <a:gd name="connsiteX16" fmla="*/ 462136 w 462135"/>
                <a:gd name="connsiteY16" fmla="*/ 237122 h 640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62135" h="640479">
                  <a:moveTo>
                    <a:pt x="462136" y="236959"/>
                  </a:moveTo>
                  <a:lnTo>
                    <a:pt x="461318" y="242192"/>
                  </a:lnTo>
                  <a:lnTo>
                    <a:pt x="459683" y="252167"/>
                  </a:lnTo>
                  <a:lnTo>
                    <a:pt x="455922" y="276369"/>
                  </a:lnTo>
                  <a:lnTo>
                    <a:pt x="414385" y="538017"/>
                  </a:lnTo>
                  <a:cubicBezTo>
                    <a:pt x="414385" y="538017"/>
                    <a:pt x="308090" y="705635"/>
                    <a:pt x="143089" y="612096"/>
                  </a:cubicBezTo>
                  <a:cubicBezTo>
                    <a:pt x="57726" y="563691"/>
                    <a:pt x="327" y="408011"/>
                    <a:pt x="0" y="266067"/>
                  </a:cubicBezTo>
                  <a:cubicBezTo>
                    <a:pt x="0" y="249877"/>
                    <a:pt x="654" y="233851"/>
                    <a:pt x="2126" y="218153"/>
                  </a:cubicBezTo>
                  <a:cubicBezTo>
                    <a:pt x="3598" y="202454"/>
                    <a:pt x="5887" y="187245"/>
                    <a:pt x="8994" y="172528"/>
                  </a:cubicBezTo>
                  <a:cubicBezTo>
                    <a:pt x="9648" y="169421"/>
                    <a:pt x="10302" y="166477"/>
                    <a:pt x="11120" y="163370"/>
                  </a:cubicBezTo>
                  <a:cubicBezTo>
                    <a:pt x="11120" y="163370"/>
                    <a:pt x="11120" y="163370"/>
                    <a:pt x="11120" y="163207"/>
                  </a:cubicBezTo>
                  <a:cubicBezTo>
                    <a:pt x="22894" y="113657"/>
                    <a:pt x="44644" y="70812"/>
                    <a:pt x="77840" y="41867"/>
                  </a:cubicBezTo>
                  <a:cubicBezTo>
                    <a:pt x="97464" y="24697"/>
                    <a:pt x="121339" y="12432"/>
                    <a:pt x="149466" y="6545"/>
                  </a:cubicBezTo>
                  <a:cubicBezTo>
                    <a:pt x="240553" y="-12425"/>
                    <a:pt x="306455" y="12105"/>
                    <a:pt x="353715" y="51025"/>
                  </a:cubicBezTo>
                  <a:cubicBezTo>
                    <a:pt x="412913" y="100084"/>
                    <a:pt x="442512" y="172201"/>
                    <a:pt x="454777" y="210630"/>
                  </a:cubicBezTo>
                  <a:cubicBezTo>
                    <a:pt x="457230" y="218153"/>
                    <a:pt x="458865" y="224367"/>
                    <a:pt x="460173" y="228946"/>
                  </a:cubicBezTo>
                  <a:cubicBezTo>
                    <a:pt x="461645" y="234179"/>
                    <a:pt x="462136" y="237122"/>
                    <a:pt x="462136" y="237122"/>
                  </a:cubicBezTo>
                  <a:close/>
                </a:path>
              </a:pathLst>
            </a:custGeom>
            <a:solidFill>
              <a:srgbClr val="FFB78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9" name="任意形状 195"/>
            <p:cNvSpPr/>
            <p:nvPr/>
          </p:nvSpPr>
          <p:spPr>
            <a:xfrm>
              <a:off x="10130872" y="4050364"/>
              <a:ext cx="51511" cy="137855"/>
            </a:xfrm>
            <a:custGeom>
              <a:avLst/>
              <a:gdLst>
                <a:gd name="connsiteX0" fmla="*/ 45134 w 51511"/>
                <a:gd name="connsiteY0" fmla="*/ 137856 h 137855"/>
                <a:gd name="connsiteX1" fmla="*/ 26655 w 51511"/>
                <a:gd name="connsiteY1" fmla="*/ 131969 h 137855"/>
                <a:gd name="connsiteX2" fmla="*/ 13573 w 51511"/>
                <a:gd name="connsiteY2" fmla="*/ 110056 h 137855"/>
                <a:gd name="connsiteX3" fmla="*/ 0 w 51511"/>
                <a:gd name="connsiteY3" fmla="*/ 2126 h 137855"/>
                <a:gd name="connsiteX4" fmla="*/ 16190 w 51511"/>
                <a:gd name="connsiteY4" fmla="*/ 0 h 137855"/>
                <a:gd name="connsiteX5" fmla="*/ 29762 w 51511"/>
                <a:gd name="connsiteY5" fmla="*/ 107930 h 137855"/>
                <a:gd name="connsiteX6" fmla="*/ 36140 w 51511"/>
                <a:gd name="connsiteY6" fmla="*/ 118559 h 137855"/>
                <a:gd name="connsiteX7" fmla="*/ 48241 w 51511"/>
                <a:gd name="connsiteY7" fmla="*/ 121176 h 137855"/>
                <a:gd name="connsiteX8" fmla="*/ 51512 w 51511"/>
                <a:gd name="connsiteY8" fmla="*/ 137202 h 137855"/>
                <a:gd name="connsiteX9" fmla="*/ 45134 w 51511"/>
                <a:gd name="connsiteY9" fmla="*/ 137856 h 137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11" h="137855">
                  <a:moveTo>
                    <a:pt x="45134" y="137856"/>
                  </a:moveTo>
                  <a:cubicBezTo>
                    <a:pt x="38593" y="137856"/>
                    <a:pt x="32052" y="135893"/>
                    <a:pt x="26655" y="131969"/>
                  </a:cubicBezTo>
                  <a:cubicBezTo>
                    <a:pt x="19460" y="126899"/>
                    <a:pt x="14718" y="118886"/>
                    <a:pt x="13573" y="110056"/>
                  </a:cubicBezTo>
                  <a:lnTo>
                    <a:pt x="0" y="2126"/>
                  </a:lnTo>
                  <a:lnTo>
                    <a:pt x="16190" y="0"/>
                  </a:lnTo>
                  <a:lnTo>
                    <a:pt x="29762" y="107930"/>
                  </a:lnTo>
                  <a:cubicBezTo>
                    <a:pt x="30253" y="112181"/>
                    <a:pt x="32543" y="116106"/>
                    <a:pt x="36140" y="118559"/>
                  </a:cubicBezTo>
                  <a:cubicBezTo>
                    <a:pt x="39738" y="121176"/>
                    <a:pt x="43990" y="121993"/>
                    <a:pt x="48241" y="121176"/>
                  </a:cubicBezTo>
                  <a:lnTo>
                    <a:pt x="51512" y="137202"/>
                  </a:lnTo>
                  <a:cubicBezTo>
                    <a:pt x="49386" y="137692"/>
                    <a:pt x="47260" y="137856"/>
                    <a:pt x="45134" y="137856"/>
                  </a:cubicBez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0" name="任意形状 196"/>
            <p:cNvSpPr/>
            <p:nvPr/>
          </p:nvSpPr>
          <p:spPr>
            <a:xfrm>
              <a:off x="10219902" y="4028134"/>
              <a:ext cx="21610" cy="29574"/>
            </a:xfrm>
            <a:custGeom>
              <a:avLst/>
              <a:gdLst>
                <a:gd name="connsiteX0" fmla="*/ 421 w 21610"/>
                <a:gd name="connsiteY0" fmla="*/ 16996 h 29574"/>
                <a:gd name="connsiteX1" fmla="*/ 13830 w 21610"/>
                <a:gd name="connsiteY1" fmla="*/ 29425 h 29574"/>
                <a:gd name="connsiteX2" fmla="*/ 21189 w 21610"/>
                <a:gd name="connsiteY2" fmla="*/ 12581 h 29574"/>
                <a:gd name="connsiteX3" fmla="*/ 7780 w 21610"/>
                <a:gd name="connsiteY3" fmla="*/ 153 h 29574"/>
                <a:gd name="connsiteX4" fmla="*/ 421 w 21610"/>
                <a:gd name="connsiteY4" fmla="*/ 16996 h 29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10" h="29574">
                  <a:moveTo>
                    <a:pt x="421" y="16996"/>
                  </a:moveTo>
                  <a:cubicBezTo>
                    <a:pt x="2056" y="25009"/>
                    <a:pt x="8107" y="30569"/>
                    <a:pt x="13830" y="29425"/>
                  </a:cubicBezTo>
                  <a:cubicBezTo>
                    <a:pt x="19554" y="28280"/>
                    <a:pt x="22825" y="20758"/>
                    <a:pt x="21189" y="12581"/>
                  </a:cubicBezTo>
                  <a:cubicBezTo>
                    <a:pt x="19554" y="4405"/>
                    <a:pt x="13503" y="-992"/>
                    <a:pt x="7780" y="153"/>
                  </a:cubicBezTo>
                  <a:cubicBezTo>
                    <a:pt x="2056" y="1298"/>
                    <a:pt x="-1214" y="8820"/>
                    <a:pt x="421" y="16996"/>
                  </a:cubicBez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1" name="任意形状 197"/>
            <p:cNvSpPr/>
            <p:nvPr/>
          </p:nvSpPr>
          <p:spPr>
            <a:xfrm>
              <a:off x="10061278" y="4061007"/>
              <a:ext cx="21610" cy="29570"/>
            </a:xfrm>
            <a:custGeom>
              <a:avLst/>
              <a:gdLst>
                <a:gd name="connsiteX0" fmla="*/ 421 w 21610"/>
                <a:gd name="connsiteY0" fmla="*/ 16993 h 29570"/>
                <a:gd name="connsiteX1" fmla="*/ 13830 w 21610"/>
                <a:gd name="connsiteY1" fmla="*/ 29421 h 29570"/>
                <a:gd name="connsiteX2" fmla="*/ 21189 w 21610"/>
                <a:gd name="connsiteY2" fmla="*/ 12578 h 29570"/>
                <a:gd name="connsiteX3" fmla="*/ 7780 w 21610"/>
                <a:gd name="connsiteY3" fmla="*/ 149 h 29570"/>
                <a:gd name="connsiteX4" fmla="*/ 421 w 21610"/>
                <a:gd name="connsiteY4" fmla="*/ 16993 h 2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10" h="29570">
                  <a:moveTo>
                    <a:pt x="421" y="16993"/>
                  </a:moveTo>
                  <a:cubicBezTo>
                    <a:pt x="2056" y="25006"/>
                    <a:pt x="8107" y="30566"/>
                    <a:pt x="13830" y="29421"/>
                  </a:cubicBezTo>
                  <a:cubicBezTo>
                    <a:pt x="19554" y="28276"/>
                    <a:pt x="22825" y="20754"/>
                    <a:pt x="21189" y="12578"/>
                  </a:cubicBezTo>
                  <a:cubicBezTo>
                    <a:pt x="19554" y="4565"/>
                    <a:pt x="13503" y="-995"/>
                    <a:pt x="7780" y="149"/>
                  </a:cubicBezTo>
                  <a:cubicBezTo>
                    <a:pt x="2056" y="1294"/>
                    <a:pt x="-1214" y="8816"/>
                    <a:pt x="421" y="16993"/>
                  </a:cubicBez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2" name="任意形状 198"/>
            <p:cNvSpPr/>
            <p:nvPr/>
          </p:nvSpPr>
          <p:spPr>
            <a:xfrm>
              <a:off x="10217216" y="4167451"/>
              <a:ext cx="32514" cy="51348"/>
            </a:xfrm>
            <a:custGeom>
              <a:avLst/>
              <a:gdLst>
                <a:gd name="connsiteX0" fmla="*/ 4252 w 32514"/>
                <a:gd name="connsiteY0" fmla="*/ 51185 h 51348"/>
                <a:gd name="connsiteX1" fmla="*/ 0 w 32514"/>
                <a:gd name="connsiteY1" fmla="*/ 35486 h 51348"/>
                <a:gd name="connsiteX2" fmla="*/ 13900 w 32514"/>
                <a:gd name="connsiteY2" fmla="*/ 24039 h 51348"/>
                <a:gd name="connsiteX3" fmla="*/ 14554 w 32514"/>
                <a:gd name="connsiteY3" fmla="*/ 6051 h 51348"/>
                <a:gd name="connsiteX4" fmla="*/ 29762 w 32514"/>
                <a:gd name="connsiteY4" fmla="*/ 0 h 51348"/>
                <a:gd name="connsiteX5" fmla="*/ 28454 w 32514"/>
                <a:gd name="connsiteY5" fmla="*/ 31398 h 51348"/>
                <a:gd name="connsiteX6" fmla="*/ 4252 w 32514"/>
                <a:gd name="connsiteY6" fmla="*/ 51348 h 5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514" h="51348">
                  <a:moveTo>
                    <a:pt x="4252" y="51185"/>
                  </a:moveTo>
                  <a:lnTo>
                    <a:pt x="0" y="35486"/>
                  </a:lnTo>
                  <a:cubicBezTo>
                    <a:pt x="5887" y="33851"/>
                    <a:pt x="11120" y="29599"/>
                    <a:pt x="13900" y="24039"/>
                  </a:cubicBezTo>
                  <a:cubicBezTo>
                    <a:pt x="16680" y="18479"/>
                    <a:pt x="16844" y="11774"/>
                    <a:pt x="14554" y="6051"/>
                  </a:cubicBezTo>
                  <a:lnTo>
                    <a:pt x="29762" y="0"/>
                  </a:lnTo>
                  <a:cubicBezTo>
                    <a:pt x="33851" y="9975"/>
                    <a:pt x="33360" y="21749"/>
                    <a:pt x="28454" y="31398"/>
                  </a:cubicBezTo>
                  <a:cubicBezTo>
                    <a:pt x="23712" y="41046"/>
                    <a:pt x="14554" y="48568"/>
                    <a:pt x="4252" y="51348"/>
                  </a:cubicBez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3" name="任意形状 199"/>
            <p:cNvSpPr/>
            <p:nvPr/>
          </p:nvSpPr>
          <p:spPr>
            <a:xfrm>
              <a:off x="10181946" y="3963836"/>
              <a:ext cx="80894" cy="37276"/>
            </a:xfrm>
            <a:custGeom>
              <a:avLst/>
              <a:gdLst>
                <a:gd name="connsiteX0" fmla="*/ 60127 w 80894"/>
                <a:gd name="connsiteY0" fmla="*/ 675 h 37276"/>
                <a:gd name="connsiteX1" fmla="*/ 73700 w 80894"/>
                <a:gd name="connsiteY1" fmla="*/ 4436 h 37276"/>
                <a:gd name="connsiteX2" fmla="*/ 80895 w 80894"/>
                <a:gd name="connsiteY2" fmla="*/ 15556 h 37276"/>
                <a:gd name="connsiteX3" fmla="*/ 65687 w 80894"/>
                <a:gd name="connsiteY3" fmla="*/ 31091 h 37276"/>
                <a:gd name="connsiteX4" fmla="*/ 16137 w 80894"/>
                <a:gd name="connsiteY4" fmla="*/ 35997 h 37276"/>
                <a:gd name="connsiteX5" fmla="*/ 1256 w 80894"/>
                <a:gd name="connsiteY5" fmla="*/ 27657 h 37276"/>
                <a:gd name="connsiteX6" fmla="*/ 18426 w 80894"/>
                <a:gd name="connsiteY6" fmla="*/ 4926 h 37276"/>
                <a:gd name="connsiteX7" fmla="*/ 60127 w 80894"/>
                <a:gd name="connsiteY7" fmla="*/ 675 h 37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894" h="37276">
                  <a:moveTo>
                    <a:pt x="60127" y="675"/>
                  </a:moveTo>
                  <a:cubicBezTo>
                    <a:pt x="64869" y="1165"/>
                    <a:pt x="69611" y="2146"/>
                    <a:pt x="73700" y="4436"/>
                  </a:cubicBezTo>
                  <a:cubicBezTo>
                    <a:pt x="77788" y="6889"/>
                    <a:pt x="80895" y="10977"/>
                    <a:pt x="80895" y="15556"/>
                  </a:cubicBezTo>
                  <a:cubicBezTo>
                    <a:pt x="80895" y="23078"/>
                    <a:pt x="73045" y="28311"/>
                    <a:pt x="65687" y="31091"/>
                  </a:cubicBezTo>
                  <a:cubicBezTo>
                    <a:pt x="49988" y="36978"/>
                    <a:pt x="32654" y="38777"/>
                    <a:pt x="16137" y="35997"/>
                  </a:cubicBezTo>
                  <a:cubicBezTo>
                    <a:pt x="10250" y="35016"/>
                    <a:pt x="3872" y="32890"/>
                    <a:pt x="1256" y="27657"/>
                  </a:cubicBezTo>
                  <a:cubicBezTo>
                    <a:pt x="-4631" y="15556"/>
                    <a:pt x="11722" y="7216"/>
                    <a:pt x="18426" y="4926"/>
                  </a:cubicBezTo>
                  <a:cubicBezTo>
                    <a:pt x="31509" y="347"/>
                    <a:pt x="46390" y="-961"/>
                    <a:pt x="60127" y="675"/>
                  </a:cubicBez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4" name="任意形状 200"/>
            <p:cNvSpPr/>
            <p:nvPr/>
          </p:nvSpPr>
          <p:spPr>
            <a:xfrm>
              <a:off x="10024412" y="3995603"/>
              <a:ext cx="69316" cy="37262"/>
            </a:xfrm>
            <a:custGeom>
              <a:avLst/>
              <a:gdLst>
                <a:gd name="connsiteX0" fmla="*/ 49062 w 69316"/>
                <a:gd name="connsiteY0" fmla="*/ 142 h 37262"/>
                <a:gd name="connsiteX1" fmla="*/ 61326 w 69316"/>
                <a:gd name="connsiteY1" fmla="*/ 1450 h 37262"/>
                <a:gd name="connsiteX2" fmla="*/ 69176 w 69316"/>
                <a:gd name="connsiteY2" fmla="*/ 9953 h 37262"/>
                <a:gd name="connsiteX3" fmla="*/ 58219 w 69316"/>
                <a:gd name="connsiteY3" fmla="*/ 25652 h 37262"/>
                <a:gd name="connsiteX4" fmla="*/ 16029 w 69316"/>
                <a:gd name="connsiteY4" fmla="*/ 37263 h 37262"/>
                <a:gd name="connsiteX5" fmla="*/ 1965 w 69316"/>
                <a:gd name="connsiteY5" fmla="*/ 32357 h 37262"/>
                <a:gd name="connsiteX6" fmla="*/ 13412 w 69316"/>
                <a:gd name="connsiteY6" fmla="*/ 10117 h 37262"/>
                <a:gd name="connsiteX7" fmla="*/ 48898 w 69316"/>
                <a:gd name="connsiteY7" fmla="*/ 142 h 37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9316" h="37262">
                  <a:moveTo>
                    <a:pt x="49062" y="142"/>
                  </a:moveTo>
                  <a:cubicBezTo>
                    <a:pt x="53150" y="-186"/>
                    <a:pt x="57565" y="-22"/>
                    <a:pt x="61326" y="1450"/>
                  </a:cubicBezTo>
                  <a:cubicBezTo>
                    <a:pt x="65088" y="2922"/>
                    <a:pt x="68522" y="6029"/>
                    <a:pt x="69176" y="9953"/>
                  </a:cubicBezTo>
                  <a:cubicBezTo>
                    <a:pt x="70321" y="16495"/>
                    <a:pt x="64270" y="22218"/>
                    <a:pt x="58219" y="25652"/>
                  </a:cubicBezTo>
                  <a:cubicBezTo>
                    <a:pt x="45464" y="33175"/>
                    <a:pt x="30746" y="37099"/>
                    <a:pt x="16029" y="37263"/>
                  </a:cubicBezTo>
                  <a:cubicBezTo>
                    <a:pt x="10796" y="37263"/>
                    <a:pt x="4909" y="36445"/>
                    <a:pt x="1965" y="32357"/>
                  </a:cubicBezTo>
                  <a:cubicBezTo>
                    <a:pt x="-4903" y="22709"/>
                    <a:pt x="8016" y="13060"/>
                    <a:pt x="13412" y="10117"/>
                  </a:cubicBezTo>
                  <a:cubicBezTo>
                    <a:pt x="24042" y="4230"/>
                    <a:pt x="36797" y="959"/>
                    <a:pt x="48898" y="142"/>
                  </a:cubicBez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5" name="任意形状 201"/>
            <p:cNvSpPr/>
            <p:nvPr/>
          </p:nvSpPr>
          <p:spPr>
            <a:xfrm>
              <a:off x="9989811" y="3732514"/>
              <a:ext cx="475643" cy="246877"/>
            </a:xfrm>
            <a:custGeom>
              <a:avLst/>
              <a:gdLst>
                <a:gd name="connsiteX0" fmla="*/ 475643 w 475643"/>
                <a:gd name="connsiteY0" fmla="*/ 241644 h 246877"/>
                <a:gd name="connsiteX1" fmla="*/ 474826 w 475643"/>
                <a:gd name="connsiteY1" fmla="*/ 246877 h 246877"/>
                <a:gd name="connsiteX2" fmla="*/ 344329 w 475643"/>
                <a:gd name="connsiteY2" fmla="*/ 150395 h 246877"/>
                <a:gd name="connsiteX3" fmla="*/ 118330 w 475643"/>
                <a:gd name="connsiteY3" fmla="*/ 197164 h 246877"/>
                <a:gd name="connsiteX4" fmla="*/ 24628 w 475643"/>
                <a:gd name="connsiteY4" fmla="*/ 167729 h 246877"/>
                <a:gd name="connsiteX5" fmla="*/ 10891 w 475643"/>
                <a:gd name="connsiteY5" fmla="*/ 151703 h 246877"/>
                <a:gd name="connsiteX6" fmla="*/ 8111 w 475643"/>
                <a:gd name="connsiteY6" fmla="*/ 80077 h 246877"/>
                <a:gd name="connsiteX7" fmla="*/ 162974 w 475643"/>
                <a:gd name="connsiteY7" fmla="*/ 2891 h 246877"/>
                <a:gd name="connsiteX8" fmla="*/ 367223 w 475643"/>
                <a:gd name="connsiteY8" fmla="*/ 55547 h 246877"/>
                <a:gd name="connsiteX9" fmla="*/ 468284 w 475643"/>
                <a:gd name="connsiteY9" fmla="*/ 215152 h 246877"/>
                <a:gd name="connsiteX10" fmla="*/ 473681 w 475643"/>
                <a:gd name="connsiteY10" fmla="*/ 233468 h 246877"/>
                <a:gd name="connsiteX11" fmla="*/ 475643 w 475643"/>
                <a:gd name="connsiteY11" fmla="*/ 241644 h 246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5643" h="246877">
                  <a:moveTo>
                    <a:pt x="475643" y="241644"/>
                  </a:moveTo>
                  <a:lnTo>
                    <a:pt x="474826" y="246877"/>
                  </a:lnTo>
                  <a:cubicBezTo>
                    <a:pt x="419880" y="236411"/>
                    <a:pt x="370166" y="200108"/>
                    <a:pt x="344329" y="150395"/>
                  </a:cubicBezTo>
                  <a:cubicBezTo>
                    <a:pt x="271885" y="181138"/>
                    <a:pt x="196825" y="200598"/>
                    <a:pt x="118330" y="197164"/>
                  </a:cubicBezTo>
                  <a:cubicBezTo>
                    <a:pt x="85134" y="195692"/>
                    <a:pt x="48503" y="189151"/>
                    <a:pt x="24628" y="167729"/>
                  </a:cubicBezTo>
                  <a:cubicBezTo>
                    <a:pt x="19395" y="163150"/>
                    <a:pt x="14816" y="157753"/>
                    <a:pt x="10891" y="151703"/>
                  </a:cubicBezTo>
                  <a:cubicBezTo>
                    <a:pt x="-2518" y="130607"/>
                    <a:pt x="-3663" y="102317"/>
                    <a:pt x="8111" y="80077"/>
                  </a:cubicBezTo>
                  <a:cubicBezTo>
                    <a:pt x="19885" y="57837"/>
                    <a:pt x="77775" y="13684"/>
                    <a:pt x="162974" y="2891"/>
                  </a:cubicBezTo>
                  <a:cubicBezTo>
                    <a:pt x="255205" y="-8884"/>
                    <a:pt x="319963" y="16627"/>
                    <a:pt x="367223" y="55547"/>
                  </a:cubicBezTo>
                  <a:cubicBezTo>
                    <a:pt x="426421" y="104606"/>
                    <a:pt x="456020" y="176723"/>
                    <a:pt x="468284" y="215152"/>
                  </a:cubicBezTo>
                  <a:cubicBezTo>
                    <a:pt x="470737" y="222675"/>
                    <a:pt x="472373" y="228889"/>
                    <a:pt x="473681" y="233468"/>
                  </a:cubicBezTo>
                  <a:cubicBezTo>
                    <a:pt x="475153" y="238701"/>
                    <a:pt x="475643" y="241644"/>
                    <a:pt x="475643" y="241644"/>
                  </a:cubicBez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6" name="任意形状 202"/>
            <p:cNvSpPr/>
            <p:nvPr/>
          </p:nvSpPr>
          <p:spPr>
            <a:xfrm>
              <a:off x="10003319" y="3778904"/>
              <a:ext cx="77840" cy="224363"/>
            </a:xfrm>
            <a:custGeom>
              <a:avLst/>
              <a:gdLst>
                <a:gd name="connsiteX0" fmla="*/ 77840 w 77840"/>
                <a:gd name="connsiteY0" fmla="*/ 0 h 224363"/>
                <a:gd name="connsiteX1" fmla="*/ 0 w 77840"/>
                <a:gd name="connsiteY1" fmla="*/ 224363 h 224363"/>
                <a:gd name="connsiteX2" fmla="*/ 2126 w 77840"/>
                <a:gd name="connsiteY2" fmla="*/ 176449 h 224363"/>
                <a:gd name="connsiteX3" fmla="*/ 8994 w 77840"/>
                <a:gd name="connsiteY3" fmla="*/ 130824 h 224363"/>
                <a:gd name="connsiteX4" fmla="*/ 11120 w 77840"/>
                <a:gd name="connsiteY4" fmla="*/ 121666 h 224363"/>
                <a:gd name="connsiteX5" fmla="*/ 11120 w 77840"/>
                <a:gd name="connsiteY5" fmla="*/ 121503 h 224363"/>
                <a:gd name="connsiteX6" fmla="*/ 77840 w 77840"/>
                <a:gd name="connsiteY6" fmla="*/ 164 h 224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840" h="224363">
                  <a:moveTo>
                    <a:pt x="77840" y="0"/>
                  </a:moveTo>
                  <a:cubicBezTo>
                    <a:pt x="67374" y="78985"/>
                    <a:pt x="40719" y="155844"/>
                    <a:pt x="0" y="224363"/>
                  </a:cubicBezTo>
                  <a:cubicBezTo>
                    <a:pt x="0" y="208174"/>
                    <a:pt x="654" y="192148"/>
                    <a:pt x="2126" y="176449"/>
                  </a:cubicBezTo>
                  <a:cubicBezTo>
                    <a:pt x="3598" y="160750"/>
                    <a:pt x="5887" y="145542"/>
                    <a:pt x="8994" y="130824"/>
                  </a:cubicBezTo>
                  <a:cubicBezTo>
                    <a:pt x="9648" y="127717"/>
                    <a:pt x="10302" y="124773"/>
                    <a:pt x="11120" y="121666"/>
                  </a:cubicBezTo>
                  <a:cubicBezTo>
                    <a:pt x="11120" y="121666"/>
                    <a:pt x="11120" y="121666"/>
                    <a:pt x="11120" y="121503"/>
                  </a:cubicBezTo>
                  <a:cubicBezTo>
                    <a:pt x="22894" y="71953"/>
                    <a:pt x="44644" y="29108"/>
                    <a:pt x="77840" y="164"/>
                  </a:cubicBez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7" name="任意形状 203"/>
            <p:cNvSpPr/>
            <p:nvPr/>
          </p:nvSpPr>
          <p:spPr>
            <a:xfrm>
              <a:off x="9185833" y="4286159"/>
              <a:ext cx="2529204" cy="1581022"/>
            </a:xfrm>
            <a:custGeom>
              <a:avLst/>
              <a:gdLst>
                <a:gd name="connsiteX0" fmla="*/ 2060477 w 2529204"/>
                <a:gd name="connsiteY0" fmla="*/ 546696 h 1581022"/>
                <a:gd name="connsiteX1" fmla="*/ 1618946 w 2529204"/>
                <a:gd name="connsiteY1" fmla="*/ 444489 h 1581022"/>
                <a:gd name="connsiteX2" fmla="*/ 1467681 w 2529204"/>
                <a:gd name="connsiteY2" fmla="*/ 816520 h 1581022"/>
                <a:gd name="connsiteX3" fmla="*/ 2477479 w 2529204"/>
                <a:gd name="connsiteY3" fmla="*/ 951432 h 1581022"/>
                <a:gd name="connsiteX4" fmla="*/ 1798829 w 2529204"/>
                <a:gd name="connsiteY4" fmla="*/ 2959 h 1581022"/>
                <a:gd name="connsiteX5" fmla="*/ 1425654 w 2529204"/>
                <a:gd name="connsiteY5" fmla="*/ 114486 h 1581022"/>
                <a:gd name="connsiteX6" fmla="*/ 1124268 w 2529204"/>
                <a:gd name="connsiteY6" fmla="*/ 252342 h 1581022"/>
                <a:gd name="connsiteX7" fmla="*/ 817650 w 2529204"/>
                <a:gd name="connsiteY7" fmla="*/ 456754 h 1581022"/>
                <a:gd name="connsiteX8" fmla="*/ 727708 w 2529204"/>
                <a:gd name="connsiteY8" fmla="*/ 910550 h 1581022"/>
                <a:gd name="connsiteX9" fmla="*/ 335236 w 2529204"/>
                <a:gd name="connsiteY9" fmla="*/ 456754 h 1581022"/>
                <a:gd name="connsiteX10" fmla="*/ 0 w 2529204"/>
                <a:gd name="connsiteY10" fmla="*/ 697961 h 1581022"/>
                <a:gd name="connsiteX11" fmla="*/ 502855 w 2529204"/>
                <a:gd name="connsiteY11" fmla="*/ 1581022 h 1581022"/>
                <a:gd name="connsiteX12" fmla="*/ 2023683 w 2529204"/>
                <a:gd name="connsiteY12" fmla="*/ 1168109 h 1581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29204" h="1581022">
                  <a:moveTo>
                    <a:pt x="2060477" y="546696"/>
                  </a:moveTo>
                  <a:lnTo>
                    <a:pt x="1618946" y="444489"/>
                  </a:lnTo>
                  <a:lnTo>
                    <a:pt x="1467681" y="816520"/>
                  </a:lnTo>
                  <a:cubicBezTo>
                    <a:pt x="1467681" y="816520"/>
                    <a:pt x="2215831" y="1347992"/>
                    <a:pt x="2477479" y="951432"/>
                  </a:cubicBezTo>
                  <a:cubicBezTo>
                    <a:pt x="2739127" y="554872"/>
                    <a:pt x="1929653" y="27488"/>
                    <a:pt x="1798829" y="2959"/>
                  </a:cubicBezTo>
                  <a:cubicBezTo>
                    <a:pt x="1668005" y="-21571"/>
                    <a:pt x="1425654" y="114486"/>
                    <a:pt x="1425654" y="114486"/>
                  </a:cubicBezTo>
                  <a:cubicBezTo>
                    <a:pt x="1425654" y="114486"/>
                    <a:pt x="1324593" y="428136"/>
                    <a:pt x="1124268" y="252342"/>
                  </a:cubicBezTo>
                  <a:cubicBezTo>
                    <a:pt x="1124268" y="252342"/>
                    <a:pt x="850356" y="354548"/>
                    <a:pt x="817650" y="456754"/>
                  </a:cubicBezTo>
                  <a:cubicBezTo>
                    <a:pt x="784944" y="558960"/>
                    <a:pt x="727708" y="910550"/>
                    <a:pt x="727708" y="910550"/>
                  </a:cubicBezTo>
                  <a:lnTo>
                    <a:pt x="335236" y="456754"/>
                  </a:lnTo>
                  <a:lnTo>
                    <a:pt x="0" y="697961"/>
                  </a:lnTo>
                  <a:lnTo>
                    <a:pt x="502855" y="1581022"/>
                  </a:lnTo>
                  <a:lnTo>
                    <a:pt x="2023683" y="1168109"/>
                  </a:lnTo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8" name="任意形状 204"/>
            <p:cNvSpPr/>
            <p:nvPr/>
          </p:nvSpPr>
          <p:spPr>
            <a:xfrm>
              <a:off x="10655640" y="4681753"/>
              <a:ext cx="573826" cy="331148"/>
            </a:xfrm>
            <a:custGeom>
              <a:avLst/>
              <a:gdLst>
                <a:gd name="connsiteX0" fmla="*/ 573827 w 573826"/>
                <a:gd name="connsiteY0" fmla="*/ 147177 h 331148"/>
                <a:gd name="connsiteX1" fmla="*/ 130824 w 573826"/>
                <a:gd name="connsiteY1" fmla="*/ 0 h 331148"/>
                <a:gd name="connsiteX2" fmla="*/ 0 w 573826"/>
                <a:gd name="connsiteY2" fmla="*/ 331148 h 33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3826" h="331148">
                  <a:moveTo>
                    <a:pt x="573827" y="147177"/>
                  </a:moveTo>
                  <a:lnTo>
                    <a:pt x="130824" y="0"/>
                  </a:lnTo>
                  <a:lnTo>
                    <a:pt x="0" y="331148"/>
                  </a:lnTo>
                </a:path>
              </a:pathLst>
            </a:custGeom>
            <a:solidFill>
              <a:schemeClr val="accent3">
                <a:lumMod val="7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9" name="任意形状 205"/>
            <p:cNvSpPr/>
            <p:nvPr/>
          </p:nvSpPr>
          <p:spPr>
            <a:xfrm>
              <a:off x="10482949" y="4695307"/>
              <a:ext cx="349303" cy="361092"/>
            </a:xfrm>
            <a:custGeom>
              <a:avLst/>
              <a:gdLst>
                <a:gd name="connsiteX0" fmla="*/ 187899 w 349303"/>
                <a:gd name="connsiteY0" fmla="*/ 80475 h 361092"/>
                <a:gd name="connsiteX1" fmla="*/ 145545 w 349303"/>
                <a:gd name="connsiteY1" fmla="*/ 3943 h 361092"/>
                <a:gd name="connsiteX2" fmla="*/ 273262 w 349303"/>
                <a:gd name="connsiteY2" fmla="*/ 72462 h 361092"/>
                <a:gd name="connsiteX3" fmla="*/ 349303 w 349303"/>
                <a:gd name="connsiteY3" fmla="*/ 130188 h 361092"/>
                <a:gd name="connsiteX4" fmla="*/ 238103 w 349303"/>
                <a:gd name="connsiteY4" fmla="*/ 361092 h 361092"/>
                <a:gd name="connsiteX5" fmla="*/ 7689 w 349303"/>
                <a:gd name="connsiteY5" fmla="*/ 167309 h 361092"/>
                <a:gd name="connsiteX6" fmla="*/ 25023 w 349303"/>
                <a:gd name="connsiteY6" fmla="*/ 146214 h 361092"/>
                <a:gd name="connsiteX7" fmla="*/ 3 w 349303"/>
                <a:gd name="connsiteY7" fmla="*/ 115961 h 361092"/>
                <a:gd name="connsiteX8" fmla="*/ 17337 w 349303"/>
                <a:gd name="connsiteY8" fmla="*/ 94865 h 361092"/>
                <a:gd name="connsiteX9" fmla="*/ 12104 w 349303"/>
                <a:gd name="connsiteY9" fmla="*/ 62814 h 361092"/>
                <a:gd name="connsiteX10" fmla="*/ 187899 w 349303"/>
                <a:gd name="connsiteY10" fmla="*/ 80311 h 36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9303" h="361092">
                  <a:moveTo>
                    <a:pt x="187899" y="80475"/>
                  </a:moveTo>
                  <a:cubicBezTo>
                    <a:pt x="143746" y="55291"/>
                    <a:pt x="129355" y="24875"/>
                    <a:pt x="145545" y="3943"/>
                  </a:cubicBezTo>
                  <a:cubicBezTo>
                    <a:pt x="158791" y="-13228"/>
                    <a:pt x="223712" y="28636"/>
                    <a:pt x="273262" y="72462"/>
                  </a:cubicBezTo>
                  <a:cubicBezTo>
                    <a:pt x="306622" y="101897"/>
                    <a:pt x="349303" y="130188"/>
                    <a:pt x="349303" y="130188"/>
                  </a:cubicBezTo>
                  <a:lnTo>
                    <a:pt x="238103" y="361092"/>
                  </a:lnTo>
                  <a:cubicBezTo>
                    <a:pt x="238103" y="361092"/>
                    <a:pt x="6708" y="202795"/>
                    <a:pt x="7689" y="167309"/>
                  </a:cubicBezTo>
                  <a:cubicBezTo>
                    <a:pt x="8343" y="146050"/>
                    <a:pt x="25023" y="146214"/>
                    <a:pt x="25023" y="146214"/>
                  </a:cubicBezTo>
                  <a:cubicBezTo>
                    <a:pt x="25023" y="146214"/>
                    <a:pt x="-324" y="132968"/>
                    <a:pt x="3" y="115961"/>
                  </a:cubicBezTo>
                  <a:cubicBezTo>
                    <a:pt x="330" y="98954"/>
                    <a:pt x="17337" y="94865"/>
                    <a:pt x="17337" y="94865"/>
                  </a:cubicBezTo>
                  <a:cubicBezTo>
                    <a:pt x="17337" y="94865"/>
                    <a:pt x="-2940" y="80311"/>
                    <a:pt x="12104" y="62814"/>
                  </a:cubicBezTo>
                  <a:cubicBezTo>
                    <a:pt x="28457" y="43681"/>
                    <a:pt x="109405" y="59379"/>
                    <a:pt x="187899" y="80311"/>
                  </a:cubicBezTo>
                  <a:close/>
                </a:path>
              </a:pathLst>
            </a:custGeom>
            <a:solidFill>
              <a:srgbClr val="FFB78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0" name="任意形状 206"/>
            <p:cNvSpPr/>
            <p:nvPr/>
          </p:nvSpPr>
          <p:spPr>
            <a:xfrm>
              <a:off x="10499959" y="4782160"/>
              <a:ext cx="118232" cy="43171"/>
            </a:xfrm>
            <a:custGeom>
              <a:avLst/>
              <a:gdLst>
                <a:gd name="connsiteX0" fmla="*/ 112018 w 118232"/>
                <a:gd name="connsiteY0" fmla="*/ 43172 h 43171"/>
                <a:gd name="connsiteX1" fmla="*/ 0 w 118232"/>
                <a:gd name="connsiteY1" fmla="*/ 16353 h 43171"/>
                <a:gd name="connsiteX2" fmla="*/ 981 w 118232"/>
                <a:gd name="connsiteY2" fmla="*/ 0 h 43171"/>
                <a:gd name="connsiteX3" fmla="*/ 118232 w 118232"/>
                <a:gd name="connsiteY3" fmla="*/ 27964 h 43171"/>
                <a:gd name="connsiteX4" fmla="*/ 112182 w 118232"/>
                <a:gd name="connsiteY4" fmla="*/ 43172 h 4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232" h="43171">
                  <a:moveTo>
                    <a:pt x="112018" y="43172"/>
                  </a:moveTo>
                  <a:cubicBezTo>
                    <a:pt x="52657" y="19624"/>
                    <a:pt x="491" y="16353"/>
                    <a:pt x="0" y="16353"/>
                  </a:cubicBezTo>
                  <a:lnTo>
                    <a:pt x="981" y="0"/>
                  </a:lnTo>
                  <a:cubicBezTo>
                    <a:pt x="3271" y="0"/>
                    <a:pt x="56254" y="3271"/>
                    <a:pt x="118232" y="27964"/>
                  </a:cubicBezTo>
                  <a:lnTo>
                    <a:pt x="112182" y="43172"/>
                  </a:ln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1" name="任意形状 207"/>
            <p:cNvSpPr/>
            <p:nvPr/>
          </p:nvSpPr>
          <p:spPr>
            <a:xfrm>
              <a:off x="10506174" y="4833508"/>
              <a:ext cx="96155" cy="44643"/>
            </a:xfrm>
            <a:custGeom>
              <a:avLst/>
              <a:gdLst>
                <a:gd name="connsiteX0" fmla="*/ 89941 w 96155"/>
                <a:gd name="connsiteY0" fmla="*/ 44644 h 44643"/>
                <a:gd name="connsiteX1" fmla="*/ 0 w 96155"/>
                <a:gd name="connsiteY1" fmla="*/ 15862 h 44643"/>
                <a:gd name="connsiteX2" fmla="*/ 3761 w 96155"/>
                <a:gd name="connsiteY2" fmla="*/ 0 h 44643"/>
                <a:gd name="connsiteX3" fmla="*/ 96156 w 96155"/>
                <a:gd name="connsiteY3" fmla="*/ 29599 h 44643"/>
                <a:gd name="connsiteX4" fmla="*/ 89778 w 96155"/>
                <a:gd name="connsiteY4" fmla="*/ 44644 h 44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155" h="44643">
                  <a:moveTo>
                    <a:pt x="89941" y="44644"/>
                  </a:moveTo>
                  <a:cubicBezTo>
                    <a:pt x="48732" y="27309"/>
                    <a:pt x="491" y="16026"/>
                    <a:pt x="0" y="15862"/>
                  </a:cubicBezTo>
                  <a:lnTo>
                    <a:pt x="3761" y="0"/>
                  </a:lnTo>
                  <a:cubicBezTo>
                    <a:pt x="5724" y="491"/>
                    <a:pt x="53801" y="11774"/>
                    <a:pt x="96156" y="29599"/>
                  </a:cubicBezTo>
                  <a:lnTo>
                    <a:pt x="89778" y="44644"/>
                  </a:ln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2" name="任意形状 208"/>
            <p:cNvSpPr/>
            <p:nvPr/>
          </p:nvSpPr>
          <p:spPr>
            <a:xfrm>
              <a:off x="9044732" y="6394892"/>
              <a:ext cx="720814" cy="425177"/>
            </a:xfrm>
            <a:custGeom>
              <a:avLst/>
              <a:gdLst>
                <a:gd name="connsiteX0" fmla="*/ 720650 w 720814"/>
                <a:gd name="connsiteY0" fmla="*/ 425014 h 425177"/>
                <a:gd name="connsiteX1" fmla="*/ 711166 w 720814"/>
                <a:gd name="connsiteY1" fmla="*/ 1799 h 425177"/>
                <a:gd name="connsiteX2" fmla="*/ 260968 w 720814"/>
                <a:gd name="connsiteY2" fmla="*/ 0 h 425177"/>
                <a:gd name="connsiteX3" fmla="*/ 13547 w 720814"/>
                <a:gd name="connsiteY3" fmla="*/ 318720 h 425177"/>
                <a:gd name="connsiteX4" fmla="*/ 63751 w 720814"/>
                <a:gd name="connsiteY4" fmla="*/ 421907 h 425177"/>
                <a:gd name="connsiteX5" fmla="*/ 446738 w 720814"/>
                <a:gd name="connsiteY5" fmla="*/ 423706 h 425177"/>
                <a:gd name="connsiteX6" fmla="*/ 565624 w 720814"/>
                <a:gd name="connsiteY6" fmla="*/ 424360 h 425177"/>
                <a:gd name="connsiteX7" fmla="*/ 720814 w 720814"/>
                <a:gd name="connsiteY7" fmla="*/ 425178 h 425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0814" h="425177">
                  <a:moveTo>
                    <a:pt x="720650" y="425014"/>
                  </a:moveTo>
                  <a:lnTo>
                    <a:pt x="711166" y="1799"/>
                  </a:lnTo>
                  <a:lnTo>
                    <a:pt x="260968" y="0"/>
                  </a:lnTo>
                  <a:lnTo>
                    <a:pt x="13547" y="318720"/>
                  </a:lnTo>
                  <a:cubicBezTo>
                    <a:pt x="-18995" y="360583"/>
                    <a:pt x="10767" y="421580"/>
                    <a:pt x="63751" y="421907"/>
                  </a:cubicBezTo>
                  <a:lnTo>
                    <a:pt x="446738" y="423706"/>
                  </a:lnTo>
                  <a:cubicBezTo>
                    <a:pt x="446738" y="423706"/>
                    <a:pt x="499558" y="327387"/>
                    <a:pt x="565624" y="424360"/>
                  </a:cubicBezTo>
                  <a:lnTo>
                    <a:pt x="720814" y="425178"/>
                  </a:ln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3" name="任意形状 209"/>
            <p:cNvSpPr/>
            <p:nvPr/>
          </p:nvSpPr>
          <p:spPr>
            <a:xfrm>
              <a:off x="9120421" y="4965441"/>
              <a:ext cx="2265062" cy="1486195"/>
            </a:xfrm>
            <a:custGeom>
              <a:avLst/>
              <a:gdLst>
                <a:gd name="connsiteX0" fmla="*/ 1861625 w 2265062"/>
                <a:gd name="connsiteY0" fmla="*/ 930031 h 1486195"/>
                <a:gd name="connsiteX1" fmla="*/ 1834969 w 2265062"/>
                <a:gd name="connsiteY1" fmla="*/ 939842 h 1486195"/>
                <a:gd name="connsiteX2" fmla="*/ 1740449 w 2265062"/>
                <a:gd name="connsiteY2" fmla="*/ 968460 h 1486195"/>
                <a:gd name="connsiteX3" fmla="*/ 1645602 w 2265062"/>
                <a:gd name="connsiteY3" fmla="*/ 987102 h 1486195"/>
                <a:gd name="connsiteX4" fmla="*/ 1020100 w 2265062"/>
                <a:gd name="connsiteY4" fmla="*/ 883424 h 1486195"/>
                <a:gd name="connsiteX5" fmla="*/ 883225 w 2265062"/>
                <a:gd name="connsiteY5" fmla="*/ 860694 h 1486195"/>
                <a:gd name="connsiteX6" fmla="*/ 775950 w 2265062"/>
                <a:gd name="connsiteY6" fmla="*/ 1270827 h 1486195"/>
                <a:gd name="connsiteX7" fmla="*/ 719695 w 2265062"/>
                <a:gd name="connsiteY7" fmla="*/ 1486196 h 1486195"/>
                <a:gd name="connsiteX8" fmla="*/ 0 w 2265062"/>
                <a:gd name="connsiteY8" fmla="*/ 1486196 h 1486195"/>
                <a:gd name="connsiteX9" fmla="*/ 547825 w 2265062"/>
                <a:gd name="connsiteY9" fmla="*/ 30780 h 1486195"/>
                <a:gd name="connsiteX10" fmla="*/ 1394093 w 2265062"/>
                <a:gd name="connsiteY10" fmla="*/ 243368 h 1486195"/>
                <a:gd name="connsiteX11" fmla="*/ 2264890 w 2265062"/>
                <a:gd name="connsiteY11" fmla="*/ 390545 h 1486195"/>
                <a:gd name="connsiteX12" fmla="*/ 1861461 w 2265062"/>
                <a:gd name="connsiteY12" fmla="*/ 930031 h 1486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65062" h="1486195">
                  <a:moveTo>
                    <a:pt x="1861625" y="930031"/>
                  </a:moveTo>
                  <a:cubicBezTo>
                    <a:pt x="1852631" y="933628"/>
                    <a:pt x="1843637" y="936735"/>
                    <a:pt x="1834969" y="939842"/>
                  </a:cubicBezTo>
                  <a:cubicBezTo>
                    <a:pt x="1800301" y="952107"/>
                    <a:pt x="1768086" y="961428"/>
                    <a:pt x="1740449" y="968460"/>
                  </a:cubicBezTo>
                  <a:cubicBezTo>
                    <a:pt x="1683377" y="982851"/>
                    <a:pt x="1645602" y="987102"/>
                    <a:pt x="1645602" y="987102"/>
                  </a:cubicBezTo>
                  <a:lnTo>
                    <a:pt x="1020100" y="883424"/>
                  </a:lnTo>
                  <a:lnTo>
                    <a:pt x="883225" y="860694"/>
                  </a:lnTo>
                  <a:lnTo>
                    <a:pt x="775950" y="1270827"/>
                  </a:lnTo>
                  <a:lnTo>
                    <a:pt x="719695" y="1486196"/>
                  </a:lnTo>
                  <a:lnTo>
                    <a:pt x="0" y="1486196"/>
                  </a:lnTo>
                  <a:cubicBezTo>
                    <a:pt x="0" y="1486196"/>
                    <a:pt x="147177" y="247457"/>
                    <a:pt x="547825" y="30780"/>
                  </a:cubicBezTo>
                  <a:cubicBezTo>
                    <a:pt x="795573" y="-103152"/>
                    <a:pt x="1394093" y="243368"/>
                    <a:pt x="1394093" y="243368"/>
                  </a:cubicBezTo>
                  <a:lnTo>
                    <a:pt x="2264890" y="390545"/>
                  </a:lnTo>
                  <a:cubicBezTo>
                    <a:pt x="2272249" y="707793"/>
                    <a:pt x="2043143" y="859549"/>
                    <a:pt x="1861461" y="930031"/>
                  </a:cubicBez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4" name="任意形状 210"/>
            <p:cNvSpPr/>
            <p:nvPr/>
          </p:nvSpPr>
          <p:spPr>
            <a:xfrm>
              <a:off x="9506922" y="5289576"/>
              <a:ext cx="888214" cy="946691"/>
            </a:xfrm>
            <a:custGeom>
              <a:avLst/>
              <a:gdLst>
                <a:gd name="connsiteX0" fmla="*/ 888215 w 888214"/>
                <a:gd name="connsiteY0" fmla="*/ 4596 h 946691"/>
                <a:gd name="connsiteX1" fmla="*/ 633598 w 888214"/>
                <a:gd name="connsiteY1" fmla="*/ 559290 h 946691"/>
                <a:gd name="connsiteX2" fmla="*/ 496724 w 888214"/>
                <a:gd name="connsiteY2" fmla="*/ 536559 h 946691"/>
                <a:gd name="connsiteX3" fmla="*/ 389448 w 888214"/>
                <a:gd name="connsiteY3" fmla="*/ 946692 h 946691"/>
                <a:gd name="connsiteX4" fmla="*/ 2046 w 888214"/>
                <a:gd name="connsiteY4" fmla="*/ 356676 h 946691"/>
                <a:gd name="connsiteX5" fmla="*/ 888215 w 888214"/>
                <a:gd name="connsiteY5" fmla="*/ 4596 h 946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8214" h="946691">
                  <a:moveTo>
                    <a:pt x="888215" y="4596"/>
                  </a:moveTo>
                  <a:lnTo>
                    <a:pt x="633598" y="559290"/>
                  </a:lnTo>
                  <a:lnTo>
                    <a:pt x="496724" y="536559"/>
                  </a:lnTo>
                  <a:lnTo>
                    <a:pt x="389448" y="946692"/>
                  </a:lnTo>
                  <a:cubicBezTo>
                    <a:pt x="268600" y="856423"/>
                    <a:pt x="-27390" y="607858"/>
                    <a:pt x="2046" y="356676"/>
                  </a:cubicBezTo>
                  <a:cubicBezTo>
                    <a:pt x="51595" y="-67193"/>
                    <a:pt x="888215" y="4596"/>
                    <a:pt x="888215" y="459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5" name="任意形状 211"/>
            <p:cNvSpPr/>
            <p:nvPr/>
          </p:nvSpPr>
          <p:spPr>
            <a:xfrm>
              <a:off x="10633563" y="6017628"/>
              <a:ext cx="598846" cy="802300"/>
            </a:xfrm>
            <a:custGeom>
              <a:avLst/>
              <a:gdLst>
                <a:gd name="connsiteX0" fmla="*/ 598847 w 598846"/>
                <a:gd name="connsiteY0" fmla="*/ 205230 h 802300"/>
                <a:gd name="connsiteX1" fmla="*/ 228615 w 598846"/>
                <a:gd name="connsiteY1" fmla="*/ 0 h 802300"/>
                <a:gd name="connsiteX2" fmla="*/ 0 w 598846"/>
                <a:gd name="connsiteY2" fmla="*/ 387893 h 802300"/>
                <a:gd name="connsiteX3" fmla="*/ 150284 w 598846"/>
                <a:gd name="connsiteY3" fmla="*/ 762213 h 802300"/>
                <a:gd name="connsiteX4" fmla="*/ 264591 w 598846"/>
                <a:gd name="connsiteY4" fmla="*/ 770880 h 802300"/>
                <a:gd name="connsiteX5" fmla="*/ 459356 w 598846"/>
                <a:gd name="connsiteY5" fmla="*/ 441040 h 802300"/>
                <a:gd name="connsiteX6" fmla="*/ 519862 w 598846"/>
                <a:gd name="connsiteY6" fmla="*/ 338670 h 802300"/>
                <a:gd name="connsiteX7" fmla="*/ 598847 w 598846"/>
                <a:gd name="connsiteY7" fmla="*/ 205230 h 802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8846" h="802300">
                  <a:moveTo>
                    <a:pt x="598847" y="205230"/>
                  </a:moveTo>
                  <a:lnTo>
                    <a:pt x="228615" y="0"/>
                  </a:lnTo>
                  <a:lnTo>
                    <a:pt x="0" y="387893"/>
                  </a:lnTo>
                  <a:lnTo>
                    <a:pt x="150284" y="762213"/>
                  </a:lnTo>
                  <a:cubicBezTo>
                    <a:pt x="170071" y="811435"/>
                    <a:pt x="237609" y="816505"/>
                    <a:pt x="264591" y="770880"/>
                  </a:cubicBezTo>
                  <a:lnTo>
                    <a:pt x="459356" y="441040"/>
                  </a:lnTo>
                  <a:cubicBezTo>
                    <a:pt x="459356" y="441040"/>
                    <a:pt x="402938" y="346847"/>
                    <a:pt x="519862" y="338670"/>
                  </a:cubicBezTo>
                  <a:lnTo>
                    <a:pt x="598847" y="205230"/>
                  </a:ln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6" name="任意形状 212"/>
            <p:cNvSpPr/>
            <p:nvPr/>
          </p:nvSpPr>
          <p:spPr>
            <a:xfrm>
              <a:off x="9564380" y="5292848"/>
              <a:ext cx="1379399" cy="1244969"/>
            </a:xfrm>
            <a:custGeom>
              <a:avLst/>
              <a:gdLst>
                <a:gd name="connsiteX0" fmla="*/ 802956 w 1379399"/>
                <a:gd name="connsiteY0" fmla="*/ 357983 h 1244969"/>
                <a:gd name="connsiteX1" fmla="*/ 1379400 w 1379399"/>
                <a:gd name="connsiteY1" fmla="*/ 688804 h 1244969"/>
                <a:gd name="connsiteX2" fmla="*/ 1007369 w 1379399"/>
                <a:gd name="connsiteY2" fmla="*/ 1244969 h 1244969"/>
                <a:gd name="connsiteX3" fmla="*/ 1660 w 1379399"/>
                <a:gd name="connsiteY3" fmla="*/ 339995 h 1244969"/>
                <a:gd name="connsiteX4" fmla="*/ 991016 w 1379399"/>
                <a:gd name="connsiteY4" fmla="*/ 12935 h 1244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9399" h="1244969">
                  <a:moveTo>
                    <a:pt x="802956" y="357983"/>
                  </a:moveTo>
                  <a:lnTo>
                    <a:pt x="1379400" y="688804"/>
                  </a:lnTo>
                  <a:lnTo>
                    <a:pt x="1007369" y="1244969"/>
                  </a:lnTo>
                  <a:cubicBezTo>
                    <a:pt x="1007369" y="1244969"/>
                    <a:pt x="-47399" y="779727"/>
                    <a:pt x="1660" y="339995"/>
                  </a:cubicBezTo>
                  <a:cubicBezTo>
                    <a:pt x="50719" y="-99737"/>
                    <a:pt x="991016" y="12935"/>
                    <a:pt x="991016" y="12935"/>
                  </a:cubicBezTo>
                </a:path>
              </a:pathLst>
            </a:custGeom>
            <a:solidFill>
              <a:srgbClr val="9773C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7" name="任意形状 213"/>
            <p:cNvSpPr/>
            <p:nvPr/>
          </p:nvSpPr>
          <p:spPr>
            <a:xfrm>
              <a:off x="10793823" y="5256233"/>
              <a:ext cx="591487" cy="133221"/>
            </a:xfrm>
            <a:custGeom>
              <a:avLst/>
              <a:gdLst>
                <a:gd name="connsiteX0" fmla="*/ 591488 w 591487"/>
                <a:gd name="connsiteY0" fmla="*/ 128044 h 133221"/>
                <a:gd name="connsiteX1" fmla="*/ 0 w 591487"/>
                <a:gd name="connsiteY1" fmla="*/ 0 h 133221"/>
                <a:gd name="connsiteX2" fmla="*/ 509723 w 591487"/>
                <a:gd name="connsiteY2" fmla="*/ 86180 h 133221"/>
                <a:gd name="connsiteX3" fmla="*/ 591488 w 591487"/>
                <a:gd name="connsiteY3" fmla="*/ 128044 h 133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1487" h="133221">
                  <a:moveTo>
                    <a:pt x="591488" y="128044"/>
                  </a:moveTo>
                  <a:cubicBezTo>
                    <a:pt x="355514" y="154209"/>
                    <a:pt x="144233" y="76532"/>
                    <a:pt x="0" y="0"/>
                  </a:cubicBezTo>
                  <a:lnTo>
                    <a:pt x="509723" y="86180"/>
                  </a:lnTo>
                  <a:lnTo>
                    <a:pt x="591488" y="12804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8" name="任意形状 214"/>
            <p:cNvSpPr/>
            <p:nvPr/>
          </p:nvSpPr>
          <p:spPr>
            <a:xfrm>
              <a:off x="10598241" y="5011429"/>
              <a:ext cx="705304" cy="330821"/>
            </a:xfrm>
            <a:custGeom>
              <a:avLst/>
              <a:gdLst>
                <a:gd name="connsiteX0" fmla="*/ 705305 w 705304"/>
                <a:gd name="connsiteY0" fmla="*/ 330821 h 330821"/>
                <a:gd name="connsiteX1" fmla="*/ 195582 w 705304"/>
                <a:gd name="connsiteY1" fmla="*/ 244641 h 330821"/>
                <a:gd name="connsiteX2" fmla="*/ 0 w 705304"/>
                <a:gd name="connsiteY2" fmla="*/ 115943 h 330821"/>
                <a:gd name="connsiteX3" fmla="*/ 59198 w 705304"/>
                <a:gd name="connsiteY3" fmla="*/ 0 h 330821"/>
                <a:gd name="connsiteX4" fmla="*/ 705141 w 705304"/>
                <a:gd name="connsiteY4" fmla="*/ 330821 h 330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304" h="330821">
                  <a:moveTo>
                    <a:pt x="705305" y="330821"/>
                  </a:moveTo>
                  <a:lnTo>
                    <a:pt x="195582" y="244641"/>
                  </a:lnTo>
                  <a:cubicBezTo>
                    <a:pt x="73752" y="179883"/>
                    <a:pt x="0" y="115943"/>
                    <a:pt x="0" y="115943"/>
                  </a:cubicBezTo>
                  <a:lnTo>
                    <a:pt x="59198" y="0"/>
                  </a:lnTo>
                  <a:lnTo>
                    <a:pt x="705141" y="330821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9" name="任意形状 215"/>
            <p:cNvSpPr/>
            <p:nvPr/>
          </p:nvSpPr>
          <p:spPr>
            <a:xfrm>
              <a:off x="10395137" y="5666693"/>
              <a:ext cx="560253" cy="267371"/>
            </a:xfrm>
            <a:custGeom>
              <a:avLst/>
              <a:gdLst>
                <a:gd name="connsiteX0" fmla="*/ 560254 w 560253"/>
                <a:gd name="connsiteY0" fmla="*/ 238754 h 267371"/>
                <a:gd name="connsiteX1" fmla="*/ 465733 w 560253"/>
                <a:gd name="connsiteY1" fmla="*/ 267371 h 267371"/>
                <a:gd name="connsiteX2" fmla="*/ 0 w 560253"/>
                <a:gd name="connsiteY2" fmla="*/ 0 h 267371"/>
                <a:gd name="connsiteX3" fmla="*/ 560254 w 560253"/>
                <a:gd name="connsiteY3" fmla="*/ 238754 h 267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0253" h="267371">
                  <a:moveTo>
                    <a:pt x="560254" y="238754"/>
                  </a:moveTo>
                  <a:cubicBezTo>
                    <a:pt x="525585" y="251018"/>
                    <a:pt x="493370" y="260340"/>
                    <a:pt x="465733" y="267371"/>
                  </a:cubicBezTo>
                  <a:lnTo>
                    <a:pt x="0" y="0"/>
                  </a:lnTo>
                  <a:lnTo>
                    <a:pt x="560254" y="23875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0" name="任意形状 216"/>
            <p:cNvSpPr/>
            <p:nvPr/>
          </p:nvSpPr>
          <p:spPr>
            <a:xfrm>
              <a:off x="10653514" y="4289117"/>
              <a:ext cx="1061523" cy="1095458"/>
            </a:xfrm>
            <a:custGeom>
              <a:avLst/>
              <a:gdLst>
                <a:gd name="connsiteX0" fmla="*/ 592796 w 1061523"/>
                <a:gd name="connsiteY0" fmla="*/ 543737 h 1095458"/>
                <a:gd name="connsiteX1" fmla="*/ 151265 w 1061523"/>
                <a:gd name="connsiteY1" fmla="*/ 441531 h 1095458"/>
                <a:gd name="connsiteX2" fmla="*/ 0 w 1061523"/>
                <a:gd name="connsiteY2" fmla="*/ 813561 h 1095458"/>
                <a:gd name="connsiteX3" fmla="*/ 1009798 w 1061523"/>
                <a:gd name="connsiteY3" fmla="*/ 948473 h 1095458"/>
                <a:gd name="connsiteX4" fmla="*/ 331148 w 1061523"/>
                <a:gd name="connsiteY4" fmla="*/ 0 h 1095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523" h="1095458">
                  <a:moveTo>
                    <a:pt x="592796" y="543737"/>
                  </a:moveTo>
                  <a:lnTo>
                    <a:pt x="151265" y="441531"/>
                  </a:lnTo>
                  <a:lnTo>
                    <a:pt x="0" y="813561"/>
                  </a:lnTo>
                  <a:cubicBezTo>
                    <a:pt x="0" y="813561"/>
                    <a:pt x="748150" y="1345033"/>
                    <a:pt x="1009798" y="948473"/>
                  </a:cubicBezTo>
                  <a:cubicBezTo>
                    <a:pt x="1271445" y="551913"/>
                    <a:pt x="461972" y="24529"/>
                    <a:pt x="331148" y="0"/>
                  </a:cubicBezTo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1" name="任意形状 217"/>
            <p:cNvSpPr/>
            <p:nvPr/>
          </p:nvSpPr>
          <p:spPr>
            <a:xfrm>
              <a:off x="10155660" y="4001890"/>
              <a:ext cx="155491" cy="155422"/>
            </a:xfrm>
            <a:custGeom>
              <a:avLst/>
              <a:gdLst>
                <a:gd name="connsiteX0" fmla="*/ 77746 w 155491"/>
                <a:gd name="connsiteY0" fmla="*/ 155259 h 155422"/>
                <a:gd name="connsiteX1" fmla="*/ 1541 w 155491"/>
                <a:gd name="connsiteY1" fmla="*/ 92627 h 155422"/>
                <a:gd name="connsiteX2" fmla="*/ 13315 w 155491"/>
                <a:gd name="connsiteY2" fmla="*/ 34410 h 155422"/>
                <a:gd name="connsiteX3" fmla="*/ 62865 w 155491"/>
                <a:gd name="connsiteY3" fmla="*/ 1541 h 155422"/>
                <a:gd name="connsiteX4" fmla="*/ 121081 w 155491"/>
                <a:gd name="connsiteY4" fmla="*/ 13315 h 155422"/>
                <a:gd name="connsiteX5" fmla="*/ 153951 w 155491"/>
                <a:gd name="connsiteY5" fmla="*/ 62865 h 155422"/>
                <a:gd name="connsiteX6" fmla="*/ 142177 w 155491"/>
                <a:gd name="connsiteY6" fmla="*/ 121081 h 155422"/>
                <a:gd name="connsiteX7" fmla="*/ 92627 w 155491"/>
                <a:gd name="connsiteY7" fmla="*/ 153951 h 155422"/>
                <a:gd name="connsiteX8" fmla="*/ 77582 w 155491"/>
                <a:gd name="connsiteY8" fmla="*/ 155422 h 155422"/>
                <a:gd name="connsiteX9" fmla="*/ 77909 w 155491"/>
                <a:gd name="connsiteY9" fmla="*/ 16259 h 155422"/>
                <a:gd name="connsiteX10" fmla="*/ 65972 w 155491"/>
                <a:gd name="connsiteY10" fmla="*/ 17403 h 155422"/>
                <a:gd name="connsiteX11" fmla="*/ 26888 w 155491"/>
                <a:gd name="connsiteY11" fmla="*/ 43404 h 155422"/>
                <a:gd name="connsiteX12" fmla="*/ 17730 w 155491"/>
                <a:gd name="connsiteY12" fmla="*/ 89356 h 155422"/>
                <a:gd name="connsiteX13" fmla="*/ 17730 w 155491"/>
                <a:gd name="connsiteY13" fmla="*/ 89356 h 155422"/>
                <a:gd name="connsiteX14" fmla="*/ 89683 w 155491"/>
                <a:gd name="connsiteY14" fmla="*/ 137598 h 155422"/>
                <a:gd name="connsiteX15" fmla="*/ 128767 w 155491"/>
                <a:gd name="connsiteY15" fmla="*/ 111596 h 155422"/>
                <a:gd name="connsiteX16" fmla="*/ 137925 w 155491"/>
                <a:gd name="connsiteY16" fmla="*/ 65645 h 155422"/>
                <a:gd name="connsiteX17" fmla="*/ 111924 w 155491"/>
                <a:gd name="connsiteY17" fmla="*/ 26561 h 155422"/>
                <a:gd name="connsiteX18" fmla="*/ 77909 w 155491"/>
                <a:gd name="connsiteY18" fmla="*/ 16095 h 15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5491" h="155422">
                  <a:moveTo>
                    <a:pt x="77746" y="155259"/>
                  </a:moveTo>
                  <a:cubicBezTo>
                    <a:pt x="41442" y="155259"/>
                    <a:pt x="8900" y="129585"/>
                    <a:pt x="1541" y="92627"/>
                  </a:cubicBezTo>
                  <a:cubicBezTo>
                    <a:pt x="-2547" y="72349"/>
                    <a:pt x="1541" y="51581"/>
                    <a:pt x="13315" y="34410"/>
                  </a:cubicBezTo>
                  <a:cubicBezTo>
                    <a:pt x="24926" y="17240"/>
                    <a:pt x="42423" y="5466"/>
                    <a:pt x="62865" y="1541"/>
                  </a:cubicBezTo>
                  <a:cubicBezTo>
                    <a:pt x="83142" y="-2547"/>
                    <a:pt x="103911" y="1541"/>
                    <a:pt x="121081" y="13315"/>
                  </a:cubicBezTo>
                  <a:cubicBezTo>
                    <a:pt x="138252" y="24926"/>
                    <a:pt x="150026" y="42423"/>
                    <a:pt x="153951" y="62865"/>
                  </a:cubicBezTo>
                  <a:cubicBezTo>
                    <a:pt x="158039" y="83142"/>
                    <a:pt x="153951" y="103911"/>
                    <a:pt x="142177" y="121081"/>
                  </a:cubicBezTo>
                  <a:cubicBezTo>
                    <a:pt x="130403" y="138252"/>
                    <a:pt x="113068" y="150026"/>
                    <a:pt x="92627" y="153951"/>
                  </a:cubicBezTo>
                  <a:cubicBezTo>
                    <a:pt x="87558" y="154932"/>
                    <a:pt x="82488" y="155422"/>
                    <a:pt x="77582" y="155422"/>
                  </a:cubicBezTo>
                  <a:close/>
                  <a:moveTo>
                    <a:pt x="77909" y="16259"/>
                  </a:moveTo>
                  <a:cubicBezTo>
                    <a:pt x="73985" y="16259"/>
                    <a:pt x="69896" y="16586"/>
                    <a:pt x="65972" y="17403"/>
                  </a:cubicBezTo>
                  <a:cubicBezTo>
                    <a:pt x="49946" y="20510"/>
                    <a:pt x="36046" y="29832"/>
                    <a:pt x="26888" y="43404"/>
                  </a:cubicBezTo>
                  <a:cubicBezTo>
                    <a:pt x="17730" y="56977"/>
                    <a:pt x="14460" y="73330"/>
                    <a:pt x="17730" y="89356"/>
                  </a:cubicBezTo>
                  <a:lnTo>
                    <a:pt x="17730" y="89356"/>
                  </a:lnTo>
                  <a:cubicBezTo>
                    <a:pt x="24271" y="122553"/>
                    <a:pt x="56650" y="144139"/>
                    <a:pt x="89683" y="137598"/>
                  </a:cubicBezTo>
                  <a:cubicBezTo>
                    <a:pt x="105709" y="134491"/>
                    <a:pt x="119609" y="125169"/>
                    <a:pt x="128767" y="111596"/>
                  </a:cubicBezTo>
                  <a:cubicBezTo>
                    <a:pt x="137925" y="98023"/>
                    <a:pt x="141195" y="81670"/>
                    <a:pt x="137925" y="65645"/>
                  </a:cubicBezTo>
                  <a:cubicBezTo>
                    <a:pt x="134818" y="49619"/>
                    <a:pt x="125497" y="35719"/>
                    <a:pt x="111924" y="26561"/>
                  </a:cubicBezTo>
                  <a:cubicBezTo>
                    <a:pt x="101785" y="19693"/>
                    <a:pt x="90011" y="16095"/>
                    <a:pt x="77909" y="16095"/>
                  </a:cubicBezTo>
                  <a:close/>
                </a:path>
              </a:pathLst>
            </a:custGeom>
            <a:solidFill>
              <a:srgbClr val="F8F7E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2" name="任意形状 218"/>
            <p:cNvSpPr/>
            <p:nvPr/>
          </p:nvSpPr>
          <p:spPr>
            <a:xfrm>
              <a:off x="9975172" y="4037261"/>
              <a:ext cx="155394" cy="155537"/>
            </a:xfrm>
            <a:custGeom>
              <a:avLst/>
              <a:gdLst>
                <a:gd name="connsiteX0" fmla="*/ 77533 w 155394"/>
                <a:gd name="connsiteY0" fmla="*/ 155537 h 155537"/>
                <a:gd name="connsiteX1" fmla="*/ 34362 w 155394"/>
                <a:gd name="connsiteY1" fmla="*/ 142291 h 155537"/>
                <a:gd name="connsiteX2" fmla="*/ 1492 w 155394"/>
                <a:gd name="connsiteY2" fmla="*/ 92742 h 155537"/>
                <a:gd name="connsiteX3" fmla="*/ 1492 w 155394"/>
                <a:gd name="connsiteY3" fmla="*/ 92742 h 155537"/>
                <a:gd name="connsiteX4" fmla="*/ 62652 w 155394"/>
                <a:gd name="connsiteY4" fmla="*/ 1492 h 155537"/>
                <a:gd name="connsiteX5" fmla="*/ 153902 w 155394"/>
                <a:gd name="connsiteY5" fmla="*/ 62652 h 155537"/>
                <a:gd name="connsiteX6" fmla="*/ 92742 w 155394"/>
                <a:gd name="connsiteY6" fmla="*/ 153902 h 155537"/>
                <a:gd name="connsiteX7" fmla="*/ 77533 w 155394"/>
                <a:gd name="connsiteY7" fmla="*/ 155374 h 155537"/>
                <a:gd name="connsiteX8" fmla="*/ 17518 w 155394"/>
                <a:gd name="connsiteY8" fmla="*/ 89635 h 155537"/>
                <a:gd name="connsiteX9" fmla="*/ 43519 w 155394"/>
                <a:gd name="connsiteY9" fmla="*/ 128718 h 155537"/>
                <a:gd name="connsiteX10" fmla="*/ 89471 w 155394"/>
                <a:gd name="connsiteY10" fmla="*/ 138040 h 155537"/>
                <a:gd name="connsiteX11" fmla="*/ 137713 w 155394"/>
                <a:gd name="connsiteY11" fmla="*/ 66086 h 155537"/>
                <a:gd name="connsiteX12" fmla="*/ 65759 w 155394"/>
                <a:gd name="connsiteY12" fmla="*/ 17845 h 155537"/>
                <a:gd name="connsiteX13" fmla="*/ 17518 w 155394"/>
                <a:gd name="connsiteY13" fmla="*/ 89798 h 155537"/>
                <a:gd name="connsiteX14" fmla="*/ 17518 w 155394"/>
                <a:gd name="connsiteY14" fmla="*/ 89798 h 155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5394" h="155537">
                  <a:moveTo>
                    <a:pt x="77533" y="155537"/>
                  </a:moveTo>
                  <a:cubicBezTo>
                    <a:pt x="62325" y="155537"/>
                    <a:pt x="47444" y="150958"/>
                    <a:pt x="34362" y="142291"/>
                  </a:cubicBezTo>
                  <a:cubicBezTo>
                    <a:pt x="17191" y="130681"/>
                    <a:pt x="5417" y="113183"/>
                    <a:pt x="1492" y="92742"/>
                  </a:cubicBezTo>
                  <a:lnTo>
                    <a:pt x="1492" y="92742"/>
                  </a:lnTo>
                  <a:cubicBezTo>
                    <a:pt x="-6848" y="50715"/>
                    <a:pt x="20625" y="9832"/>
                    <a:pt x="62652" y="1492"/>
                  </a:cubicBezTo>
                  <a:cubicBezTo>
                    <a:pt x="104679" y="-6848"/>
                    <a:pt x="145562" y="20625"/>
                    <a:pt x="153902" y="62652"/>
                  </a:cubicBezTo>
                  <a:cubicBezTo>
                    <a:pt x="162242" y="104679"/>
                    <a:pt x="134769" y="145562"/>
                    <a:pt x="92742" y="153902"/>
                  </a:cubicBezTo>
                  <a:cubicBezTo>
                    <a:pt x="87672" y="154883"/>
                    <a:pt x="82603" y="155374"/>
                    <a:pt x="77533" y="155374"/>
                  </a:cubicBezTo>
                  <a:close/>
                  <a:moveTo>
                    <a:pt x="17518" y="89635"/>
                  </a:moveTo>
                  <a:cubicBezTo>
                    <a:pt x="20625" y="105661"/>
                    <a:pt x="29946" y="119561"/>
                    <a:pt x="43519" y="128718"/>
                  </a:cubicBezTo>
                  <a:cubicBezTo>
                    <a:pt x="57092" y="137876"/>
                    <a:pt x="73445" y="141147"/>
                    <a:pt x="89471" y="138040"/>
                  </a:cubicBezTo>
                  <a:cubicBezTo>
                    <a:pt x="122668" y="131498"/>
                    <a:pt x="144254" y="99119"/>
                    <a:pt x="137713" y="66086"/>
                  </a:cubicBezTo>
                  <a:cubicBezTo>
                    <a:pt x="131171" y="32890"/>
                    <a:pt x="98792" y="11304"/>
                    <a:pt x="65759" y="17845"/>
                  </a:cubicBezTo>
                  <a:cubicBezTo>
                    <a:pt x="32563" y="24386"/>
                    <a:pt x="10977" y="56765"/>
                    <a:pt x="17518" y="89798"/>
                  </a:cubicBezTo>
                  <a:lnTo>
                    <a:pt x="17518" y="89798"/>
                  </a:lnTo>
                  <a:close/>
                </a:path>
              </a:pathLst>
            </a:custGeom>
            <a:solidFill>
              <a:srgbClr val="F8F7E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3" name="任意形状 219"/>
            <p:cNvSpPr/>
            <p:nvPr/>
          </p:nvSpPr>
          <p:spPr>
            <a:xfrm rot="20931001">
              <a:off x="10120672" y="4089099"/>
              <a:ext cx="44970" cy="16352"/>
            </a:xfrm>
            <a:custGeom>
              <a:avLst/>
              <a:gdLst>
                <a:gd name="connsiteX0" fmla="*/ 0 w 44970"/>
                <a:gd name="connsiteY0" fmla="*/ 0 h 16352"/>
                <a:gd name="connsiteX1" fmla="*/ 44971 w 44970"/>
                <a:gd name="connsiteY1" fmla="*/ 0 h 16352"/>
                <a:gd name="connsiteX2" fmla="*/ 44971 w 44970"/>
                <a:gd name="connsiteY2" fmla="*/ 16353 h 16352"/>
                <a:gd name="connsiteX3" fmla="*/ 0 w 44970"/>
                <a:gd name="connsiteY3" fmla="*/ 16353 h 16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970" h="16352">
                  <a:moveTo>
                    <a:pt x="0" y="0"/>
                  </a:moveTo>
                  <a:lnTo>
                    <a:pt x="44971" y="0"/>
                  </a:lnTo>
                  <a:lnTo>
                    <a:pt x="44971" y="16353"/>
                  </a:lnTo>
                  <a:lnTo>
                    <a:pt x="0" y="16353"/>
                  </a:lnTo>
                  <a:close/>
                </a:path>
              </a:pathLst>
            </a:custGeom>
            <a:solidFill>
              <a:srgbClr val="F8F7E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4" name="任意形状 220"/>
            <p:cNvSpPr/>
            <p:nvPr/>
          </p:nvSpPr>
          <p:spPr>
            <a:xfrm rot="19616999">
              <a:off x="10284239" y="3998672"/>
              <a:ext cx="181518" cy="16352"/>
            </a:xfrm>
            <a:custGeom>
              <a:avLst/>
              <a:gdLst>
                <a:gd name="connsiteX0" fmla="*/ 0 w 181518"/>
                <a:gd name="connsiteY0" fmla="*/ 0 h 16352"/>
                <a:gd name="connsiteX1" fmla="*/ 181518 w 181518"/>
                <a:gd name="connsiteY1" fmla="*/ 0 h 16352"/>
                <a:gd name="connsiteX2" fmla="*/ 181518 w 181518"/>
                <a:gd name="connsiteY2" fmla="*/ 16353 h 16352"/>
                <a:gd name="connsiteX3" fmla="*/ 0 w 181518"/>
                <a:gd name="connsiteY3" fmla="*/ 16353 h 16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518" h="16352">
                  <a:moveTo>
                    <a:pt x="0" y="0"/>
                  </a:moveTo>
                  <a:lnTo>
                    <a:pt x="181518" y="0"/>
                  </a:lnTo>
                  <a:lnTo>
                    <a:pt x="181518" y="16353"/>
                  </a:lnTo>
                  <a:lnTo>
                    <a:pt x="0" y="16353"/>
                  </a:lnTo>
                  <a:close/>
                </a:path>
              </a:pathLst>
            </a:custGeom>
            <a:solidFill>
              <a:srgbClr val="F8F7E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5" name="任意形状 221"/>
            <p:cNvSpPr/>
            <p:nvPr/>
          </p:nvSpPr>
          <p:spPr>
            <a:xfrm>
              <a:off x="10401514" y="3944466"/>
              <a:ext cx="136777" cy="189339"/>
            </a:xfrm>
            <a:custGeom>
              <a:avLst/>
              <a:gdLst>
                <a:gd name="connsiteX0" fmla="*/ 0 w 136777"/>
                <a:gd name="connsiteY0" fmla="*/ 33781 h 189339"/>
                <a:gd name="connsiteX1" fmla="*/ 43499 w 136777"/>
                <a:gd name="connsiteY1" fmla="*/ 584 h 189339"/>
                <a:gd name="connsiteX2" fmla="*/ 97464 w 136777"/>
                <a:gd name="connsiteY2" fmla="*/ 15629 h 189339"/>
                <a:gd name="connsiteX3" fmla="*/ 129025 w 136777"/>
                <a:gd name="connsiteY3" fmla="*/ 132716 h 189339"/>
                <a:gd name="connsiteX4" fmla="*/ 20768 w 136777"/>
                <a:gd name="connsiteY4" fmla="*/ 187335 h 18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777" h="189339">
                  <a:moveTo>
                    <a:pt x="0" y="33781"/>
                  </a:moveTo>
                  <a:cubicBezTo>
                    <a:pt x="6541" y="15792"/>
                    <a:pt x="24529" y="3201"/>
                    <a:pt x="43499" y="584"/>
                  </a:cubicBezTo>
                  <a:cubicBezTo>
                    <a:pt x="62468" y="-2032"/>
                    <a:pt x="81929" y="4345"/>
                    <a:pt x="97464" y="15629"/>
                  </a:cubicBezTo>
                  <a:cubicBezTo>
                    <a:pt x="132950" y="41140"/>
                    <a:pt x="146850" y="92651"/>
                    <a:pt x="129025" y="132716"/>
                  </a:cubicBezTo>
                  <a:cubicBezTo>
                    <a:pt x="111200" y="172618"/>
                    <a:pt x="63613" y="196656"/>
                    <a:pt x="20768" y="187335"/>
                  </a:cubicBezTo>
                </a:path>
              </a:pathLst>
            </a:custGeom>
            <a:solidFill>
              <a:srgbClr val="FFB78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6" name="任意形状 222"/>
            <p:cNvSpPr/>
            <p:nvPr/>
          </p:nvSpPr>
          <p:spPr>
            <a:xfrm>
              <a:off x="10447957" y="3988386"/>
              <a:ext cx="49876" cy="80947"/>
            </a:xfrm>
            <a:custGeom>
              <a:avLst/>
              <a:gdLst>
                <a:gd name="connsiteX0" fmla="*/ 31071 w 49876"/>
                <a:gd name="connsiteY0" fmla="*/ 80784 h 80947"/>
                <a:gd name="connsiteX1" fmla="*/ 15045 w 49876"/>
                <a:gd name="connsiteY1" fmla="*/ 77677 h 80947"/>
                <a:gd name="connsiteX2" fmla="*/ 0 w 49876"/>
                <a:gd name="connsiteY2" fmla="*/ 13082 h 80947"/>
                <a:gd name="connsiteX3" fmla="*/ 7686 w 49876"/>
                <a:gd name="connsiteY3" fmla="*/ 0 h 80947"/>
                <a:gd name="connsiteX4" fmla="*/ 49877 w 49876"/>
                <a:gd name="connsiteY4" fmla="*/ 6214 h 80947"/>
                <a:gd name="connsiteX5" fmla="*/ 47587 w 49876"/>
                <a:gd name="connsiteY5" fmla="*/ 22404 h 80947"/>
                <a:gd name="connsiteX6" fmla="*/ 22567 w 49876"/>
                <a:gd name="connsiteY6" fmla="*/ 18806 h 80947"/>
                <a:gd name="connsiteX7" fmla="*/ 31071 w 49876"/>
                <a:gd name="connsiteY7" fmla="*/ 80947 h 80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876" h="80947">
                  <a:moveTo>
                    <a:pt x="31071" y="80784"/>
                  </a:moveTo>
                  <a:lnTo>
                    <a:pt x="15045" y="77677"/>
                  </a:lnTo>
                  <a:cubicBezTo>
                    <a:pt x="19297" y="55273"/>
                    <a:pt x="13737" y="31234"/>
                    <a:pt x="0" y="13082"/>
                  </a:cubicBezTo>
                  <a:lnTo>
                    <a:pt x="7686" y="0"/>
                  </a:lnTo>
                  <a:lnTo>
                    <a:pt x="49877" y="6214"/>
                  </a:lnTo>
                  <a:lnTo>
                    <a:pt x="47587" y="22404"/>
                  </a:lnTo>
                  <a:lnTo>
                    <a:pt x="22567" y="18806"/>
                  </a:lnTo>
                  <a:cubicBezTo>
                    <a:pt x="31888" y="37939"/>
                    <a:pt x="34995" y="60015"/>
                    <a:pt x="31071" y="80947"/>
                  </a:cubicBezTo>
                  <a:close/>
                </a:path>
              </a:pathLst>
            </a:custGeom>
            <a:solidFill>
              <a:srgbClr val="26262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7" name="任意形状 223"/>
            <p:cNvSpPr/>
            <p:nvPr/>
          </p:nvSpPr>
          <p:spPr>
            <a:xfrm rot="18171599">
              <a:off x="10239700" y="6157341"/>
              <a:ext cx="681592" cy="16352"/>
            </a:xfrm>
            <a:custGeom>
              <a:avLst/>
              <a:gdLst>
                <a:gd name="connsiteX0" fmla="*/ 0 w 681592"/>
                <a:gd name="connsiteY0" fmla="*/ 0 h 16352"/>
                <a:gd name="connsiteX1" fmla="*/ 681593 w 681592"/>
                <a:gd name="connsiteY1" fmla="*/ 0 h 16352"/>
                <a:gd name="connsiteX2" fmla="*/ 681593 w 681592"/>
                <a:gd name="connsiteY2" fmla="*/ 16353 h 16352"/>
                <a:gd name="connsiteX3" fmla="*/ 0 w 681592"/>
                <a:gd name="connsiteY3" fmla="*/ 16353 h 16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1592" h="16352">
                  <a:moveTo>
                    <a:pt x="0" y="0"/>
                  </a:moveTo>
                  <a:lnTo>
                    <a:pt x="681593" y="0"/>
                  </a:lnTo>
                  <a:lnTo>
                    <a:pt x="681593" y="16353"/>
                  </a:lnTo>
                  <a:lnTo>
                    <a:pt x="0" y="16353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8" name="任意形状 224"/>
            <p:cNvSpPr/>
            <p:nvPr/>
          </p:nvSpPr>
          <p:spPr>
            <a:xfrm>
              <a:off x="9148712" y="6253111"/>
              <a:ext cx="750929" cy="16352"/>
            </a:xfrm>
            <a:custGeom>
              <a:avLst/>
              <a:gdLst>
                <a:gd name="connsiteX0" fmla="*/ 0 w 750929"/>
                <a:gd name="connsiteY0" fmla="*/ 0 h 16352"/>
                <a:gd name="connsiteX1" fmla="*/ 750929 w 750929"/>
                <a:gd name="connsiteY1" fmla="*/ 0 h 16352"/>
                <a:gd name="connsiteX2" fmla="*/ 750929 w 750929"/>
                <a:gd name="connsiteY2" fmla="*/ 16353 h 16352"/>
                <a:gd name="connsiteX3" fmla="*/ 0 w 750929"/>
                <a:gd name="connsiteY3" fmla="*/ 16353 h 16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0929" h="16352">
                  <a:moveTo>
                    <a:pt x="0" y="0"/>
                  </a:moveTo>
                  <a:lnTo>
                    <a:pt x="750929" y="0"/>
                  </a:lnTo>
                  <a:lnTo>
                    <a:pt x="750929" y="16353"/>
                  </a:lnTo>
                  <a:lnTo>
                    <a:pt x="0" y="16353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9" name="任意形状 225"/>
            <p:cNvSpPr/>
            <p:nvPr/>
          </p:nvSpPr>
          <p:spPr>
            <a:xfrm>
              <a:off x="11044351" y="5471275"/>
              <a:ext cx="328531" cy="393452"/>
            </a:xfrm>
            <a:custGeom>
              <a:avLst/>
              <a:gdLst>
                <a:gd name="connsiteX0" fmla="*/ 16353 w 328531"/>
                <a:gd name="connsiteY0" fmla="*/ 393453 h 393452"/>
                <a:gd name="connsiteX1" fmla="*/ 0 w 328531"/>
                <a:gd name="connsiteY1" fmla="*/ 393453 h 393452"/>
                <a:gd name="connsiteX2" fmla="*/ 0 w 328531"/>
                <a:gd name="connsiteY2" fmla="*/ 290102 h 393452"/>
                <a:gd name="connsiteX3" fmla="*/ 818 w 328531"/>
                <a:gd name="connsiteY3" fmla="*/ 286504 h 393452"/>
                <a:gd name="connsiteX4" fmla="*/ 143906 w 328531"/>
                <a:gd name="connsiteY4" fmla="*/ 4415 h 393452"/>
                <a:gd name="connsiteX5" fmla="*/ 151919 w 328531"/>
                <a:gd name="connsiteY5" fmla="*/ 0 h 393452"/>
                <a:gd name="connsiteX6" fmla="*/ 328532 w 328531"/>
                <a:gd name="connsiteY6" fmla="*/ 15862 h 393452"/>
                <a:gd name="connsiteX7" fmla="*/ 327060 w 328531"/>
                <a:gd name="connsiteY7" fmla="*/ 32052 h 393452"/>
                <a:gd name="connsiteX8" fmla="*/ 156008 w 328531"/>
                <a:gd name="connsiteY8" fmla="*/ 16680 h 393452"/>
                <a:gd name="connsiteX9" fmla="*/ 16353 w 328531"/>
                <a:gd name="connsiteY9" fmla="*/ 292064 h 393452"/>
                <a:gd name="connsiteX10" fmla="*/ 16353 w 328531"/>
                <a:gd name="connsiteY10" fmla="*/ 393453 h 3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8531" h="393452">
                  <a:moveTo>
                    <a:pt x="16353" y="393453"/>
                  </a:moveTo>
                  <a:lnTo>
                    <a:pt x="0" y="393453"/>
                  </a:lnTo>
                  <a:lnTo>
                    <a:pt x="0" y="290102"/>
                  </a:lnTo>
                  <a:lnTo>
                    <a:pt x="818" y="286504"/>
                  </a:lnTo>
                  <a:lnTo>
                    <a:pt x="143906" y="4415"/>
                  </a:lnTo>
                  <a:lnTo>
                    <a:pt x="151919" y="0"/>
                  </a:lnTo>
                  <a:lnTo>
                    <a:pt x="328532" y="15862"/>
                  </a:lnTo>
                  <a:lnTo>
                    <a:pt x="327060" y="32052"/>
                  </a:lnTo>
                  <a:lnTo>
                    <a:pt x="156008" y="16680"/>
                  </a:lnTo>
                  <a:lnTo>
                    <a:pt x="16353" y="292064"/>
                  </a:lnTo>
                  <a:lnTo>
                    <a:pt x="16353" y="393453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480" name="组合 226"/>
            <p:cNvGrpSpPr/>
            <p:nvPr/>
          </p:nvGrpSpPr>
          <p:grpSpPr>
            <a:xfrm>
              <a:off x="9940264" y="538372"/>
              <a:ext cx="873725" cy="1433207"/>
              <a:chOff x="10122871" y="290971"/>
              <a:chExt cx="592822" cy="972431"/>
            </a:xfrm>
          </p:grpSpPr>
          <p:grpSp>
            <p:nvGrpSpPr>
              <p:cNvPr id="481" name="组合 232"/>
              <p:cNvGrpSpPr/>
              <p:nvPr/>
            </p:nvGrpSpPr>
            <p:grpSpPr>
              <a:xfrm>
                <a:off x="10122871" y="1072687"/>
                <a:ext cx="213469" cy="190715"/>
                <a:chOff x="10122871" y="1072687"/>
                <a:chExt cx="213469" cy="190715"/>
              </a:xfrm>
            </p:grpSpPr>
            <p:sp>
              <p:nvSpPr>
                <p:cNvPr id="482" name="任意形状 235"/>
                <p:cNvSpPr/>
                <p:nvPr/>
              </p:nvSpPr>
              <p:spPr>
                <a:xfrm>
                  <a:off x="10122871" y="1072687"/>
                  <a:ext cx="213469" cy="190715"/>
                </a:xfrm>
                <a:custGeom>
                  <a:avLst/>
                  <a:gdLst>
                    <a:gd name="connsiteX0" fmla="*/ 52497 w 213469"/>
                    <a:gd name="connsiteY0" fmla="*/ 73628 h 190715"/>
                    <a:gd name="connsiteX1" fmla="*/ 1728 w 213469"/>
                    <a:gd name="connsiteY1" fmla="*/ 77629 h 190715"/>
                    <a:gd name="connsiteX2" fmla="*/ 68880 w 213469"/>
                    <a:gd name="connsiteY2" fmla="*/ 26384 h 190715"/>
                    <a:gd name="connsiteX3" fmla="*/ 117743 w 213469"/>
                    <a:gd name="connsiteY3" fmla="*/ 0 h 190715"/>
                    <a:gd name="connsiteX4" fmla="*/ 213469 w 213469"/>
                    <a:gd name="connsiteY4" fmla="*/ 114586 h 190715"/>
                    <a:gd name="connsiteX5" fmla="*/ 55164 w 213469"/>
                    <a:gd name="connsiteY5" fmla="*/ 190024 h 190715"/>
                    <a:gd name="connsiteX6" fmla="*/ 48210 w 213469"/>
                    <a:gd name="connsiteY6" fmla="*/ 175736 h 190715"/>
                    <a:gd name="connsiteX7" fmla="*/ 26112 w 213469"/>
                    <a:gd name="connsiteY7" fmla="*/ 181737 h 190715"/>
                    <a:gd name="connsiteX8" fmla="*/ 19159 w 213469"/>
                    <a:gd name="connsiteY8" fmla="*/ 167449 h 190715"/>
                    <a:gd name="connsiteX9" fmla="*/ 871 w 213469"/>
                    <a:gd name="connsiteY9" fmla="*/ 162497 h 190715"/>
                    <a:gd name="connsiteX10" fmla="*/ 52497 w 213469"/>
                    <a:gd name="connsiteY10" fmla="*/ 73533 h 1907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13469" h="190715">
                      <a:moveTo>
                        <a:pt x="52497" y="73628"/>
                      </a:moveTo>
                      <a:cubicBezTo>
                        <a:pt x="28494" y="90964"/>
                        <a:pt x="8872" y="91249"/>
                        <a:pt x="1728" y="77629"/>
                      </a:cubicBezTo>
                      <a:cubicBezTo>
                        <a:pt x="-4177" y="66389"/>
                        <a:pt x="33637" y="42100"/>
                        <a:pt x="68880" y="26384"/>
                      </a:cubicBezTo>
                      <a:cubicBezTo>
                        <a:pt x="92502" y="15811"/>
                        <a:pt x="117743" y="0"/>
                        <a:pt x="117743" y="0"/>
                      </a:cubicBezTo>
                      <a:lnTo>
                        <a:pt x="213469" y="114586"/>
                      </a:lnTo>
                      <a:cubicBezTo>
                        <a:pt x="213469" y="114586"/>
                        <a:pt x="73833" y="199168"/>
                        <a:pt x="55164" y="190024"/>
                      </a:cubicBezTo>
                      <a:cubicBezTo>
                        <a:pt x="44019" y="184594"/>
                        <a:pt x="48210" y="175736"/>
                        <a:pt x="48210" y="175736"/>
                      </a:cubicBezTo>
                      <a:cubicBezTo>
                        <a:pt x="48210" y="175736"/>
                        <a:pt x="35066" y="186023"/>
                        <a:pt x="26112" y="181737"/>
                      </a:cubicBezTo>
                      <a:cubicBezTo>
                        <a:pt x="17159" y="177451"/>
                        <a:pt x="19159" y="167449"/>
                        <a:pt x="19159" y="167449"/>
                      </a:cubicBezTo>
                      <a:cubicBezTo>
                        <a:pt x="19159" y="167449"/>
                        <a:pt x="6586" y="174689"/>
                        <a:pt x="871" y="162497"/>
                      </a:cubicBezTo>
                      <a:cubicBezTo>
                        <a:pt x="-5320" y="149257"/>
                        <a:pt x="22493" y="110109"/>
                        <a:pt x="52497" y="73533"/>
                      </a:cubicBezTo>
                      <a:close/>
                    </a:path>
                  </a:pathLst>
                </a:custGeom>
                <a:solidFill>
                  <a:srgbClr val="FFB78F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83" name="任意形状 236"/>
                <p:cNvSpPr/>
                <p:nvPr/>
              </p:nvSpPr>
              <p:spPr>
                <a:xfrm>
                  <a:off x="10137648" y="1182606"/>
                  <a:ext cx="49625" cy="59816"/>
                </a:xfrm>
                <a:custGeom>
                  <a:avLst/>
                  <a:gdLst>
                    <a:gd name="connsiteX0" fmla="*/ 8477 w 49625"/>
                    <a:gd name="connsiteY0" fmla="*/ 59817 h 59816"/>
                    <a:gd name="connsiteX1" fmla="*/ 0 w 49625"/>
                    <a:gd name="connsiteY1" fmla="*/ 55435 h 59816"/>
                    <a:gd name="connsiteX2" fmla="*/ 43053 w 49625"/>
                    <a:gd name="connsiteY2" fmla="*/ 0 h 59816"/>
                    <a:gd name="connsiteX3" fmla="*/ 49625 w 49625"/>
                    <a:gd name="connsiteY3" fmla="*/ 6858 h 59816"/>
                    <a:gd name="connsiteX4" fmla="*/ 8382 w 49625"/>
                    <a:gd name="connsiteY4" fmla="*/ 59817 h 598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9625" h="59816">
                      <a:moveTo>
                        <a:pt x="8477" y="59817"/>
                      </a:moveTo>
                      <a:lnTo>
                        <a:pt x="0" y="55435"/>
                      </a:lnTo>
                      <a:cubicBezTo>
                        <a:pt x="571" y="54292"/>
                        <a:pt x="15050" y="26956"/>
                        <a:pt x="43053" y="0"/>
                      </a:cubicBezTo>
                      <a:lnTo>
                        <a:pt x="49625" y="6858"/>
                      </a:lnTo>
                      <a:cubicBezTo>
                        <a:pt x="22860" y="32671"/>
                        <a:pt x="8477" y="59531"/>
                        <a:pt x="8382" y="5981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484" name="任意形状 237"/>
                <p:cNvSpPr/>
                <p:nvPr/>
              </p:nvSpPr>
              <p:spPr>
                <a:xfrm>
                  <a:off x="10167271" y="1203656"/>
                  <a:ext cx="44481" cy="47720"/>
                </a:xfrm>
                <a:custGeom>
                  <a:avLst/>
                  <a:gdLst>
                    <a:gd name="connsiteX0" fmla="*/ 7525 w 44481"/>
                    <a:gd name="connsiteY0" fmla="*/ 47720 h 47720"/>
                    <a:gd name="connsiteX1" fmla="*/ 0 w 44481"/>
                    <a:gd name="connsiteY1" fmla="*/ 41910 h 47720"/>
                    <a:gd name="connsiteX2" fmla="*/ 38005 w 44481"/>
                    <a:gd name="connsiteY2" fmla="*/ 0 h 47720"/>
                    <a:gd name="connsiteX3" fmla="*/ 44482 w 44481"/>
                    <a:gd name="connsiteY3" fmla="*/ 6953 h 47720"/>
                    <a:gd name="connsiteX4" fmla="*/ 7620 w 44481"/>
                    <a:gd name="connsiteY4" fmla="*/ 47720 h 47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4481" h="47720">
                      <a:moveTo>
                        <a:pt x="7525" y="47720"/>
                      </a:moveTo>
                      <a:lnTo>
                        <a:pt x="0" y="41910"/>
                      </a:lnTo>
                      <a:cubicBezTo>
                        <a:pt x="762" y="40958"/>
                        <a:pt x="18288" y="18288"/>
                        <a:pt x="38005" y="0"/>
                      </a:cubicBezTo>
                      <a:lnTo>
                        <a:pt x="44482" y="6953"/>
                      </a:lnTo>
                      <a:cubicBezTo>
                        <a:pt x="25432" y="24670"/>
                        <a:pt x="7715" y="47435"/>
                        <a:pt x="7620" y="4772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85" name="任意形状 233"/>
              <p:cNvSpPr/>
              <p:nvPr/>
            </p:nvSpPr>
            <p:spPr>
              <a:xfrm>
                <a:off x="10157936" y="290971"/>
                <a:ext cx="557756" cy="938498"/>
              </a:xfrm>
              <a:custGeom>
                <a:avLst/>
                <a:gdLst>
                  <a:gd name="connsiteX0" fmla="*/ 155734 w 557756"/>
                  <a:gd name="connsiteY0" fmla="*/ 357092 h 938498"/>
                  <a:gd name="connsiteX1" fmla="*/ 193929 w 557756"/>
                  <a:gd name="connsiteY1" fmla="*/ 477869 h 938498"/>
                  <a:gd name="connsiteX2" fmla="*/ 0 w 557756"/>
                  <a:gd name="connsiteY2" fmla="*/ 762667 h 938498"/>
                  <a:gd name="connsiteX3" fmla="*/ 211455 w 557756"/>
                  <a:gd name="connsiteY3" fmla="*/ 938498 h 938498"/>
                  <a:gd name="connsiteX4" fmla="*/ 553403 w 557756"/>
                  <a:gd name="connsiteY4" fmla="*/ 492823 h 938498"/>
                  <a:gd name="connsiteX5" fmla="*/ 221361 w 557756"/>
                  <a:gd name="connsiteY5" fmla="*/ 0 h 938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7756" h="938498">
                    <a:moveTo>
                      <a:pt x="155734" y="357092"/>
                    </a:moveTo>
                    <a:lnTo>
                      <a:pt x="193929" y="477869"/>
                    </a:lnTo>
                    <a:lnTo>
                      <a:pt x="0" y="762667"/>
                    </a:lnTo>
                    <a:lnTo>
                      <a:pt x="211455" y="938498"/>
                    </a:lnTo>
                    <a:cubicBezTo>
                      <a:pt x="211455" y="938498"/>
                      <a:pt x="500920" y="715423"/>
                      <a:pt x="553403" y="492823"/>
                    </a:cubicBezTo>
                    <a:cubicBezTo>
                      <a:pt x="598075" y="303276"/>
                      <a:pt x="285750" y="20669"/>
                      <a:pt x="221361" y="0"/>
                    </a:cubicBezTo>
                  </a:path>
                </a:pathLst>
              </a:custGeom>
              <a:solidFill>
                <a:schemeClr val="accent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6" name="任意形状 234"/>
              <p:cNvSpPr/>
              <p:nvPr/>
            </p:nvSpPr>
            <p:spPr>
              <a:xfrm>
                <a:off x="10615274" y="600723"/>
                <a:ext cx="63203" cy="291845"/>
              </a:xfrm>
              <a:custGeom>
                <a:avLst/>
                <a:gdLst>
                  <a:gd name="connsiteX0" fmla="*/ 56155 w 63203"/>
                  <a:gd name="connsiteY0" fmla="*/ 291846 h 291845"/>
                  <a:gd name="connsiteX1" fmla="*/ 8625 w 63203"/>
                  <a:gd name="connsiteY1" fmla="*/ 101822 h 291845"/>
                  <a:gd name="connsiteX2" fmla="*/ 55488 w 63203"/>
                  <a:gd name="connsiteY2" fmla="*/ 0 h 291845"/>
                  <a:gd name="connsiteX3" fmla="*/ 63204 w 63203"/>
                  <a:gd name="connsiteY3" fmla="*/ 5525 h 291845"/>
                  <a:gd name="connsiteX4" fmla="*/ 17674 w 63203"/>
                  <a:gd name="connsiteY4" fmla="*/ 104489 h 291845"/>
                  <a:gd name="connsiteX5" fmla="*/ 62537 w 63203"/>
                  <a:gd name="connsiteY5" fmla="*/ 284702 h 291845"/>
                  <a:gd name="connsiteX6" fmla="*/ 56060 w 63203"/>
                  <a:gd name="connsiteY6" fmla="*/ 291751 h 291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203" h="291845">
                    <a:moveTo>
                      <a:pt x="56155" y="291846"/>
                    </a:moveTo>
                    <a:cubicBezTo>
                      <a:pt x="4434" y="244221"/>
                      <a:pt x="-11949" y="178594"/>
                      <a:pt x="8625" y="101822"/>
                    </a:cubicBezTo>
                    <a:cubicBezTo>
                      <a:pt x="24056" y="44387"/>
                      <a:pt x="54250" y="1810"/>
                      <a:pt x="55488" y="0"/>
                    </a:cubicBezTo>
                    <a:lnTo>
                      <a:pt x="63204" y="5525"/>
                    </a:lnTo>
                    <a:cubicBezTo>
                      <a:pt x="63204" y="5525"/>
                      <a:pt x="32628" y="48768"/>
                      <a:pt x="17674" y="104489"/>
                    </a:cubicBezTo>
                    <a:cubicBezTo>
                      <a:pt x="-2138" y="178498"/>
                      <a:pt x="12912" y="239077"/>
                      <a:pt x="62537" y="284702"/>
                    </a:cubicBezTo>
                    <a:lnTo>
                      <a:pt x="56060" y="291751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pic>
          <p:nvPicPr>
            <p:cNvPr id="487" name="图形 227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868566">
              <a:off x="11304143" y="2230476"/>
              <a:ext cx="690179" cy="2015323"/>
            </a:xfrm>
            <a:prstGeom prst="rect">
              <a:avLst/>
            </a:prstGeom>
          </p:spPr>
        </p:pic>
        <p:sp>
          <p:nvSpPr>
            <p:cNvPr id="488" name="任意形状 228"/>
            <p:cNvSpPr/>
            <p:nvPr/>
          </p:nvSpPr>
          <p:spPr>
            <a:xfrm>
              <a:off x="500314" y="555329"/>
              <a:ext cx="463643" cy="483505"/>
            </a:xfrm>
            <a:custGeom>
              <a:avLst/>
              <a:gdLst>
                <a:gd name="connsiteX0" fmla="*/ 39600 w 180624"/>
                <a:gd name="connsiteY0" fmla="*/ 166985 h 181502"/>
                <a:gd name="connsiteX1" fmla="*/ 146661 w 180624"/>
                <a:gd name="connsiteY1" fmla="*/ 161365 h 181502"/>
                <a:gd name="connsiteX2" fmla="*/ 180094 w 180624"/>
                <a:gd name="connsiteY2" fmla="*/ 100024 h 181502"/>
                <a:gd name="connsiteX3" fmla="*/ 116753 w 180624"/>
                <a:gd name="connsiteY3" fmla="*/ 2965 h 181502"/>
                <a:gd name="connsiteX4" fmla="*/ 6644 w 180624"/>
                <a:gd name="connsiteY4" fmla="*/ 53257 h 181502"/>
                <a:gd name="connsiteX5" fmla="*/ 39600 w 180624"/>
                <a:gd name="connsiteY5" fmla="*/ 166985 h 181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0624" h="181502">
                  <a:moveTo>
                    <a:pt x="39600" y="166985"/>
                  </a:moveTo>
                  <a:cubicBezTo>
                    <a:pt x="71318" y="188512"/>
                    <a:pt x="117038" y="185654"/>
                    <a:pt x="146661" y="161365"/>
                  </a:cubicBezTo>
                  <a:cubicBezTo>
                    <a:pt x="165140" y="146221"/>
                    <a:pt x="177427" y="123742"/>
                    <a:pt x="180094" y="100024"/>
                  </a:cubicBezTo>
                  <a:cubicBezTo>
                    <a:pt x="184856" y="58305"/>
                    <a:pt x="157043" y="14871"/>
                    <a:pt x="116753" y="2965"/>
                  </a:cubicBezTo>
                  <a:cubicBezTo>
                    <a:pt x="77129" y="-8751"/>
                    <a:pt x="24551" y="15538"/>
                    <a:pt x="6644" y="53257"/>
                  </a:cubicBezTo>
                  <a:cubicBezTo>
                    <a:pt x="-10597" y="89452"/>
                    <a:pt x="7596" y="145268"/>
                    <a:pt x="39600" y="166985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489" name="任意形状 229"/>
            <p:cNvSpPr/>
            <p:nvPr/>
          </p:nvSpPr>
          <p:spPr>
            <a:xfrm>
              <a:off x="336248" y="835955"/>
              <a:ext cx="538122" cy="538122"/>
            </a:xfrm>
            <a:custGeom>
              <a:avLst/>
              <a:gdLst>
                <a:gd name="connsiteX0" fmla="*/ 50768 w 276701"/>
                <a:gd name="connsiteY0" fmla="*/ 276701 h 276701"/>
                <a:gd name="connsiteX1" fmla="*/ 44006 w 276701"/>
                <a:gd name="connsiteY1" fmla="*/ 276701 h 276701"/>
                <a:gd name="connsiteX2" fmla="*/ 0 w 276701"/>
                <a:gd name="connsiteY2" fmla="*/ 232696 h 276701"/>
                <a:gd name="connsiteX3" fmla="*/ 0 w 276701"/>
                <a:gd name="connsiteY3" fmla="*/ 225933 h 276701"/>
                <a:gd name="connsiteX4" fmla="*/ 78010 w 276701"/>
                <a:gd name="connsiteY4" fmla="*/ 147923 h 276701"/>
                <a:gd name="connsiteX5" fmla="*/ 26003 w 276701"/>
                <a:gd name="connsiteY5" fmla="*/ 95917 h 276701"/>
                <a:gd name="connsiteX6" fmla="*/ 27718 w 276701"/>
                <a:gd name="connsiteY6" fmla="*/ 88106 h 276701"/>
                <a:gd name="connsiteX7" fmla="*/ 270605 w 276701"/>
                <a:gd name="connsiteY7" fmla="*/ 0 h 276701"/>
                <a:gd name="connsiteX8" fmla="*/ 276701 w 276701"/>
                <a:gd name="connsiteY8" fmla="*/ 6096 h 276701"/>
                <a:gd name="connsiteX9" fmla="*/ 188595 w 276701"/>
                <a:gd name="connsiteY9" fmla="*/ 248984 h 276701"/>
                <a:gd name="connsiteX10" fmla="*/ 180785 w 276701"/>
                <a:gd name="connsiteY10" fmla="*/ 250698 h 276701"/>
                <a:gd name="connsiteX11" fmla="*/ 128778 w 276701"/>
                <a:gd name="connsiteY11" fmla="*/ 198692 h 276701"/>
                <a:gd name="connsiteX12" fmla="*/ 50768 w 276701"/>
                <a:gd name="connsiteY12" fmla="*/ 276701 h 276701"/>
                <a:gd name="connsiteX13" fmla="*/ 10096 w 276701"/>
                <a:gd name="connsiteY13" fmla="*/ 229267 h 276701"/>
                <a:gd name="connsiteX14" fmla="*/ 47435 w 276701"/>
                <a:gd name="connsiteY14" fmla="*/ 266605 h 276701"/>
                <a:gd name="connsiteX15" fmla="*/ 125444 w 276701"/>
                <a:gd name="connsiteY15" fmla="*/ 188595 h 276701"/>
                <a:gd name="connsiteX16" fmla="*/ 132207 w 276701"/>
                <a:gd name="connsiteY16" fmla="*/ 188595 h 276701"/>
                <a:gd name="connsiteX17" fmla="*/ 182309 w 276701"/>
                <a:gd name="connsiteY17" fmla="*/ 238697 h 276701"/>
                <a:gd name="connsiteX18" fmla="*/ 264319 w 276701"/>
                <a:gd name="connsiteY18" fmla="*/ 12478 h 276701"/>
                <a:gd name="connsiteX19" fmla="*/ 38100 w 276701"/>
                <a:gd name="connsiteY19" fmla="*/ 94488 h 276701"/>
                <a:gd name="connsiteX20" fmla="*/ 88202 w 276701"/>
                <a:gd name="connsiteY20" fmla="*/ 144590 h 276701"/>
                <a:gd name="connsiteX21" fmla="*/ 88202 w 276701"/>
                <a:gd name="connsiteY21" fmla="*/ 151352 h 276701"/>
                <a:gd name="connsiteX22" fmla="*/ 10192 w 276701"/>
                <a:gd name="connsiteY22" fmla="*/ 229362 h 27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76701" h="276701">
                  <a:moveTo>
                    <a:pt x="50768" y="276701"/>
                  </a:moveTo>
                  <a:lnTo>
                    <a:pt x="44006" y="276701"/>
                  </a:lnTo>
                  <a:lnTo>
                    <a:pt x="0" y="232696"/>
                  </a:lnTo>
                  <a:lnTo>
                    <a:pt x="0" y="225933"/>
                  </a:lnTo>
                  <a:lnTo>
                    <a:pt x="78010" y="147923"/>
                  </a:lnTo>
                  <a:lnTo>
                    <a:pt x="26003" y="95917"/>
                  </a:lnTo>
                  <a:lnTo>
                    <a:pt x="27718" y="88106"/>
                  </a:lnTo>
                  <a:lnTo>
                    <a:pt x="270605" y="0"/>
                  </a:lnTo>
                  <a:lnTo>
                    <a:pt x="276701" y="6096"/>
                  </a:lnTo>
                  <a:lnTo>
                    <a:pt x="188595" y="248984"/>
                  </a:lnTo>
                  <a:lnTo>
                    <a:pt x="180785" y="250698"/>
                  </a:lnTo>
                  <a:lnTo>
                    <a:pt x="128778" y="198692"/>
                  </a:lnTo>
                  <a:lnTo>
                    <a:pt x="50768" y="276701"/>
                  </a:lnTo>
                  <a:close/>
                  <a:moveTo>
                    <a:pt x="10096" y="229267"/>
                  </a:moveTo>
                  <a:lnTo>
                    <a:pt x="47435" y="266605"/>
                  </a:lnTo>
                  <a:lnTo>
                    <a:pt x="125444" y="188595"/>
                  </a:lnTo>
                  <a:lnTo>
                    <a:pt x="132207" y="188595"/>
                  </a:lnTo>
                  <a:lnTo>
                    <a:pt x="182309" y="238697"/>
                  </a:lnTo>
                  <a:lnTo>
                    <a:pt x="264319" y="12478"/>
                  </a:lnTo>
                  <a:lnTo>
                    <a:pt x="38100" y="94488"/>
                  </a:lnTo>
                  <a:lnTo>
                    <a:pt x="88202" y="144590"/>
                  </a:lnTo>
                  <a:lnTo>
                    <a:pt x="88202" y="151352"/>
                  </a:lnTo>
                  <a:lnTo>
                    <a:pt x="10192" y="22936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0" name="任意形状 230"/>
            <p:cNvSpPr/>
            <p:nvPr/>
          </p:nvSpPr>
          <p:spPr>
            <a:xfrm>
              <a:off x="2859571" y="6286042"/>
              <a:ext cx="268993" cy="270388"/>
            </a:xfrm>
            <a:custGeom>
              <a:avLst/>
              <a:gdLst>
                <a:gd name="connsiteX0" fmla="*/ 58847 w 268993"/>
                <a:gd name="connsiteY0" fmla="*/ 248709 h 270388"/>
                <a:gd name="connsiteX1" fmla="*/ 218357 w 268993"/>
                <a:gd name="connsiteY1" fmla="*/ 240290 h 270388"/>
                <a:gd name="connsiteX2" fmla="*/ 268204 w 268993"/>
                <a:gd name="connsiteY2" fmla="*/ 148793 h 270388"/>
                <a:gd name="connsiteX3" fmla="*/ 173827 w 268993"/>
                <a:gd name="connsiteY3" fmla="*/ 4347 h 270388"/>
                <a:gd name="connsiteX4" fmla="*/ 9886 w 268993"/>
                <a:gd name="connsiteY4" fmla="*/ 79450 h 270388"/>
                <a:gd name="connsiteX5" fmla="*/ 58847 w 268993"/>
                <a:gd name="connsiteY5" fmla="*/ 248709 h 27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8993" h="270388">
                  <a:moveTo>
                    <a:pt x="58847" y="248709"/>
                  </a:moveTo>
                  <a:cubicBezTo>
                    <a:pt x="106035" y="280832"/>
                    <a:pt x="174049" y="276623"/>
                    <a:pt x="218357" y="240290"/>
                  </a:cubicBezTo>
                  <a:cubicBezTo>
                    <a:pt x="245829" y="217693"/>
                    <a:pt x="264217" y="184240"/>
                    <a:pt x="268204" y="148793"/>
                  </a:cubicBezTo>
                  <a:cubicBezTo>
                    <a:pt x="275294" y="86761"/>
                    <a:pt x="233865" y="21849"/>
                    <a:pt x="173827" y="4347"/>
                  </a:cubicBezTo>
                  <a:cubicBezTo>
                    <a:pt x="114676" y="-12933"/>
                    <a:pt x="36471" y="23178"/>
                    <a:pt x="9886" y="79450"/>
                  </a:cubicBezTo>
                  <a:cubicBezTo>
                    <a:pt x="-15813" y="133285"/>
                    <a:pt x="11437" y="216363"/>
                    <a:pt x="58847" y="248709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1" name="椭圆 231"/>
            <p:cNvSpPr/>
            <p:nvPr/>
          </p:nvSpPr>
          <p:spPr>
            <a:xfrm>
              <a:off x="11055384" y="534205"/>
              <a:ext cx="324935" cy="32493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92" name="标题 4"/>
          <p:cNvSpPr>
            <a:spLocks noGrp="1"/>
          </p:cNvSpPr>
          <p:nvPr>
            <p:ph type="title" hasCustomPrompt="1"/>
          </p:nvPr>
        </p:nvSpPr>
        <p:spPr>
          <a:xfrm>
            <a:off x="3164285" y="1608982"/>
            <a:ext cx="5825330" cy="2441382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ctr">
              <a:lnSpc>
                <a:spcPct val="100000"/>
              </a:lnSpc>
              <a:defRPr sz="66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93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344131" y="5252678"/>
            <a:ext cx="5465638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494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344131" y="5539976"/>
            <a:ext cx="5465638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 Master">
    <p:bg>
      <p:bgPr>
        <a:solidFill>
          <a:schemeClr val="accent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2"/>
          <p:cNvGrpSpPr/>
          <p:nvPr/>
        </p:nvGrpSpPr>
        <p:grpSpPr>
          <a:xfrm>
            <a:off x="116801" y="0"/>
            <a:ext cx="11766068" cy="6684010"/>
            <a:chOff x="116801" y="0"/>
            <a:chExt cx="11766068" cy="6684010"/>
          </a:xfrm>
        </p:grpSpPr>
        <p:grpSp>
          <p:nvGrpSpPr>
            <p:cNvPr id="3" name="组合 8"/>
            <p:cNvGrpSpPr/>
            <p:nvPr/>
          </p:nvGrpSpPr>
          <p:grpSpPr>
            <a:xfrm>
              <a:off x="309131" y="0"/>
              <a:ext cx="11573738" cy="6684010"/>
              <a:chOff x="0" y="-4117"/>
              <a:chExt cx="12192000" cy="6862117"/>
            </a:xfrm>
          </p:grpSpPr>
          <p:sp>
            <p:nvSpPr>
              <p:cNvPr id="4" name="矩形 6"/>
              <p:cNvSpPr/>
              <p:nvPr/>
            </p:nvSpPr>
            <p:spPr>
              <a:xfrm>
                <a:off x="0" y="280081"/>
                <a:ext cx="12192000" cy="65779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schemeClr val="accent1">
                    <a:lumMod val="7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任意形状 13"/>
              <p:cNvSpPr/>
              <p:nvPr/>
            </p:nvSpPr>
            <p:spPr>
              <a:xfrm>
                <a:off x="0" y="-4117"/>
                <a:ext cx="12192000" cy="400962"/>
              </a:xfrm>
              <a:custGeom>
                <a:avLst/>
                <a:gdLst>
                  <a:gd name="connsiteX0" fmla="*/ 0 w 8825621"/>
                  <a:gd name="connsiteY0" fmla="*/ 0 h 696498"/>
                  <a:gd name="connsiteX1" fmla="*/ 8825621 w 8825621"/>
                  <a:gd name="connsiteY1" fmla="*/ 0 h 696498"/>
                  <a:gd name="connsiteX2" fmla="*/ 8825621 w 8825621"/>
                  <a:gd name="connsiteY2" fmla="*/ 696498 h 696498"/>
                  <a:gd name="connsiteX3" fmla="*/ 0 w 8825621"/>
                  <a:gd name="connsiteY3" fmla="*/ 696498 h 696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25621" h="696498">
                    <a:moveTo>
                      <a:pt x="0" y="0"/>
                    </a:moveTo>
                    <a:lnTo>
                      <a:pt x="8825621" y="0"/>
                    </a:lnTo>
                    <a:lnTo>
                      <a:pt x="8825621" y="696498"/>
                    </a:lnTo>
                    <a:lnTo>
                      <a:pt x="0" y="696498"/>
                    </a:lnTo>
                    <a:close/>
                  </a:path>
                </a:pathLst>
              </a:custGeom>
              <a:solidFill>
                <a:schemeClr val="accent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" name="任意形状 14"/>
              <p:cNvSpPr/>
              <p:nvPr/>
            </p:nvSpPr>
            <p:spPr>
              <a:xfrm>
                <a:off x="336688" y="102775"/>
                <a:ext cx="177306" cy="177306"/>
              </a:xfrm>
              <a:custGeom>
                <a:avLst/>
                <a:gdLst>
                  <a:gd name="connsiteX0" fmla="*/ 318399 w 318398"/>
                  <a:gd name="connsiteY0" fmla="*/ 159200 h 318399"/>
                  <a:gd name="connsiteX1" fmla="*/ 159199 w 318398"/>
                  <a:gd name="connsiteY1" fmla="*/ 318399 h 318399"/>
                  <a:gd name="connsiteX2" fmla="*/ 0 w 318398"/>
                  <a:gd name="connsiteY2" fmla="*/ 159200 h 318399"/>
                  <a:gd name="connsiteX3" fmla="*/ 159199 w 318398"/>
                  <a:gd name="connsiteY3" fmla="*/ 0 h 318399"/>
                  <a:gd name="connsiteX4" fmla="*/ 318399 w 318398"/>
                  <a:gd name="connsiteY4" fmla="*/ 159200 h 318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8398" h="318399">
                    <a:moveTo>
                      <a:pt x="318399" y="159200"/>
                    </a:moveTo>
                    <a:cubicBezTo>
                      <a:pt x="318399" y="247123"/>
                      <a:pt x="247123" y="318399"/>
                      <a:pt x="159199" y="318399"/>
                    </a:cubicBezTo>
                    <a:cubicBezTo>
                      <a:pt x="71276" y="318399"/>
                      <a:pt x="0" y="247123"/>
                      <a:pt x="0" y="159200"/>
                    </a:cubicBezTo>
                    <a:cubicBezTo>
                      <a:pt x="0" y="71276"/>
                      <a:pt x="71276" y="0"/>
                      <a:pt x="159199" y="0"/>
                    </a:cubicBezTo>
                    <a:cubicBezTo>
                      <a:pt x="247123" y="0"/>
                      <a:pt x="318399" y="71276"/>
                      <a:pt x="318399" y="15920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7" name="任意形状 15"/>
              <p:cNvSpPr/>
              <p:nvPr/>
            </p:nvSpPr>
            <p:spPr>
              <a:xfrm>
                <a:off x="657492" y="102775"/>
                <a:ext cx="177306" cy="177306"/>
              </a:xfrm>
              <a:custGeom>
                <a:avLst/>
                <a:gdLst>
                  <a:gd name="connsiteX0" fmla="*/ 318399 w 318398"/>
                  <a:gd name="connsiteY0" fmla="*/ 159200 h 318399"/>
                  <a:gd name="connsiteX1" fmla="*/ 159199 w 318398"/>
                  <a:gd name="connsiteY1" fmla="*/ 318399 h 318399"/>
                  <a:gd name="connsiteX2" fmla="*/ 0 w 318398"/>
                  <a:gd name="connsiteY2" fmla="*/ 159200 h 318399"/>
                  <a:gd name="connsiteX3" fmla="*/ 159199 w 318398"/>
                  <a:gd name="connsiteY3" fmla="*/ 0 h 318399"/>
                  <a:gd name="connsiteX4" fmla="*/ 318399 w 318398"/>
                  <a:gd name="connsiteY4" fmla="*/ 159200 h 318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8398" h="318399">
                    <a:moveTo>
                      <a:pt x="318399" y="159200"/>
                    </a:moveTo>
                    <a:cubicBezTo>
                      <a:pt x="318399" y="247123"/>
                      <a:pt x="247123" y="318399"/>
                      <a:pt x="159199" y="318399"/>
                    </a:cubicBezTo>
                    <a:cubicBezTo>
                      <a:pt x="71276" y="318399"/>
                      <a:pt x="0" y="247123"/>
                      <a:pt x="0" y="159200"/>
                    </a:cubicBezTo>
                    <a:cubicBezTo>
                      <a:pt x="0" y="71276"/>
                      <a:pt x="71276" y="0"/>
                      <a:pt x="159199" y="0"/>
                    </a:cubicBezTo>
                    <a:cubicBezTo>
                      <a:pt x="247123" y="0"/>
                      <a:pt x="318399" y="71276"/>
                      <a:pt x="318399" y="1592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" name="任意形状 16"/>
              <p:cNvSpPr/>
              <p:nvPr/>
            </p:nvSpPr>
            <p:spPr>
              <a:xfrm>
                <a:off x="978295" y="102775"/>
                <a:ext cx="177306" cy="177306"/>
              </a:xfrm>
              <a:custGeom>
                <a:avLst/>
                <a:gdLst>
                  <a:gd name="connsiteX0" fmla="*/ 318399 w 318398"/>
                  <a:gd name="connsiteY0" fmla="*/ 159200 h 318399"/>
                  <a:gd name="connsiteX1" fmla="*/ 159199 w 318398"/>
                  <a:gd name="connsiteY1" fmla="*/ 318399 h 318399"/>
                  <a:gd name="connsiteX2" fmla="*/ 0 w 318398"/>
                  <a:gd name="connsiteY2" fmla="*/ 159200 h 318399"/>
                  <a:gd name="connsiteX3" fmla="*/ 159199 w 318398"/>
                  <a:gd name="connsiteY3" fmla="*/ 0 h 318399"/>
                  <a:gd name="connsiteX4" fmla="*/ 318399 w 318398"/>
                  <a:gd name="connsiteY4" fmla="*/ 159200 h 318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8398" h="318399">
                    <a:moveTo>
                      <a:pt x="318399" y="159200"/>
                    </a:moveTo>
                    <a:cubicBezTo>
                      <a:pt x="318399" y="247123"/>
                      <a:pt x="247123" y="318399"/>
                      <a:pt x="159199" y="318399"/>
                    </a:cubicBezTo>
                    <a:cubicBezTo>
                      <a:pt x="71276" y="318399"/>
                      <a:pt x="0" y="247123"/>
                      <a:pt x="0" y="159200"/>
                    </a:cubicBezTo>
                    <a:cubicBezTo>
                      <a:pt x="0" y="71276"/>
                      <a:pt x="71276" y="0"/>
                      <a:pt x="159199" y="0"/>
                    </a:cubicBezTo>
                    <a:cubicBezTo>
                      <a:pt x="247123" y="0"/>
                      <a:pt x="318399" y="71276"/>
                      <a:pt x="318399" y="15920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9" name="组合 9"/>
            <p:cNvGrpSpPr/>
            <p:nvPr/>
          </p:nvGrpSpPr>
          <p:grpSpPr>
            <a:xfrm>
              <a:off x="116801" y="6078897"/>
              <a:ext cx="490653" cy="509317"/>
              <a:chOff x="355481" y="5900373"/>
              <a:chExt cx="490653" cy="509317"/>
            </a:xfrm>
          </p:grpSpPr>
          <p:sp>
            <p:nvSpPr>
              <p:cNvPr id="10" name="任意形状 7"/>
              <p:cNvSpPr/>
              <p:nvPr/>
            </p:nvSpPr>
            <p:spPr>
              <a:xfrm>
                <a:off x="382491" y="5900373"/>
                <a:ext cx="463643" cy="483505"/>
              </a:xfrm>
              <a:custGeom>
                <a:avLst/>
                <a:gdLst>
                  <a:gd name="connsiteX0" fmla="*/ 39600 w 180624"/>
                  <a:gd name="connsiteY0" fmla="*/ 166985 h 181502"/>
                  <a:gd name="connsiteX1" fmla="*/ 146661 w 180624"/>
                  <a:gd name="connsiteY1" fmla="*/ 161365 h 181502"/>
                  <a:gd name="connsiteX2" fmla="*/ 180094 w 180624"/>
                  <a:gd name="connsiteY2" fmla="*/ 100024 h 181502"/>
                  <a:gd name="connsiteX3" fmla="*/ 116753 w 180624"/>
                  <a:gd name="connsiteY3" fmla="*/ 2965 h 181502"/>
                  <a:gd name="connsiteX4" fmla="*/ 6644 w 180624"/>
                  <a:gd name="connsiteY4" fmla="*/ 53257 h 181502"/>
                  <a:gd name="connsiteX5" fmla="*/ 39600 w 180624"/>
                  <a:gd name="connsiteY5" fmla="*/ 166985 h 181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0624" h="181502">
                    <a:moveTo>
                      <a:pt x="39600" y="166985"/>
                    </a:moveTo>
                    <a:cubicBezTo>
                      <a:pt x="71318" y="188512"/>
                      <a:pt x="117038" y="185654"/>
                      <a:pt x="146661" y="161365"/>
                    </a:cubicBezTo>
                    <a:cubicBezTo>
                      <a:pt x="165140" y="146221"/>
                      <a:pt x="177427" y="123742"/>
                      <a:pt x="180094" y="100024"/>
                    </a:cubicBezTo>
                    <a:cubicBezTo>
                      <a:pt x="184856" y="58305"/>
                      <a:pt x="157043" y="14871"/>
                      <a:pt x="116753" y="2965"/>
                    </a:cubicBezTo>
                    <a:cubicBezTo>
                      <a:pt x="77129" y="-8751"/>
                      <a:pt x="24551" y="15538"/>
                      <a:pt x="6644" y="53257"/>
                    </a:cubicBezTo>
                    <a:cubicBezTo>
                      <a:pt x="-10597" y="89452"/>
                      <a:pt x="7596" y="145268"/>
                      <a:pt x="39600" y="16698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11" name="任意形状 10"/>
              <p:cNvSpPr/>
              <p:nvPr/>
            </p:nvSpPr>
            <p:spPr>
              <a:xfrm>
                <a:off x="355481" y="6008728"/>
                <a:ext cx="400962" cy="400962"/>
              </a:xfrm>
              <a:custGeom>
                <a:avLst/>
                <a:gdLst>
                  <a:gd name="connsiteX0" fmla="*/ 50768 w 276701"/>
                  <a:gd name="connsiteY0" fmla="*/ 276701 h 276701"/>
                  <a:gd name="connsiteX1" fmla="*/ 44006 w 276701"/>
                  <a:gd name="connsiteY1" fmla="*/ 276701 h 276701"/>
                  <a:gd name="connsiteX2" fmla="*/ 0 w 276701"/>
                  <a:gd name="connsiteY2" fmla="*/ 232696 h 276701"/>
                  <a:gd name="connsiteX3" fmla="*/ 0 w 276701"/>
                  <a:gd name="connsiteY3" fmla="*/ 225933 h 276701"/>
                  <a:gd name="connsiteX4" fmla="*/ 78010 w 276701"/>
                  <a:gd name="connsiteY4" fmla="*/ 147923 h 276701"/>
                  <a:gd name="connsiteX5" fmla="*/ 26003 w 276701"/>
                  <a:gd name="connsiteY5" fmla="*/ 95917 h 276701"/>
                  <a:gd name="connsiteX6" fmla="*/ 27718 w 276701"/>
                  <a:gd name="connsiteY6" fmla="*/ 88106 h 276701"/>
                  <a:gd name="connsiteX7" fmla="*/ 270605 w 276701"/>
                  <a:gd name="connsiteY7" fmla="*/ 0 h 276701"/>
                  <a:gd name="connsiteX8" fmla="*/ 276701 w 276701"/>
                  <a:gd name="connsiteY8" fmla="*/ 6096 h 276701"/>
                  <a:gd name="connsiteX9" fmla="*/ 188595 w 276701"/>
                  <a:gd name="connsiteY9" fmla="*/ 248984 h 276701"/>
                  <a:gd name="connsiteX10" fmla="*/ 180785 w 276701"/>
                  <a:gd name="connsiteY10" fmla="*/ 250698 h 276701"/>
                  <a:gd name="connsiteX11" fmla="*/ 128778 w 276701"/>
                  <a:gd name="connsiteY11" fmla="*/ 198692 h 276701"/>
                  <a:gd name="connsiteX12" fmla="*/ 50768 w 276701"/>
                  <a:gd name="connsiteY12" fmla="*/ 276701 h 276701"/>
                  <a:gd name="connsiteX13" fmla="*/ 10096 w 276701"/>
                  <a:gd name="connsiteY13" fmla="*/ 229267 h 276701"/>
                  <a:gd name="connsiteX14" fmla="*/ 47435 w 276701"/>
                  <a:gd name="connsiteY14" fmla="*/ 266605 h 276701"/>
                  <a:gd name="connsiteX15" fmla="*/ 125444 w 276701"/>
                  <a:gd name="connsiteY15" fmla="*/ 188595 h 276701"/>
                  <a:gd name="connsiteX16" fmla="*/ 132207 w 276701"/>
                  <a:gd name="connsiteY16" fmla="*/ 188595 h 276701"/>
                  <a:gd name="connsiteX17" fmla="*/ 182309 w 276701"/>
                  <a:gd name="connsiteY17" fmla="*/ 238697 h 276701"/>
                  <a:gd name="connsiteX18" fmla="*/ 264319 w 276701"/>
                  <a:gd name="connsiteY18" fmla="*/ 12478 h 276701"/>
                  <a:gd name="connsiteX19" fmla="*/ 38100 w 276701"/>
                  <a:gd name="connsiteY19" fmla="*/ 94488 h 276701"/>
                  <a:gd name="connsiteX20" fmla="*/ 88202 w 276701"/>
                  <a:gd name="connsiteY20" fmla="*/ 144590 h 276701"/>
                  <a:gd name="connsiteX21" fmla="*/ 88202 w 276701"/>
                  <a:gd name="connsiteY21" fmla="*/ 151352 h 276701"/>
                  <a:gd name="connsiteX22" fmla="*/ 10192 w 276701"/>
                  <a:gd name="connsiteY22" fmla="*/ 229362 h 276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76701" h="276701">
                    <a:moveTo>
                      <a:pt x="50768" y="276701"/>
                    </a:moveTo>
                    <a:lnTo>
                      <a:pt x="44006" y="276701"/>
                    </a:lnTo>
                    <a:lnTo>
                      <a:pt x="0" y="232696"/>
                    </a:lnTo>
                    <a:lnTo>
                      <a:pt x="0" y="225933"/>
                    </a:lnTo>
                    <a:lnTo>
                      <a:pt x="78010" y="147923"/>
                    </a:lnTo>
                    <a:lnTo>
                      <a:pt x="26003" y="95917"/>
                    </a:lnTo>
                    <a:lnTo>
                      <a:pt x="27718" y="88106"/>
                    </a:lnTo>
                    <a:lnTo>
                      <a:pt x="270605" y="0"/>
                    </a:lnTo>
                    <a:lnTo>
                      <a:pt x="276701" y="6096"/>
                    </a:lnTo>
                    <a:lnTo>
                      <a:pt x="188595" y="248984"/>
                    </a:lnTo>
                    <a:lnTo>
                      <a:pt x="180785" y="250698"/>
                    </a:lnTo>
                    <a:lnTo>
                      <a:pt x="128778" y="198692"/>
                    </a:lnTo>
                    <a:lnTo>
                      <a:pt x="50768" y="276701"/>
                    </a:lnTo>
                    <a:close/>
                    <a:moveTo>
                      <a:pt x="10096" y="229267"/>
                    </a:moveTo>
                    <a:lnTo>
                      <a:pt x="47435" y="266605"/>
                    </a:lnTo>
                    <a:lnTo>
                      <a:pt x="125444" y="188595"/>
                    </a:lnTo>
                    <a:lnTo>
                      <a:pt x="132207" y="188595"/>
                    </a:lnTo>
                    <a:lnTo>
                      <a:pt x="182309" y="238697"/>
                    </a:lnTo>
                    <a:lnTo>
                      <a:pt x="264319" y="12478"/>
                    </a:lnTo>
                    <a:lnTo>
                      <a:pt x="38100" y="94488"/>
                    </a:lnTo>
                    <a:lnTo>
                      <a:pt x="88202" y="144590"/>
                    </a:lnTo>
                    <a:lnTo>
                      <a:pt x="88202" y="151352"/>
                    </a:lnTo>
                    <a:lnTo>
                      <a:pt x="10192" y="229362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1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任意形状 11"/>
          <p:cNvSpPr/>
          <p:nvPr/>
        </p:nvSpPr>
        <p:spPr>
          <a:xfrm rot="1208498">
            <a:off x="11679377" y="828385"/>
            <a:ext cx="410348" cy="603830"/>
          </a:xfrm>
          <a:custGeom>
            <a:avLst/>
            <a:gdLst>
              <a:gd name="connsiteX0" fmla="*/ 13766 w 410348"/>
              <a:gd name="connsiteY0" fmla="*/ 603830 h 603830"/>
              <a:gd name="connsiteX1" fmla="*/ 0 w 410348"/>
              <a:gd name="connsiteY1" fmla="*/ 594401 h 603830"/>
              <a:gd name="connsiteX2" fmla="*/ 63551 w 410348"/>
              <a:gd name="connsiteY2" fmla="*/ 5092 h 603830"/>
              <a:gd name="connsiteX3" fmla="*/ 80146 w 410348"/>
              <a:gd name="connsiteY3" fmla="*/ 0 h 603830"/>
              <a:gd name="connsiteX4" fmla="*/ 410348 w 410348"/>
              <a:gd name="connsiteY4" fmla="*/ 386399 h 603830"/>
              <a:gd name="connsiteX5" fmla="*/ 407519 w 410348"/>
              <a:gd name="connsiteY5" fmla="*/ 400919 h 603830"/>
              <a:gd name="connsiteX6" fmla="*/ 13766 w 410348"/>
              <a:gd name="connsiteY6" fmla="*/ 603830 h 603830"/>
              <a:gd name="connsiteX7" fmla="*/ 79958 w 410348"/>
              <a:gd name="connsiteY7" fmla="*/ 28853 h 603830"/>
              <a:gd name="connsiteX8" fmla="*/ 20555 w 410348"/>
              <a:gd name="connsiteY8" fmla="*/ 578938 h 603830"/>
              <a:gd name="connsiteX9" fmla="*/ 388284 w 410348"/>
              <a:gd name="connsiteY9" fmla="*/ 389416 h 603830"/>
              <a:gd name="connsiteX10" fmla="*/ 79958 w 410348"/>
              <a:gd name="connsiteY10" fmla="*/ 28853 h 603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0348" h="603830">
                <a:moveTo>
                  <a:pt x="13766" y="603830"/>
                </a:moveTo>
                <a:lnTo>
                  <a:pt x="0" y="594401"/>
                </a:lnTo>
                <a:lnTo>
                  <a:pt x="63551" y="5092"/>
                </a:lnTo>
                <a:lnTo>
                  <a:pt x="80146" y="0"/>
                </a:lnTo>
                <a:lnTo>
                  <a:pt x="410348" y="386399"/>
                </a:lnTo>
                <a:lnTo>
                  <a:pt x="407519" y="400919"/>
                </a:lnTo>
                <a:lnTo>
                  <a:pt x="13766" y="603830"/>
                </a:lnTo>
                <a:close/>
                <a:moveTo>
                  <a:pt x="79958" y="28853"/>
                </a:moveTo>
                <a:lnTo>
                  <a:pt x="20555" y="578938"/>
                </a:lnTo>
                <a:lnTo>
                  <a:pt x="388284" y="389416"/>
                </a:lnTo>
                <a:lnTo>
                  <a:pt x="79958" y="28853"/>
                </a:lnTo>
                <a:close/>
              </a:path>
            </a:pathLst>
          </a:custGeom>
          <a:solidFill>
            <a:srgbClr val="26262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/>
          <p:cNvSpPr>
            <a:spLocks noGrp="1"/>
          </p:cNvSpPr>
          <p:nvPr>
            <p:ph type="ctrTitle" hasCustomPrompt="1"/>
          </p:nvPr>
        </p:nvSpPr>
        <p:spPr>
          <a:xfrm>
            <a:off x="2641601" y="2231802"/>
            <a:ext cx="6896100" cy="2027739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sz="4400"/>
              <a:t>An AI  Assistant Plugin for IntelliJ IDEA — MyPilot</a:t>
            </a:r>
            <a:endParaRPr lang="en-US" sz="4400"/>
          </a:p>
        </p:txBody>
      </p:sp>
      <p:sp>
        <p:nvSpPr>
          <p:cNvPr id="3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2647950" y="4750169"/>
            <a:ext cx="6896100" cy="779663"/>
          </a:xfrm>
        </p:spPr>
        <p:txBody>
          <a:bodyPr>
            <a:normAutofit/>
          </a:bodyPr>
          <a:lstStyle/>
          <a:p>
            <a:pPr algn="ctr">
              <a:buFont typeface="Arial" panose="020B0604020202020204" pitchFamily="34" charset="0"/>
              <a:buNone/>
            </a:pPr>
            <a:r>
              <a:rPr lang="zh-CN" b="1">
                <a:solidFill>
                  <a:schemeClr val="tx1">
                    <a:alpha val="100000"/>
                  </a:schemeClr>
                </a:solidFill>
                <a:latin typeface="Arial"/>
                <a:ea typeface="微软雅黑"/>
                <a:cs typeface="微软雅黑"/>
                <a:sym typeface="Arial"/>
              </a:rPr>
              <a:t>陈艺龙</a:t>
            </a:r>
            <a:r>
              <a:rPr lang="en-US" b="1">
                <a:solidFill>
                  <a:schemeClr val="tx1">
                    <a:alpha val="100000"/>
                  </a:schemeClr>
                </a:solidFill>
                <a:latin typeface="Arial"/>
                <a:ea typeface="微软雅黑"/>
                <a:cs typeface="微软雅黑"/>
                <a:sym typeface="Arial"/>
              </a:rPr>
              <a:t>-</a:t>
            </a:r>
            <a:r>
              <a:rPr lang="zh-CN" b="1">
                <a:solidFill>
                  <a:schemeClr val="tx1">
                    <a:alpha val="100000"/>
                  </a:schemeClr>
                </a:solidFill>
                <a:latin typeface="Arial"/>
                <a:ea typeface="微软雅黑"/>
                <a:cs typeface="微软雅黑"/>
                <a:sym typeface="Arial"/>
              </a:rPr>
              <a:t>2352359   徐云鹏</a:t>
            </a:r>
            <a:r>
              <a:rPr lang="en-US" b="1">
                <a:solidFill>
                  <a:schemeClr val="tx1">
                    <a:alpha val="100000"/>
                  </a:schemeClr>
                </a:solidFill>
                <a:latin typeface="Arial"/>
                <a:ea typeface="微软雅黑"/>
                <a:cs typeface="微软雅黑"/>
                <a:sym typeface="Arial"/>
              </a:rPr>
              <a:t>-</a:t>
            </a:r>
            <a:r>
              <a:rPr lang="zh-CN" b="1">
                <a:solidFill>
                  <a:schemeClr val="tx1">
                    <a:alpha val="100000"/>
                  </a:schemeClr>
                </a:solidFill>
                <a:latin typeface="Arial"/>
                <a:ea typeface="微软雅黑"/>
                <a:cs typeface="微软雅黑"/>
                <a:sym typeface="Arial"/>
              </a:rPr>
              <a:t>2353583  李雪菲</a:t>
            </a:r>
            <a:r>
              <a:rPr lang="en-US" b="1">
                <a:solidFill>
                  <a:schemeClr val="tx1">
                    <a:alpha val="100000"/>
                  </a:schemeClr>
                </a:solidFill>
                <a:latin typeface="Arial"/>
                <a:ea typeface="微软雅黑"/>
                <a:cs typeface="微软雅黑"/>
                <a:sym typeface="Arial"/>
              </a:rPr>
              <a:t>-</a:t>
            </a:r>
            <a:r>
              <a:rPr lang="zh-CN" b="1">
                <a:solidFill>
                  <a:schemeClr val="tx1">
                    <a:alpha val="100000"/>
                  </a:schemeClr>
                </a:solidFill>
                <a:latin typeface="Arial"/>
                <a:ea typeface="微软雅黑"/>
                <a:cs typeface="微软雅黑"/>
                <a:sym typeface="Arial"/>
              </a:rPr>
              <a:t>2354093</a:t>
            </a:r>
            <a:endParaRPr lang="en-US"/>
          </a:p>
        </p:txBody>
      </p:sp>
      <p:sp>
        <p:nvSpPr>
          <p:cNvPr id="4" name="文本占位符 6"/>
          <p:cNvSpPr>
            <a:spLocks noGrp="1"/>
          </p:cNvSpPr>
          <p:nvPr>
            <p:ph type="body" sz="quarter" idx="14" hasCustomPrompt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sz="1600" b="1"/>
              <a:t>2025/11/11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22c275f0-0d62-4858-88af-05a66493deb5.source.4.zh-Hans.pptx"/>
          <p:cNvGrpSpPr/>
          <p:nvPr/>
        </p:nvGrpSpPr>
        <p:grpSpPr>
          <a:xfrm>
            <a:off x="659961" y="1155207"/>
            <a:ext cx="10858940" cy="4962807"/>
            <a:chOff x="659961" y="1155207"/>
            <a:chExt cx="10858940" cy="4962807"/>
          </a:xfrm>
        </p:grpSpPr>
        <p:sp>
          <p:nvSpPr>
            <p:cNvPr id="217" name="Title"/>
            <p:cNvSpPr txBox="1"/>
            <p:nvPr/>
          </p:nvSpPr>
          <p:spPr>
            <a:xfrm flipH="1">
              <a:off x="6388100" y="1155207"/>
              <a:ext cx="5130800" cy="12497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buSzPct val="25000"/>
              </a:pPr>
              <a:r>
                <a:rPr lang="zh-CN" altLang="en-US" sz="54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Agenda</a:t>
              </a:r>
              <a:endParaRPr lang="en-US" dirty="0"/>
            </a:p>
          </p:txBody>
        </p:sp>
        <p:sp>
          <p:nvSpPr>
            <p:cNvPr id="218" name="1"/>
            <p:cNvSpPr/>
            <p:nvPr/>
          </p:nvSpPr>
          <p:spPr>
            <a:xfrm>
              <a:off x="10601783" y="2237763"/>
              <a:ext cx="806450" cy="10082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19" name="组合 21"/>
            <p:cNvGrpSpPr/>
            <p:nvPr/>
          </p:nvGrpSpPr>
          <p:grpSpPr>
            <a:xfrm>
              <a:off x="659961" y="1574625"/>
              <a:ext cx="5448085" cy="1084913"/>
              <a:chOff x="659961" y="1574625"/>
              <a:chExt cx="5448085" cy="1084913"/>
            </a:xfrm>
          </p:grpSpPr>
          <p:sp>
            <p:nvSpPr>
              <p:cNvPr id="220" name="Bullet1"/>
              <p:cNvSpPr txBox="1"/>
              <p:nvPr/>
            </p:nvSpPr>
            <p:spPr>
              <a:xfrm>
                <a:off x="1807368" y="1574625"/>
                <a:ext cx="4300678" cy="10849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Team Member Particulars</a:t>
                </a:r>
                <a:endParaRPr lang="en-US" dirty="0"/>
              </a:p>
            </p:txBody>
          </p:sp>
          <p:sp>
            <p:nvSpPr>
              <p:cNvPr id="221" name="Number1"/>
              <p:cNvSpPr/>
              <p:nvPr/>
            </p:nvSpPr>
            <p:spPr>
              <a:xfrm>
                <a:off x="659961" y="1574625"/>
                <a:ext cx="1147407" cy="10849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none" lIns="68575" tIns="34275" rIns="68575" bIns="34275" anchor="ctr" anchorCtr="0">
                <a:normAutofit/>
              </a:bodyPr>
              <a:lstStyle/>
              <a:p>
                <a:r>
                  <a:rPr lang="en" sz="66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Fredoka"/>
                    <a:sym typeface="Arial" panose="020B0604020202020204" pitchFamily="34" charset="0"/>
                  </a:rPr>
                  <a:t>1.</a:t>
                </a:r>
                <a:endParaRPr sz="66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Fredok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22" name="组合 22"/>
            <p:cNvGrpSpPr/>
            <p:nvPr/>
          </p:nvGrpSpPr>
          <p:grpSpPr>
            <a:xfrm>
              <a:off x="2458257" y="2727450"/>
              <a:ext cx="5453165" cy="1084913"/>
              <a:chOff x="2458257" y="2727450"/>
              <a:chExt cx="5453165" cy="1084913"/>
            </a:xfrm>
          </p:grpSpPr>
          <p:sp>
            <p:nvSpPr>
              <p:cNvPr id="223" name="Bullet2"/>
              <p:cNvSpPr txBox="1"/>
              <p:nvPr/>
            </p:nvSpPr>
            <p:spPr>
              <a:xfrm>
                <a:off x="3605664" y="2727450"/>
                <a:ext cx="4305758" cy="10849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System Functionalities and Features</a:t>
                </a:r>
                <a:endParaRPr lang="en-US" dirty="0"/>
              </a:p>
            </p:txBody>
          </p:sp>
          <p:sp>
            <p:nvSpPr>
              <p:cNvPr id="224" name="Number2"/>
              <p:cNvSpPr/>
              <p:nvPr/>
            </p:nvSpPr>
            <p:spPr>
              <a:xfrm>
                <a:off x="2458257" y="2727450"/>
                <a:ext cx="1147407" cy="10849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none" lIns="68575" tIns="34275" rIns="68575" bIns="34275" anchor="ctr" anchorCtr="0">
                <a:normAutofit/>
              </a:bodyPr>
              <a:lstStyle/>
              <a:p>
                <a:r>
                  <a:rPr lang="en" sz="66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2.</a:t>
                </a:r>
                <a:endParaRPr sz="66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25" name="组合 23"/>
            <p:cNvGrpSpPr/>
            <p:nvPr/>
          </p:nvGrpSpPr>
          <p:grpSpPr>
            <a:xfrm>
              <a:off x="4261633" y="3880275"/>
              <a:ext cx="5460785" cy="1084913"/>
              <a:chOff x="4261633" y="3880275"/>
              <a:chExt cx="5460785" cy="1084913"/>
            </a:xfrm>
          </p:grpSpPr>
          <p:sp>
            <p:nvSpPr>
              <p:cNvPr id="226" name="Bullet3"/>
              <p:cNvSpPr txBox="1"/>
              <p:nvPr/>
            </p:nvSpPr>
            <p:spPr>
              <a:xfrm>
                <a:off x="5409040" y="3880275"/>
                <a:ext cx="4313378" cy="10849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lvl="0" indent="0" defTabSz="913765">
                  <a:buClrTx/>
                  <a:buSzPct val="25000"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</a:defRPr>
                </a:pPr>
                <a:r>
                  <a:rPr lang="zh-CN" b="1" i="0" u="none" strike="noStrike" spc="0" baseline="0">
                    <a:ln>
                      <a:noFill/>
                    </a:ln>
                    <a:effectLst/>
                    <a:latin typeface="Arial"/>
                    <a:ea typeface="微软雅黑"/>
                    <a:cs typeface="Arial"/>
                    <a:sym typeface="Arial"/>
                  </a:rPr>
                  <a:t>System Technical Details and Design</a:t>
                </a:r>
                <a:endParaRPr sz="1800">
                  <a:solidFill>
                    <a:schemeClr val="tx1">
                      <a:alpha val="100000"/>
                    </a:schemeClr>
                  </a:solidFill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227" name="Number3"/>
              <p:cNvSpPr/>
              <p:nvPr/>
            </p:nvSpPr>
            <p:spPr>
              <a:xfrm>
                <a:off x="4261633" y="3880275"/>
                <a:ext cx="1147407" cy="10849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none" lIns="68575" tIns="34275" rIns="68575" bIns="34275" anchor="ctr" anchorCtr="0">
                <a:normAutofit/>
              </a:bodyPr>
              <a:lstStyle/>
              <a:p>
                <a:r>
                  <a:rPr lang="en" sz="66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Fredoka"/>
                    <a:sym typeface="Arial" panose="020B0604020202020204" pitchFamily="34" charset="0"/>
                  </a:rPr>
                  <a:t>3.</a:t>
                </a:r>
                <a:endParaRPr sz="66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Fredok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28" name="组合 24"/>
            <p:cNvGrpSpPr/>
            <p:nvPr/>
          </p:nvGrpSpPr>
          <p:grpSpPr>
            <a:xfrm>
              <a:off x="6072630" y="5033101"/>
              <a:ext cx="5446271" cy="1084913"/>
              <a:chOff x="6072630" y="5033101"/>
              <a:chExt cx="5446271" cy="1084913"/>
            </a:xfrm>
          </p:grpSpPr>
          <p:sp>
            <p:nvSpPr>
              <p:cNvPr id="229" name="Bullet4"/>
              <p:cNvSpPr txBox="1"/>
              <p:nvPr/>
            </p:nvSpPr>
            <p:spPr>
              <a:xfrm>
                <a:off x="7220037" y="5033101"/>
                <a:ext cx="4298864" cy="10849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lvl="0" indent="0" defTabSz="913765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</a:defRPr>
                </a:pPr>
                <a:r>
                  <a:rPr lang="zh-CN" b="1" i="0" u="none" strike="noStrike" spc="0" baseline="0">
                    <a:ln>
                      <a:noFill/>
                    </a:ln>
                    <a:effectLst/>
                    <a:latin typeface="Arial"/>
                    <a:ea typeface="微软雅黑"/>
                    <a:cs typeface="Arial"/>
                    <a:sym typeface="Arial"/>
                  </a:rPr>
                  <a:t>Simple User Manual</a:t>
                </a:r>
                <a:endParaRPr/>
              </a:p>
            </p:txBody>
          </p:sp>
          <p:sp>
            <p:nvSpPr>
              <p:cNvPr id="230" name="Number4"/>
              <p:cNvSpPr/>
              <p:nvPr/>
            </p:nvSpPr>
            <p:spPr>
              <a:xfrm>
                <a:off x="6072630" y="5033101"/>
                <a:ext cx="1147407" cy="10849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none" lIns="68575" tIns="34275" rIns="68575" bIns="34275" anchor="ctr" anchorCtr="0">
                <a:normAutofit/>
              </a:bodyPr>
              <a:lstStyle/>
              <a:p>
                <a:r>
                  <a:rPr lang="en" sz="6600" b="1" dirty="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4.</a:t>
                </a:r>
                <a:endParaRPr sz="66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标题 4"/>
          <p:cNvSpPr>
            <a:spLocks noGrp="1"/>
          </p:cNvSpPr>
          <p:nvPr>
            <p:ph type="title" hasCustomPrompt="1"/>
          </p:nvPr>
        </p:nvSpPr>
        <p:spPr>
          <a:xfrm>
            <a:off x="3322730" y="2889400"/>
            <a:ext cx="5546540" cy="1079200"/>
          </a:xfrm>
        </p:spPr>
        <p:txBody>
          <a:bodyPr/>
          <a:lstStyle/>
          <a:p>
            <a:r>
              <a:rPr lang="zh-CN" altLang="en-US" dirty="0"/>
              <a:t>Team Member Particulars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1c5c6f3f-da81-47ae-90de-70e21176429f.source.6.zh-Hans.pptx"/>
          <p:cNvGrpSpPr/>
          <p:nvPr/>
        </p:nvGrpSpPr>
        <p:grpSpPr>
          <a:xfrm>
            <a:off x="669925" y="1380409"/>
            <a:ext cx="10858501" cy="4634215"/>
            <a:chOff x="669925" y="1784736"/>
            <a:chExt cx="10858501" cy="4292141"/>
          </a:xfrm>
        </p:grpSpPr>
        <p:sp>
          <p:nvSpPr>
            <p:cNvPr id="357" name="矩形: 圆角 63"/>
            <p:cNvSpPr/>
            <p:nvPr/>
          </p:nvSpPr>
          <p:spPr>
            <a:xfrm>
              <a:off x="669925" y="2006600"/>
              <a:ext cx="10858501" cy="3886200"/>
            </a:xfrm>
            <a:prstGeom prst="roundRect">
              <a:avLst>
                <a:gd name="adj" fmla="val 4475"/>
              </a:avLst>
            </a:prstGeom>
            <a:solidFill>
              <a:schemeClr val="bg1">
                <a:alpha val="90000"/>
              </a:schemeClr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54"/>
              <a:endParaRPr lang="zh-CN" altLang="en-US" sz="20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grpSp>
          <p:nvGrpSpPr>
            <p:cNvPr id="358" name="组合 65"/>
            <p:cNvGrpSpPr/>
            <p:nvPr/>
          </p:nvGrpSpPr>
          <p:grpSpPr>
            <a:xfrm>
              <a:off x="711195" y="2500713"/>
              <a:ext cx="9849497" cy="815426"/>
              <a:chOff x="602052" y="3816524"/>
              <a:chExt cx="10046643" cy="641614"/>
            </a:xfrm>
          </p:grpSpPr>
          <p:sp>
            <p:nvSpPr>
              <p:cNvPr id="359" name="Text1"/>
              <p:cNvSpPr txBox="1"/>
              <p:nvPr/>
            </p:nvSpPr>
            <p:spPr>
              <a:xfrm>
                <a:off x="2593267" y="3985014"/>
                <a:ext cx="8055429" cy="304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marL="0" lvl="0" algn="l" defTabSz="913765">
                  <a:lnSpc>
                    <a:spcPct val="120000"/>
                  </a:lnSpc>
                  <a:buSzPct val="25000"/>
                  <a:defRPr sz="18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</a:defRPr>
                </a:pPr>
                <a:r>
                  <a:rPr lang="zh-CN" sz="1800" i="0" u="none" strike="noStrike" spc="0" baseline="0">
                    <a:ln>
                      <a:noFill/>
                    </a:ln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Focused on</a:t>
                </a:r>
                <a:r>
                  <a:rPr lang="zh-CN" sz="1800" i="0" u="none" strike="noStrike" spc="0" baseline="0">
                    <a:ln>
                      <a:noFill/>
                    </a:ln>
                    <a:solidFill>
                      <a:schemeClr val="tx1">
                        <a:alpha val="100000"/>
                      </a:schemeClr>
                    </a:solidFill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 </a:t>
                </a:r>
                <a:r>
                  <a:rPr lang="zh-CN" sz="1800" b="1" i="0" u="none" strike="noStrike" spc="0" baseline="0">
                    <a:ln>
                      <a:noFill/>
                    </a:ln>
                    <a:solidFill>
                      <a:schemeClr val="tx1">
                        <a:alpha val="100000"/>
                      </a:schemeClr>
                    </a:solidFill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core </a:t>
                </a:r>
                <a:r>
                  <a:rPr lang="en-US" sz="1800" b="1" i="0" u="none" strike="noStrike" spc="0" baseline="0">
                    <a:ln>
                      <a:noFill/>
                    </a:ln>
                    <a:solidFill>
                      <a:schemeClr val="tx1">
                        <a:alpha val="100000"/>
                      </a:schemeClr>
                    </a:solidFill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a</a:t>
                </a:r>
                <a:r>
                  <a:rPr lang="zh-CN" sz="1800" b="1" i="0" u="none" strike="noStrike">
                    <a:ln>
                      <a:noFill/>
                    </a:ln>
                    <a:solidFill>
                      <a:schemeClr val="tx1">
                        <a:alpha val="100000"/>
                      </a:schemeClr>
                    </a:solidFill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rchitectural </a:t>
                </a:r>
                <a:r>
                  <a:rPr lang="en-US" sz="1800" b="1" i="0" u="none" strike="noStrike">
                    <a:ln>
                      <a:noFill/>
                    </a:ln>
                    <a:solidFill>
                      <a:schemeClr val="tx1">
                        <a:alpha val="100000"/>
                      </a:schemeClr>
                    </a:solidFill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d</a:t>
                </a:r>
                <a:r>
                  <a:rPr lang="zh-CN" sz="1800" b="1" i="0" u="none" strike="noStrike">
                    <a:ln>
                      <a:noFill/>
                    </a:ln>
                    <a:solidFill>
                      <a:schemeClr val="tx1">
                        <a:alpha val="100000"/>
                      </a:schemeClr>
                    </a:solidFill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esign </a:t>
                </a:r>
                <a:r>
                  <a:rPr lang="zh-CN" sz="1800" b="0" i="0" u="none" strike="noStrike">
                    <a:ln>
                      <a:noFill/>
                    </a:ln>
                    <a:solidFill>
                      <a:schemeClr val="tx1">
                        <a:alpha val="100000"/>
                      </a:schemeClr>
                    </a:solidFill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and</a:t>
                </a:r>
                <a:r>
                  <a:rPr lang="zh-CN" sz="1800" b="1" i="0" u="none" strike="noStrike">
                    <a:ln>
                      <a:noFill/>
                    </a:ln>
                    <a:solidFill>
                      <a:schemeClr val="tx1">
                        <a:alpha val="100000"/>
                      </a:schemeClr>
                    </a:solidFill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 </a:t>
                </a:r>
                <a:r>
                  <a:rPr lang="zh-CN" sz="1800" i="0" u="none" strike="noStrike" spc="0" baseline="0">
                    <a:ln>
                      <a:noFill/>
                    </a:ln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implementation for </a:t>
                </a:r>
                <a:r>
                  <a:rPr lang="zh-CN" sz="1800" b="1" i="0" u="none" strike="noStrike">
                    <a:ln>
                      <a:noFill/>
                    </a:ln>
                    <a:solidFill>
                      <a:schemeClr val="tx1">
                        <a:alpha val="100000"/>
                      </a:schemeClr>
                    </a:solidFill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EditService;</a:t>
                </a:r>
                <a:endParaRPr/>
              </a:p>
            </p:txBody>
          </p:sp>
          <p:sp>
            <p:nvSpPr>
              <p:cNvPr id="360" name="Bullet1"/>
              <p:cNvSpPr txBox="1"/>
              <p:nvPr/>
            </p:nvSpPr>
            <p:spPr>
              <a:xfrm>
                <a:off x="602052" y="3816524"/>
                <a:ext cx="1718137" cy="6416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b="1" dirty="0">
                    <a:solidFill>
                      <a:schemeClr val="tx1"/>
                    </a:solidFill>
                    <a:cs typeface="+mn-ea"/>
                    <a:sym typeface="+mn-lt"/>
                  </a:rPr>
                  <a:t>Xu Yunpeng (2353583)</a:t>
                </a:r>
                <a:endParaRPr lang="en-US" dirty="0"/>
              </a:p>
            </p:txBody>
          </p:sp>
        </p:grpSp>
        <p:grpSp>
          <p:nvGrpSpPr>
            <p:cNvPr id="361" name="组合 66"/>
            <p:cNvGrpSpPr/>
            <p:nvPr/>
          </p:nvGrpSpPr>
          <p:grpSpPr>
            <a:xfrm>
              <a:off x="711171" y="3682115"/>
              <a:ext cx="9773244" cy="815428"/>
              <a:chOff x="2508528" y="4754797"/>
              <a:chExt cx="9968865" cy="641614"/>
            </a:xfrm>
          </p:grpSpPr>
          <p:sp>
            <p:nvSpPr>
              <p:cNvPr id="362" name="Text2"/>
              <p:cNvSpPr txBox="1"/>
              <p:nvPr/>
            </p:nvSpPr>
            <p:spPr>
              <a:xfrm>
                <a:off x="4499764" y="4928615"/>
                <a:ext cx="7977630" cy="2939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defTabSz="913765">
                  <a:lnSpc>
                    <a:spcPct val="120000"/>
                  </a:lnSpc>
                  <a:buSzPct val="25000"/>
                  <a:defRPr sz="18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</a:defRPr>
                </a:pPr>
                <a:r>
                  <a:rPr lang="zh-CN" sz="1800" i="0" u="none" strike="noStrike" spc="0" baseline="0">
                    <a:ln>
                      <a:noFill/>
                    </a:ln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Focused on </a:t>
                </a:r>
                <a:r>
                  <a:rPr lang="zh-CN" sz="1800" b="1" i="0" u="none" strike="noStrike" spc="0" baseline="0">
                    <a:ln>
                      <a:noFill/>
                    </a:ln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infrastructure layer</a:t>
                </a:r>
                <a:r>
                  <a:rPr lang="zh-CN" sz="1800" i="0" u="none" strike="noStrike" spc="0" baseline="0">
                    <a:ln>
                      <a:noFill/>
                    </a:ln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 implementation for </a:t>
                </a:r>
                <a:r>
                  <a:rPr lang="en-US" sz="1800" b="1" i="0" u="none" strike="noStrike" spc="0" baseline="0">
                    <a:ln>
                      <a:noFill/>
                    </a:ln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Rag</a:t>
                </a:r>
                <a:r>
                  <a:rPr lang="zh-CN" sz="1800" b="1" i="0" u="none" strike="noStrike" spc="0" baseline="0">
                    <a:ln>
                      <a:noFill/>
                    </a:ln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Service;</a:t>
                </a:r>
                <a:endParaRPr/>
              </a:p>
            </p:txBody>
          </p:sp>
          <p:sp>
            <p:nvSpPr>
              <p:cNvPr id="363" name="Bullet2"/>
              <p:cNvSpPr txBox="1"/>
              <p:nvPr/>
            </p:nvSpPr>
            <p:spPr>
              <a:xfrm>
                <a:off x="2508528" y="4754797"/>
                <a:ext cx="1718138" cy="6416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b="1" dirty="0">
                    <a:solidFill>
                      <a:schemeClr val="tx1"/>
                    </a:solidFill>
                    <a:cs typeface="+mn-ea"/>
                    <a:sym typeface="+mn-lt"/>
                  </a:rPr>
                  <a:t>Chen Yilong (2352359)</a:t>
                </a:r>
                <a:endParaRPr lang="en-US" dirty="0"/>
              </a:p>
            </p:txBody>
          </p:sp>
        </p:grpSp>
        <p:grpSp>
          <p:nvGrpSpPr>
            <p:cNvPr id="364" name="组合 67"/>
            <p:cNvGrpSpPr/>
            <p:nvPr/>
          </p:nvGrpSpPr>
          <p:grpSpPr>
            <a:xfrm>
              <a:off x="711171" y="5080594"/>
              <a:ext cx="10478400" cy="815424"/>
              <a:chOff x="4413881" y="5855188"/>
              <a:chExt cx="10688149" cy="641612"/>
            </a:xfrm>
          </p:grpSpPr>
          <p:sp>
            <p:nvSpPr>
              <p:cNvPr id="365" name="Text3"/>
              <p:cNvSpPr txBox="1"/>
              <p:nvPr/>
            </p:nvSpPr>
            <p:spPr>
              <a:xfrm>
                <a:off x="6405119" y="5948391"/>
                <a:ext cx="8696912" cy="304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defTabSz="913765">
                  <a:lnSpc>
                    <a:spcPct val="120000"/>
                  </a:lnSpc>
                  <a:buSzPct val="25000"/>
                  <a:defRPr sz="18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</a:defRPr>
                </a:pPr>
                <a:r>
                  <a:rPr lang="zh-CN" sz="1800" i="0" u="none" strike="noStrike" spc="0" baseline="0">
                    <a:ln>
                      <a:noFill/>
                    </a:ln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Led </a:t>
                </a:r>
                <a:r>
                  <a:rPr lang="zh-CN" sz="1800" b="1" i="0" u="none" strike="noStrike" spc="0" baseline="0">
                    <a:ln>
                      <a:noFill/>
                    </a:ln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UI design</a:t>
                </a:r>
                <a:r>
                  <a:rPr lang="zh-CN" sz="1800" i="0" u="none" strike="noStrike" spc="0" baseline="0">
                    <a:ln>
                      <a:noFill/>
                    </a:ln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, </a:t>
                </a:r>
                <a:r>
                  <a:rPr lang="zh-CN" sz="1800" b="1" i="0" u="none" strike="noStrike" spc="0" baseline="0">
                    <a:ln>
                      <a:noFill/>
                    </a:ln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view-layer components</a:t>
                </a:r>
                <a:r>
                  <a:rPr lang="zh-CN" sz="1800" i="0" u="none" strike="noStrike" spc="0" baseline="0">
                    <a:ln>
                      <a:noFill/>
                    </a:ln>
                    <a:effectLst/>
                    <a:latin typeface="Arial"/>
                    <a:ea typeface="微软雅黑"/>
                    <a:cs typeface="微软雅黑"/>
                    <a:sym typeface="Arial"/>
                  </a:rPr>
                  <a:t>, and user manual documentation; </a:t>
                </a:r>
                <a:endParaRPr/>
              </a:p>
            </p:txBody>
          </p:sp>
          <p:sp>
            <p:nvSpPr>
              <p:cNvPr id="366" name="Bullet3"/>
              <p:cNvSpPr txBox="1"/>
              <p:nvPr/>
            </p:nvSpPr>
            <p:spPr>
              <a:xfrm>
                <a:off x="4413882" y="5855189"/>
                <a:ext cx="1718137" cy="6416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b="1" dirty="0">
                    <a:solidFill>
                      <a:schemeClr val="tx1"/>
                    </a:solidFill>
                    <a:cs typeface="+mn-ea"/>
                    <a:sym typeface="+mn-lt"/>
                  </a:rPr>
                  <a:t>Li Xuefei (2354093)</a:t>
                </a:r>
                <a:endParaRPr lang="en-US" dirty="0"/>
              </a:p>
            </p:txBody>
          </p:sp>
        </p:grpSp>
        <p:sp>
          <p:nvSpPr>
            <p:cNvPr id="367" name="Text5"/>
            <p:cNvSpPr txBox="1"/>
            <p:nvPr/>
          </p:nvSpPr>
          <p:spPr>
            <a:xfrm>
              <a:off x="4611518" y="4899700"/>
              <a:ext cx="5949156" cy="11771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defTabSz="913765">
                <a:lnSpc>
                  <a:spcPct val="120000"/>
                </a:lnSpc>
                <a:buSzPct val="25000"/>
                <a:defRPr sz="1800">
                  <a:solidFill>
                    <a:schemeClr val="tx1">
                      <a:alpha val="100000"/>
                    </a:schemeClr>
                  </a:solidFill>
                  <a:latin typeface="Arial"/>
                  <a:ea typeface="微软雅黑"/>
                  <a:cs typeface="+mn-cs"/>
                </a:defRPr>
              </a:pPr>
              <a:endParaRPr lang="zh-CN" sz="1400" i="0" u="none" strike="noStrike" spc="0" baseline="0">
                <a:ln>
                  <a:noFill/>
                </a:ln>
                <a:effectLst/>
                <a:latin typeface="Arial"/>
                <a:ea typeface="微软雅黑"/>
                <a:cs typeface="微软雅黑"/>
                <a:sym typeface="Arial"/>
              </a:endParaRPr>
            </a:p>
          </p:txBody>
        </p:sp>
        <p:sp>
          <p:nvSpPr>
            <p:cNvPr id="368" name="矩形: 圆角 6"/>
            <p:cNvSpPr/>
            <p:nvPr/>
          </p:nvSpPr>
          <p:spPr>
            <a:xfrm>
              <a:off x="711201" y="1784736"/>
              <a:ext cx="1519238" cy="4571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endParaRPr lang="zh-CN" altLang="en-US" sz="1600" dirty="0">
                <a:latin typeface="+mn-lt"/>
                <a:cs typeface="+mn-ea"/>
                <a:sym typeface="+mn-lt"/>
              </a:endParaRPr>
            </a:p>
          </p:txBody>
        </p:sp>
      </p:grpSp>
      <p:sp>
        <p:nvSpPr>
          <p:cNvPr id="369" name="标题 429496729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Team Composition and Roles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标题 4"/>
          <p:cNvSpPr>
            <a:spLocks noGrp="1"/>
          </p:cNvSpPr>
          <p:nvPr>
            <p:ph type="title" hasCustomPrompt="1"/>
          </p:nvPr>
        </p:nvSpPr>
        <p:spPr>
          <a:xfrm>
            <a:off x="3302702" y="2458853"/>
            <a:ext cx="5546540" cy="10792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System Functionalities and Features</a:t>
            </a:r>
            <a:endParaRPr lang="en-US" dirty="0"/>
          </a:p>
        </p:txBody>
      </p:sp>
      <p:sp>
        <p:nvSpPr>
          <p:cNvPr id="372" name="文本占位符 24"/>
          <p:cNvSpPr>
            <a:spLocks noGrp="1"/>
          </p:cNvSpPr>
          <p:nvPr>
            <p:ph type="body" sz="quarter" idx="1" hasCustomPrompt="1"/>
          </p:nvPr>
        </p:nvSpPr>
        <p:spPr/>
        <p:txBody>
          <a:bodyPr>
            <a:normAutofit/>
          </a:bodyPr>
          <a:lstStyle/>
          <a:p>
            <a:pPr>
              <a:buFont typeface="Arial"/>
              <a:buNone/>
            </a:pPr>
            <a:r>
              <a:rPr lang="zh-CN" dirty="0"/>
              <a:t>F0 + F2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5dabe1c0-eec2-4b39-ac19-a89da06aa498.source.9.zh-Hans.pptx"/>
          <p:cNvGrpSpPr/>
          <p:nvPr/>
        </p:nvGrpSpPr>
        <p:grpSpPr>
          <a:xfrm>
            <a:off x="660400" y="1635287"/>
            <a:ext cx="10858500" cy="3929693"/>
            <a:chOff x="660400" y="1130300"/>
            <a:chExt cx="10858500" cy="3929693"/>
          </a:xfrm>
        </p:grpSpPr>
        <p:sp>
          <p:nvSpPr>
            <p:cNvPr id="375" name="Title"/>
            <p:cNvSpPr txBox="1"/>
            <p:nvPr/>
          </p:nvSpPr>
          <p:spPr>
            <a:xfrm>
              <a:off x="660400" y="1130300"/>
              <a:ext cx="10858500" cy="53340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 fontScale="55000"/>
            </a:bodyPr>
            <a:lstStyle/>
            <a:p>
              <a:r>
                <a:rPr lang="en-US" sz="2400" b="0">
                  <a:latin typeface="Arial"/>
                  <a:ea typeface="微软雅黑"/>
                  <a:cs typeface="微软雅黑"/>
                  <a:sym typeface="Arial"/>
                </a:rPr>
                <a:t>A</a:t>
              </a:r>
              <a:r>
                <a:rPr lang="zh-CN" sz="2400" b="0">
                  <a:latin typeface="Arial"/>
                  <a:ea typeface="微软雅黑"/>
                  <a:cs typeface="微软雅黑"/>
                  <a:sym typeface="Arial"/>
                </a:rPr>
                <a:t> </a:t>
              </a:r>
              <a:r>
                <a:rPr lang="zh-CN" sz="2400" b="1">
                  <a:latin typeface="Arial"/>
                  <a:ea typeface="微软雅黑"/>
                  <a:cs typeface="微软雅黑"/>
                  <a:sym typeface="Arial"/>
                </a:rPr>
                <a:t>retrieval-augmented generation(RAG)</a:t>
              </a:r>
              <a:r>
                <a:rPr lang="zh-CN" sz="2400" b="0">
                  <a:latin typeface="Arial"/>
                  <a:ea typeface="微软雅黑"/>
                  <a:cs typeface="微软雅黑"/>
                  <a:sym typeface="Arial"/>
                </a:rPr>
                <a:t> system enabling accurate, context-aware, and traceable responses based on course materials</a:t>
              </a:r>
              <a:endParaRPr/>
            </a:p>
          </p:txBody>
        </p:sp>
        <p:sp>
          <p:nvSpPr>
            <p:cNvPr id="376" name="Number1"/>
            <p:cNvSpPr txBox="1"/>
            <p:nvPr/>
          </p:nvSpPr>
          <p:spPr>
            <a:xfrm>
              <a:off x="660400" y="1816101"/>
              <a:ext cx="560709" cy="739274"/>
            </a:xfrm>
            <a:prstGeom prst="rect">
              <a:avLst/>
            </a:prstGeom>
            <a:noFill/>
            <a:effectLst/>
          </p:spPr>
          <p:txBody>
            <a:bodyPr wrap="none" lIns="91440" tIns="45720" rIns="91440" bIns="45720" rtlCol="0" anchor="ctr">
              <a:normAutofit fontScale="92500" lnSpcReduction="20000"/>
            </a:bodyPr>
            <a:lstStyle/>
            <a:p>
              <a:pPr algn="ctr"/>
              <a:r>
                <a:rPr lang="en-US" altLang="zh-CN" sz="5400" dirty="0">
                  <a:solidFill>
                    <a:schemeClr val="accent1"/>
                  </a:solidFill>
                  <a:cs typeface="+mn-ea"/>
                  <a:sym typeface="+mn-lt"/>
                </a:rPr>
                <a:t>1</a:t>
              </a:r>
              <a:endParaRPr lang="zh-CN" altLang="en-US" sz="540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grpSp>
          <p:nvGrpSpPr>
            <p:cNvPr id="377" name="组合 6"/>
            <p:cNvGrpSpPr/>
            <p:nvPr/>
          </p:nvGrpSpPr>
          <p:grpSpPr>
            <a:xfrm>
              <a:off x="660400" y="1816105"/>
              <a:ext cx="3382727" cy="2463792"/>
              <a:chOff x="914400" y="573575"/>
              <a:chExt cx="3382727" cy="2368798"/>
            </a:xfrm>
          </p:grpSpPr>
          <p:sp>
            <p:nvSpPr>
              <p:cNvPr id="378" name="Number2"/>
              <p:cNvSpPr txBox="1"/>
              <p:nvPr/>
            </p:nvSpPr>
            <p:spPr>
              <a:xfrm>
                <a:off x="914400" y="2231604"/>
                <a:ext cx="560709" cy="710771"/>
              </a:xfrm>
              <a:prstGeom prst="rect">
                <a:avLst/>
              </a:prstGeom>
              <a:noFill/>
              <a:effectLst/>
            </p:spPr>
            <p:txBody>
              <a:bodyPr wrap="none" lIns="91440" tIns="45720" rIns="91440" bIns="45720" rtlCol="0" anchor="ctr">
                <a:normAutofit fontScale="92500" lnSpcReduction="20000"/>
              </a:bodyPr>
              <a:lstStyle/>
              <a:p>
                <a:pPr algn="ctr"/>
                <a:r>
                  <a:rPr lang="en-US" altLang="zh-CN" sz="5400" dirty="0">
                    <a:solidFill>
                      <a:schemeClr val="accent1"/>
                    </a:solidFill>
                    <a:cs typeface="+mn-ea"/>
                    <a:sym typeface="+mn-lt"/>
                  </a:rPr>
                  <a:t>2</a:t>
                </a:r>
                <a:endParaRPr lang="zh-CN" altLang="en-US" sz="5400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379" name="组合 11"/>
              <p:cNvGrpSpPr/>
              <p:nvPr/>
            </p:nvGrpSpPr>
            <p:grpSpPr>
              <a:xfrm>
                <a:off x="1352632" y="573575"/>
                <a:ext cx="2944495" cy="1480028"/>
                <a:chOff x="1352632" y="724593"/>
                <a:chExt cx="2944495" cy="1480028"/>
              </a:xfrm>
            </p:grpSpPr>
            <p:sp>
              <p:nvSpPr>
                <p:cNvPr id="380" name="Bullet2"/>
                <p:cNvSpPr txBox="1"/>
                <p:nvPr/>
              </p:nvSpPr>
              <p:spPr bwMode="auto">
                <a:xfrm>
                  <a:off x="1352632" y="724593"/>
                  <a:ext cx="2944495" cy="4916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90000" tIns="46800" rIns="90000" bIns="46800" anchor="ctr" anchorCtr="0">
                  <a:normAutofit fontScale="77500"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marL="0" lvl="1">
                    <a:lnSpc>
                      <a:spcPct val="120000"/>
                    </a:lnSpc>
                  </a:pPr>
                  <a:r>
                    <a:rPr lang="zh-CN" b="1">
                      <a:latin typeface="Arial"/>
                      <a:ea typeface="微软雅黑"/>
                      <a:cs typeface="微软雅黑"/>
                      <a:sym typeface="Arial"/>
                    </a:rPr>
                    <a:t>Support for Multiple File Formats </a:t>
                  </a:r>
                  <a:endParaRPr/>
                </a:p>
              </p:txBody>
            </p:sp>
            <p:sp>
              <p:nvSpPr>
                <p:cNvPr id="381" name="Text2"/>
                <p:cNvSpPr txBox="1"/>
                <p:nvPr/>
              </p:nvSpPr>
              <p:spPr bwMode="auto">
                <a:xfrm>
                  <a:off x="1352632" y="1362721"/>
                  <a:ext cx="2944495" cy="8419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90000" tIns="46800" rIns="90000" bIns="46800" anchor="t" anchorCtr="0">
                  <a:normAutofit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zh-CN" sz="1600">
                      <a:latin typeface="Arial"/>
                      <a:ea typeface="微软雅黑"/>
                      <a:cs typeface="微软雅黑"/>
                      <a:sym typeface="Arial"/>
                    </a:rPr>
                    <a:t>pptx, ppt, doc, docx, txt, pdf, md</a:t>
                  </a:r>
                  <a:endParaRPr/>
                </a:p>
              </p:txBody>
            </p:sp>
          </p:grpSp>
        </p:grpSp>
        <p:grpSp>
          <p:nvGrpSpPr>
            <p:cNvPr id="382" name="组合 19"/>
            <p:cNvGrpSpPr/>
            <p:nvPr/>
          </p:nvGrpSpPr>
          <p:grpSpPr>
            <a:xfrm>
              <a:off x="1098613" y="3583455"/>
              <a:ext cx="3066991" cy="1476534"/>
              <a:chOff x="1352613" y="1014796"/>
              <a:chExt cx="3066991" cy="1419605"/>
            </a:xfrm>
          </p:grpSpPr>
          <p:sp>
            <p:nvSpPr>
              <p:cNvPr id="383" name="Bullet3"/>
              <p:cNvSpPr txBox="1"/>
              <p:nvPr/>
            </p:nvSpPr>
            <p:spPr bwMode="auto">
              <a:xfrm>
                <a:off x="1352613" y="1014796"/>
                <a:ext cx="2944495" cy="491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0000" tIns="46800" rIns="90000" bIns="46800" anchor="ctr" anchorCtr="0">
                <a:normAutofit fontScale="7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lvl="1">
                  <a:lnSpc>
                    <a:spcPct val="120000"/>
                  </a:lnSpc>
                </a:pPr>
                <a:r>
                  <a:rPr lang="zh-CN" b="1">
                    <a:latin typeface="Arial"/>
                    <a:ea typeface="微软雅黑"/>
                    <a:cs typeface="微软雅黑"/>
                    <a:sym typeface="Arial"/>
                  </a:rPr>
                  <a:t>Multiple Embedding Service Options </a:t>
                </a:r>
                <a:endParaRPr/>
              </a:p>
            </p:txBody>
          </p:sp>
          <p:sp>
            <p:nvSpPr>
              <p:cNvPr id="384" name="Text3"/>
              <p:cNvSpPr txBox="1"/>
              <p:nvPr/>
            </p:nvSpPr>
            <p:spPr bwMode="auto">
              <a:xfrm>
                <a:off x="1475109" y="1592503"/>
                <a:ext cx="2944495" cy="8419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0000" tIns="46800" rIns="90000" bIns="46800" anchor="t" anchorCtr="0">
                <a:no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400">
                    <a:latin typeface="Arial"/>
                    <a:ea typeface="微软雅黑"/>
                    <a:cs typeface="微软雅黑"/>
                    <a:sym typeface="Arial"/>
                  </a:rPr>
                  <a:t>Alibaba Cloud DashScope&amp; 
Zhipu AI embedding services</a:t>
                </a:r>
                <a:endParaRPr/>
              </a:p>
            </p:txBody>
          </p:sp>
        </p:grpSp>
        <p:grpSp>
          <p:nvGrpSpPr>
            <p:cNvPr id="385" name="组合 26"/>
            <p:cNvGrpSpPr/>
            <p:nvPr/>
          </p:nvGrpSpPr>
          <p:grpSpPr>
            <a:xfrm>
              <a:off x="4399159" y="1816101"/>
              <a:ext cx="3530600" cy="1539381"/>
              <a:chOff x="914400" y="1982581"/>
              <a:chExt cx="3530600" cy="1480030"/>
            </a:xfrm>
          </p:grpSpPr>
          <p:sp>
            <p:nvSpPr>
              <p:cNvPr id="386" name="Number4"/>
              <p:cNvSpPr txBox="1"/>
              <p:nvPr/>
            </p:nvSpPr>
            <p:spPr>
              <a:xfrm>
                <a:off x="914400" y="1982581"/>
                <a:ext cx="560709" cy="710772"/>
              </a:xfrm>
              <a:prstGeom prst="rect">
                <a:avLst/>
              </a:prstGeom>
              <a:noFill/>
              <a:effectLst/>
            </p:spPr>
            <p:txBody>
              <a:bodyPr wrap="none" lIns="91440" tIns="45720" rIns="91440" bIns="45720" rtlCol="0" anchor="ctr">
                <a:normAutofit fontScale="77500" lnSpcReduction="20000"/>
              </a:bodyPr>
              <a:lstStyle/>
              <a:p>
                <a:pPr algn="ctr"/>
                <a:r>
                  <a:rPr lang="en-US" sz="5400">
                    <a:solidFill>
                      <a:schemeClr val="accent1">
                        <a:alpha val="100000"/>
                      </a:schemeClr>
                    </a:solidFill>
                    <a:latin typeface="Arial"/>
                    <a:ea typeface="微软雅黑"/>
                    <a:cs typeface="微软雅黑"/>
                    <a:sym typeface="Arial"/>
                  </a:rPr>
                  <a:t>3</a:t>
                </a:r>
                <a:endParaRPr/>
              </a:p>
            </p:txBody>
          </p:sp>
          <p:grpSp>
            <p:nvGrpSpPr>
              <p:cNvPr id="387" name="组合 48"/>
              <p:cNvGrpSpPr/>
              <p:nvPr/>
            </p:nvGrpSpPr>
            <p:grpSpPr>
              <a:xfrm>
                <a:off x="1500505" y="1982582"/>
                <a:ext cx="2944495" cy="1480030"/>
                <a:chOff x="1500505" y="2133600"/>
                <a:chExt cx="2944495" cy="1480030"/>
              </a:xfrm>
            </p:grpSpPr>
            <p:sp>
              <p:nvSpPr>
                <p:cNvPr id="388" name="Bullet4"/>
                <p:cNvSpPr txBox="1"/>
                <p:nvPr/>
              </p:nvSpPr>
              <p:spPr bwMode="auto">
                <a:xfrm>
                  <a:off x="1500505" y="2133600"/>
                  <a:ext cx="2944495" cy="4916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90000" tIns="46800" rIns="90000" bIns="46800" anchor="ctr" anchorCtr="0">
                  <a:noAutofit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marL="0" lvl="1">
                    <a:lnSpc>
                      <a:spcPct val="120000"/>
                    </a:lnSpc>
                  </a:pPr>
                  <a:r>
                    <a:rPr lang="zh-CN" sz="1400" b="1">
                      <a:latin typeface="Arial"/>
                      <a:ea typeface="微软雅黑"/>
                      <a:cs typeface="微软雅黑"/>
                      <a:sym typeface="Arial"/>
                    </a:rPr>
                    <a:t>Coexistence of Two Knowledge Base Sources </a:t>
                  </a:r>
                  <a:endParaRPr/>
                </a:p>
              </p:txBody>
            </p:sp>
            <p:sp>
              <p:nvSpPr>
                <p:cNvPr id="389" name="Text4"/>
                <p:cNvSpPr txBox="1"/>
                <p:nvPr/>
              </p:nvSpPr>
              <p:spPr bwMode="auto">
                <a:xfrm>
                  <a:off x="1500505" y="2771730"/>
                  <a:ext cx="2944495" cy="8419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90000" tIns="46800" rIns="90000" bIns="46800" anchor="t" anchorCtr="0">
                  <a:noAutofit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sz="1400">
                      <a:latin typeface="Arial"/>
                      <a:ea typeface="微软雅黑"/>
                      <a:cs typeface="微软雅黑"/>
                      <a:sym typeface="Arial"/>
                    </a:rPr>
                    <a:t>S</a:t>
                  </a:r>
                  <a:r>
                    <a:rPr lang="zh-CN" sz="1400">
                      <a:latin typeface="Arial"/>
                      <a:ea typeface="微软雅黑"/>
                      <a:cs typeface="微软雅黑"/>
                      <a:sym typeface="Arial"/>
                    </a:rPr>
                    <a:t>tatic materials embedded in the JAR package and user-uploaded files</a:t>
                  </a:r>
                  <a:r>
                    <a:rPr lang="zh-CN" sz="800">
                      <a:latin typeface="Arial"/>
                      <a:ea typeface="微软雅黑"/>
                      <a:cs typeface="微软雅黑"/>
                      <a:sym typeface="Arial"/>
                    </a:rPr>
                    <a:t> </a:t>
                  </a:r>
                  <a:endParaRPr/>
                </a:p>
              </p:txBody>
            </p:sp>
          </p:grpSp>
        </p:grpSp>
        <p:grpSp>
          <p:nvGrpSpPr>
            <p:cNvPr id="390" name="组合 31"/>
            <p:cNvGrpSpPr/>
            <p:nvPr/>
          </p:nvGrpSpPr>
          <p:grpSpPr>
            <a:xfrm>
              <a:off x="4399159" y="3540622"/>
              <a:ext cx="3530600" cy="1519371"/>
              <a:chOff x="914400" y="2231603"/>
              <a:chExt cx="3530600" cy="1460790"/>
            </a:xfrm>
          </p:grpSpPr>
          <p:sp>
            <p:nvSpPr>
              <p:cNvPr id="391" name="Number5"/>
              <p:cNvSpPr txBox="1"/>
              <p:nvPr/>
            </p:nvSpPr>
            <p:spPr>
              <a:xfrm>
                <a:off x="914400" y="2231603"/>
                <a:ext cx="560709" cy="710771"/>
              </a:xfrm>
              <a:prstGeom prst="rect">
                <a:avLst/>
              </a:prstGeom>
              <a:noFill/>
              <a:effectLst/>
            </p:spPr>
            <p:txBody>
              <a:bodyPr wrap="none" lIns="91440" tIns="45720" rIns="91440" bIns="45720" rtlCol="0" anchor="ctr">
                <a:normAutofit fontScale="77500" lnSpcReduction="20000"/>
              </a:bodyPr>
              <a:lstStyle/>
              <a:p>
                <a:pPr algn="ctr"/>
                <a:r>
                  <a:rPr lang="en-US" sz="5400">
                    <a:solidFill>
                      <a:schemeClr val="accent1">
                        <a:alpha val="100000"/>
                      </a:schemeClr>
                    </a:solidFill>
                    <a:latin typeface="Arial"/>
                    <a:ea typeface="微软雅黑"/>
                    <a:cs typeface="微软雅黑"/>
                    <a:sym typeface="Arial"/>
                  </a:rPr>
                  <a:t>4</a:t>
                </a:r>
                <a:endParaRPr/>
              </a:p>
            </p:txBody>
          </p:sp>
          <p:grpSp>
            <p:nvGrpSpPr>
              <p:cNvPr id="392" name="组合 44"/>
              <p:cNvGrpSpPr/>
              <p:nvPr/>
            </p:nvGrpSpPr>
            <p:grpSpPr>
              <a:xfrm>
                <a:off x="1475113" y="2272810"/>
                <a:ext cx="2969887" cy="1419584"/>
                <a:chOff x="1475113" y="2423828"/>
                <a:chExt cx="2969887" cy="1419584"/>
              </a:xfrm>
            </p:grpSpPr>
            <p:sp>
              <p:nvSpPr>
                <p:cNvPr id="393" name="Bullet5"/>
                <p:cNvSpPr txBox="1"/>
                <p:nvPr/>
              </p:nvSpPr>
              <p:spPr bwMode="auto">
                <a:xfrm>
                  <a:off x="1475113" y="2423828"/>
                  <a:ext cx="2944495" cy="4916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90000" tIns="46800" rIns="90000" bIns="46800" anchor="ctr" anchorCtr="0">
                  <a:noAutofit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marL="0" lvl="1">
                    <a:lnSpc>
                      <a:spcPct val="120000"/>
                    </a:lnSpc>
                  </a:pPr>
                  <a:r>
                    <a:rPr lang="zh-CN" sz="1400" b="1">
                      <a:latin typeface="Arial"/>
                      <a:ea typeface="微软雅黑"/>
                      <a:cs typeface="微软雅黑"/>
                      <a:sym typeface="Arial"/>
                    </a:rPr>
                    <a:t>Top-k Most Relevant Knowledge Fragment Retrieval </a:t>
                  </a:r>
                  <a:endParaRPr/>
                </a:p>
              </p:txBody>
            </p:sp>
            <p:sp>
              <p:nvSpPr>
                <p:cNvPr id="394" name="Text5"/>
                <p:cNvSpPr txBox="1"/>
                <p:nvPr/>
              </p:nvSpPr>
              <p:spPr bwMode="auto">
                <a:xfrm>
                  <a:off x="1500505" y="3001512"/>
                  <a:ext cx="2944495" cy="8419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90000" tIns="46800" rIns="90000" bIns="46800" anchor="t" anchorCtr="0">
                  <a:noAutofit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sz="1400">
                      <a:latin typeface="Arial"/>
                      <a:ea typeface="微软雅黑"/>
                      <a:cs typeface="微软雅黑"/>
                      <a:sym typeface="Arial"/>
                    </a:rPr>
                    <a:t>Enables customizable retrieval parameters (relevance threshold and top-k)</a:t>
                  </a:r>
                  <a:endParaRPr/>
                </a:p>
              </p:txBody>
            </p:sp>
          </p:grpSp>
        </p:grpSp>
        <p:grpSp>
          <p:nvGrpSpPr>
            <p:cNvPr id="395" name="组合 52"/>
            <p:cNvGrpSpPr/>
            <p:nvPr/>
          </p:nvGrpSpPr>
          <p:grpSpPr>
            <a:xfrm>
              <a:off x="7988300" y="1816101"/>
              <a:ext cx="3530600" cy="1539381"/>
              <a:chOff x="914400" y="1982581"/>
              <a:chExt cx="3530600" cy="1480030"/>
            </a:xfrm>
          </p:grpSpPr>
          <p:sp>
            <p:nvSpPr>
              <p:cNvPr id="396" name="Number7"/>
              <p:cNvSpPr txBox="1"/>
              <p:nvPr/>
            </p:nvSpPr>
            <p:spPr>
              <a:xfrm>
                <a:off x="914400" y="1982581"/>
                <a:ext cx="560709" cy="710772"/>
              </a:xfrm>
              <a:prstGeom prst="rect">
                <a:avLst/>
              </a:prstGeom>
              <a:noFill/>
              <a:effectLst/>
            </p:spPr>
            <p:txBody>
              <a:bodyPr wrap="none" lIns="91440" tIns="45720" rIns="91440" bIns="45720" rtlCol="0" anchor="ctr">
                <a:normAutofit fontScale="77500" lnSpcReduction="20000"/>
              </a:bodyPr>
              <a:lstStyle/>
              <a:p>
                <a:pPr algn="ctr"/>
                <a:r>
                  <a:rPr lang="en-US" sz="5400">
                    <a:solidFill>
                      <a:schemeClr val="accent1">
                        <a:alpha val="100000"/>
                      </a:schemeClr>
                    </a:solidFill>
                    <a:latin typeface="Arial"/>
                    <a:ea typeface="微软雅黑"/>
                    <a:cs typeface="微软雅黑"/>
                    <a:sym typeface="Arial"/>
                  </a:rPr>
                  <a:t>5</a:t>
                </a:r>
                <a:endParaRPr/>
              </a:p>
            </p:txBody>
          </p:sp>
          <p:grpSp>
            <p:nvGrpSpPr>
              <p:cNvPr id="397" name="组合 67"/>
              <p:cNvGrpSpPr/>
              <p:nvPr/>
            </p:nvGrpSpPr>
            <p:grpSpPr>
              <a:xfrm>
                <a:off x="1500505" y="1982582"/>
                <a:ext cx="2944495" cy="1480030"/>
                <a:chOff x="1500505" y="2133600"/>
                <a:chExt cx="2944495" cy="1480030"/>
              </a:xfrm>
            </p:grpSpPr>
            <p:sp>
              <p:nvSpPr>
                <p:cNvPr id="398" name="Bullet7"/>
                <p:cNvSpPr txBox="1"/>
                <p:nvPr/>
              </p:nvSpPr>
              <p:spPr bwMode="auto">
                <a:xfrm>
                  <a:off x="1500505" y="2133600"/>
                  <a:ext cx="2944495" cy="4916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90000" tIns="46800" rIns="90000" bIns="46800" anchor="ctr" anchorCtr="0">
                  <a:noAutofit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marL="0" lvl="1">
                    <a:lnSpc>
                      <a:spcPct val="120000"/>
                    </a:lnSpc>
                  </a:pPr>
                  <a:r>
                    <a:rPr lang="zh-CN" sz="1400" b="1">
                      <a:latin typeface="Arial"/>
                      <a:ea typeface="微软雅黑"/>
                      <a:cs typeface="微软雅黑"/>
                      <a:sym typeface="Arial"/>
                    </a:rPr>
                    <a:t>Persistent Multi-round Dialogue Management </a:t>
                  </a:r>
                  <a:endParaRPr/>
                </a:p>
              </p:txBody>
            </p:sp>
            <p:sp>
              <p:nvSpPr>
                <p:cNvPr id="399" name="Text7"/>
                <p:cNvSpPr txBox="1"/>
                <p:nvPr/>
              </p:nvSpPr>
              <p:spPr bwMode="auto">
                <a:xfrm>
                  <a:off x="1500505" y="2771730"/>
                  <a:ext cx="2944495" cy="8419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90000" tIns="46800" rIns="90000" bIns="46800" anchor="t" anchorCtr="0">
                  <a:normAutofit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sz="1400">
                      <a:latin typeface="Arial"/>
                      <a:ea typeface="微软雅黑"/>
                      <a:cs typeface="微软雅黑"/>
                      <a:sym typeface="Arial"/>
                    </a:rPr>
                    <a:t>Maintains full dialogue history within sessions, enabling multi-turn interactions </a:t>
                  </a:r>
                  <a:endParaRPr/>
                </a:p>
              </p:txBody>
            </p:sp>
          </p:grpSp>
        </p:grpSp>
        <p:grpSp>
          <p:nvGrpSpPr>
            <p:cNvPr id="400" name="组合 53"/>
            <p:cNvGrpSpPr/>
            <p:nvPr/>
          </p:nvGrpSpPr>
          <p:grpSpPr>
            <a:xfrm>
              <a:off x="7929765" y="3540622"/>
              <a:ext cx="3563743" cy="1519367"/>
              <a:chOff x="855865" y="2231604"/>
              <a:chExt cx="3563743" cy="1460787"/>
            </a:xfrm>
          </p:grpSpPr>
          <p:sp>
            <p:nvSpPr>
              <p:cNvPr id="401" name="Number8"/>
              <p:cNvSpPr txBox="1"/>
              <p:nvPr/>
            </p:nvSpPr>
            <p:spPr>
              <a:xfrm>
                <a:off x="855865" y="2231604"/>
                <a:ext cx="560709" cy="710772"/>
              </a:xfrm>
              <a:prstGeom prst="rect">
                <a:avLst/>
              </a:prstGeom>
              <a:noFill/>
              <a:effectLst/>
            </p:spPr>
            <p:txBody>
              <a:bodyPr wrap="none" lIns="91440" tIns="45720" rIns="91440" bIns="45720" rtlCol="0" anchor="ctr">
                <a:normAutofit fontScale="77500" lnSpcReduction="20000"/>
              </a:bodyPr>
              <a:lstStyle/>
              <a:p>
                <a:pPr algn="ctr"/>
                <a:r>
                  <a:rPr lang="en-US" sz="5400">
                    <a:solidFill>
                      <a:schemeClr val="accent1">
                        <a:alpha val="100000"/>
                      </a:schemeClr>
                    </a:solidFill>
                    <a:latin typeface="Arial"/>
                    <a:ea typeface="微软雅黑"/>
                    <a:cs typeface="微软雅黑"/>
                    <a:sym typeface="Arial"/>
                  </a:rPr>
                  <a:t>6</a:t>
                </a:r>
                <a:endParaRPr/>
              </a:p>
            </p:txBody>
          </p:sp>
          <p:grpSp>
            <p:nvGrpSpPr>
              <p:cNvPr id="402" name="组合 63"/>
              <p:cNvGrpSpPr/>
              <p:nvPr/>
            </p:nvGrpSpPr>
            <p:grpSpPr>
              <a:xfrm>
                <a:off x="1475105" y="2272796"/>
                <a:ext cx="2944503" cy="1419596"/>
                <a:chOff x="1475105" y="2423814"/>
                <a:chExt cx="2944503" cy="1419596"/>
              </a:xfrm>
            </p:grpSpPr>
            <p:sp>
              <p:nvSpPr>
                <p:cNvPr id="403" name="Bullet8"/>
                <p:cNvSpPr txBox="1"/>
                <p:nvPr/>
              </p:nvSpPr>
              <p:spPr bwMode="auto">
                <a:xfrm>
                  <a:off x="1475105" y="2423814"/>
                  <a:ext cx="2944495" cy="4916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90000" tIns="46800" rIns="90000" bIns="46800" anchor="ctr" anchorCtr="0">
                  <a:noAutofit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marL="0" lvl="1">
                    <a:lnSpc>
                      <a:spcPct val="120000"/>
                    </a:lnSpc>
                  </a:pPr>
                  <a:r>
                    <a:rPr lang="zh-CN" sz="1400" b="1">
                      <a:latin typeface="Arial"/>
                      <a:ea typeface="微软雅黑"/>
                      <a:cs typeface="微软雅黑"/>
                      <a:sym typeface="Arial"/>
                    </a:rPr>
                    <a:t>Context-aware Questioning via Editor Menu </a:t>
                  </a:r>
                  <a:endParaRPr/>
                </a:p>
              </p:txBody>
            </p:sp>
            <p:sp>
              <p:nvSpPr>
                <p:cNvPr id="404" name="Text8"/>
                <p:cNvSpPr txBox="1"/>
                <p:nvPr/>
              </p:nvSpPr>
              <p:spPr bwMode="auto">
                <a:xfrm>
                  <a:off x="1475113" y="3001510"/>
                  <a:ext cx="2944495" cy="8419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90000" tIns="46800" rIns="90000" bIns="46800" anchor="t" anchorCtr="0">
                  <a:noAutofit/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sz="1400">
                      <a:latin typeface="Arial"/>
                      <a:ea typeface="微软雅黑"/>
                      <a:cs typeface="微软雅黑"/>
                      <a:sym typeface="Arial"/>
                    </a:rPr>
                    <a:t>Ri</a:t>
                  </a:r>
                  <a:r>
                    <a:rPr lang="zh-CN" sz="1400">
                      <a:latin typeface="Arial"/>
                      <a:ea typeface="微软雅黑"/>
                      <a:cs typeface="微软雅黑"/>
                      <a:sym typeface="Arial"/>
                    </a:rPr>
                    <a:t>ght-click to select code in editor and ask questions directly</a:t>
                  </a:r>
                  <a:endParaRPr/>
                </a:p>
              </p:txBody>
            </p:sp>
          </p:grpSp>
        </p:grpSp>
      </p:grpSp>
      <p:sp>
        <p:nvSpPr>
          <p:cNvPr id="405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Core Functionality: Teaching Assistant Q&amp;A (F0)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c5a60db3-d36e-441a-81eb-397c24432d8a.source.7.zh-Hans.pptx"/>
          <p:cNvGrpSpPr/>
          <p:nvPr/>
        </p:nvGrpSpPr>
        <p:grpSpPr>
          <a:xfrm>
            <a:off x="611539" y="1528360"/>
            <a:ext cx="10913711" cy="5003800"/>
            <a:chOff x="605190" y="1130300"/>
            <a:chExt cx="10913711" cy="5003800"/>
          </a:xfrm>
        </p:grpSpPr>
        <p:cxnSp>
          <p:nvCxnSpPr>
            <p:cNvPr id="408" name="直接连接符 92"/>
            <p:cNvCxnSpPr/>
            <p:nvPr/>
          </p:nvCxnSpPr>
          <p:spPr>
            <a:xfrm flipH="1">
              <a:off x="4719638" y="3632200"/>
              <a:ext cx="2740025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连接符: 肘形 5"/>
            <p:cNvCxnSpPr/>
            <p:nvPr/>
          </p:nvCxnSpPr>
          <p:spPr>
            <a:xfrm rot="10800000" flipV="1">
              <a:off x="7778751" y="1938733"/>
              <a:ext cx="12700" cy="3414652"/>
            </a:xfrm>
            <a:prstGeom prst="bentConnector3">
              <a:avLst>
                <a:gd name="adj1" fmla="val 2568000"/>
              </a:avLst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连接符: 肘形 2"/>
            <p:cNvCxnSpPr>
              <a:stCxn id="411" idx="3"/>
              <a:endCxn id="412" idx="3"/>
            </p:cNvCxnSpPr>
            <p:nvPr/>
          </p:nvCxnSpPr>
          <p:spPr>
            <a:xfrm>
              <a:off x="4381500" y="1722733"/>
              <a:ext cx="12700" cy="3818934"/>
            </a:xfrm>
            <a:prstGeom prst="bentConnector3">
              <a:avLst>
                <a:gd name="adj1" fmla="val 2625000"/>
              </a:avLst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直接连接符 4"/>
            <p:cNvCxnSpPr/>
            <p:nvPr/>
          </p:nvCxnSpPr>
          <p:spPr>
            <a:xfrm>
              <a:off x="4326290" y="3646059"/>
              <a:ext cx="338138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直接连接符 6"/>
            <p:cNvCxnSpPr/>
            <p:nvPr/>
          </p:nvCxnSpPr>
          <p:spPr>
            <a:xfrm flipH="1">
              <a:off x="7459663" y="3632200"/>
              <a:ext cx="338138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" name="Title"/>
            <p:cNvSpPr/>
            <p:nvPr/>
          </p:nvSpPr>
          <p:spPr>
            <a:xfrm>
              <a:off x="4854086" y="2390775"/>
              <a:ext cx="2483828" cy="209391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rmAutofit fontScale="90000"/>
            </a:bodyPr>
            <a:lstStyle/>
            <a:p>
              <a:r>
                <a:rPr lang="zh-CN" sz="2400" b="1">
                  <a:solidFill>
                    <a:srgbClr val="FFFFFF">
                      <a:alpha val="100000"/>
                    </a:srgbClr>
                  </a:solidFill>
                  <a:latin typeface="Arial"/>
                  <a:ea typeface="微软雅黑"/>
                  <a:cs typeface="微软雅黑"/>
                </a:rPr>
                <a:t>Advanced AI-driven functionality </a:t>
              </a:r>
              <a:endParaRPr/>
            </a:p>
          </p:txBody>
        </p:sp>
        <p:grpSp>
          <p:nvGrpSpPr>
            <p:cNvPr id="416" name="组合 93"/>
            <p:cNvGrpSpPr/>
            <p:nvPr/>
          </p:nvGrpSpPr>
          <p:grpSpPr>
            <a:xfrm>
              <a:off x="660400" y="1130300"/>
              <a:ext cx="3721100" cy="1184865"/>
              <a:chOff x="660400" y="1130300"/>
              <a:chExt cx="3721100" cy="1184865"/>
            </a:xfrm>
          </p:grpSpPr>
          <p:sp>
            <p:nvSpPr>
              <p:cNvPr id="411" name="ComponentBackground1"/>
              <p:cNvSpPr/>
              <p:nvPr/>
            </p:nvSpPr>
            <p:spPr>
              <a:xfrm>
                <a:off x="660400" y="1130300"/>
                <a:ext cx="3721100" cy="1184865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7" name="Text1"/>
              <p:cNvSpPr txBox="1"/>
              <p:nvPr/>
            </p:nvSpPr>
            <p:spPr>
              <a:xfrm>
                <a:off x="728295" y="1612698"/>
                <a:ext cx="3585310" cy="65207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050">
                    <a:latin typeface="Arial"/>
                    <a:ea typeface="微软雅黑"/>
                    <a:cs typeface="微软雅黑"/>
                    <a:sym typeface="Arial"/>
                  </a:rPr>
                  <a:t>Executes complex tasks like design pattern application and bug fixing based on user-provided natural language commands</a:t>
                </a:r>
                <a:endParaRPr/>
              </a:p>
            </p:txBody>
          </p:sp>
          <p:sp>
            <p:nvSpPr>
              <p:cNvPr id="418" name="Bullet1"/>
              <p:cNvSpPr txBox="1"/>
              <p:nvPr/>
            </p:nvSpPr>
            <p:spPr>
              <a:xfrm>
                <a:off x="728295" y="1180697"/>
                <a:ext cx="3585310" cy="4320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200" b="1">
                    <a:latin typeface="Arial"/>
                    <a:ea typeface="微软雅黑"/>
                    <a:cs typeface="微软雅黑"/>
                    <a:sym typeface="Arial"/>
                  </a:rPr>
                  <a:t>LLM-Driven Code Refactoring &amp; Remediation </a:t>
                </a:r>
                <a:endParaRPr/>
              </a:p>
            </p:txBody>
          </p:sp>
        </p:grpSp>
        <p:grpSp>
          <p:nvGrpSpPr>
            <p:cNvPr id="419" name="组合 97"/>
            <p:cNvGrpSpPr/>
            <p:nvPr/>
          </p:nvGrpSpPr>
          <p:grpSpPr>
            <a:xfrm>
              <a:off x="605190" y="2905196"/>
              <a:ext cx="3721100" cy="1253428"/>
              <a:chOff x="605190" y="2905196"/>
              <a:chExt cx="3721100" cy="1253428"/>
            </a:xfrm>
          </p:grpSpPr>
          <p:sp>
            <p:nvSpPr>
              <p:cNvPr id="420" name="ComponentBackground3"/>
              <p:cNvSpPr/>
              <p:nvPr/>
            </p:nvSpPr>
            <p:spPr>
              <a:xfrm>
                <a:off x="605190" y="2973759"/>
                <a:ext cx="3721100" cy="1184865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1" name="Text3"/>
              <p:cNvSpPr txBox="1"/>
              <p:nvPr/>
            </p:nvSpPr>
            <p:spPr>
              <a:xfrm>
                <a:off x="673085" y="3337219"/>
                <a:ext cx="3585310" cy="65207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Analyzes selected code and project context (class, method, path) and integrates it with dialogue history into a structured prompt for precise understanding</a:t>
                </a:r>
                <a:endParaRPr lang="en-US" dirty="0"/>
              </a:p>
            </p:txBody>
          </p:sp>
          <p:sp>
            <p:nvSpPr>
              <p:cNvPr id="422" name="Bullet3"/>
              <p:cNvSpPr txBox="1"/>
              <p:nvPr/>
            </p:nvSpPr>
            <p:spPr>
              <a:xfrm>
                <a:off x="673085" y="2905196"/>
                <a:ext cx="3585310" cy="4320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 fontScale="9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400" b="1">
                    <a:latin typeface="Arial"/>
                    <a:ea typeface="微软雅黑"/>
                    <a:cs typeface="微软雅黑"/>
                    <a:sym typeface="Arial"/>
                  </a:rPr>
                  <a:t>Structured Code &amp; Dialogue Context Engine </a:t>
                </a:r>
                <a:endParaRPr/>
              </a:p>
            </p:txBody>
          </p:sp>
        </p:grpSp>
        <p:grpSp>
          <p:nvGrpSpPr>
            <p:cNvPr id="423" name="组合 98"/>
            <p:cNvGrpSpPr/>
            <p:nvPr/>
          </p:nvGrpSpPr>
          <p:grpSpPr>
            <a:xfrm>
              <a:off x="660400" y="4949235"/>
              <a:ext cx="3721100" cy="1184865"/>
              <a:chOff x="660400" y="4949235"/>
              <a:chExt cx="3721100" cy="1184865"/>
            </a:xfrm>
          </p:grpSpPr>
          <p:sp>
            <p:nvSpPr>
              <p:cNvPr id="412" name="ComponentBackground4"/>
              <p:cNvSpPr/>
              <p:nvPr/>
            </p:nvSpPr>
            <p:spPr>
              <a:xfrm>
                <a:off x="660400" y="4949235"/>
                <a:ext cx="3721100" cy="1184865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4" name="Text4"/>
              <p:cNvSpPr txBox="1"/>
              <p:nvPr/>
            </p:nvSpPr>
            <p:spPr>
              <a:xfrm>
                <a:off x="728295" y="5431633"/>
                <a:ext cx="3585310" cy="65207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Enforces mandatory line-by-line review using IntelliJ IDEA's built-in Diff Viewer before any change is applied, ensuring safety and transparency</a:t>
                </a:r>
                <a:endParaRPr lang="en-US" dirty="0"/>
              </a:p>
            </p:txBody>
          </p:sp>
          <p:sp>
            <p:nvSpPr>
              <p:cNvPr id="425" name="Bullet4"/>
              <p:cNvSpPr txBox="1"/>
              <p:nvPr/>
            </p:nvSpPr>
            <p:spPr>
              <a:xfrm>
                <a:off x="728295" y="4999632"/>
                <a:ext cx="3585310" cy="4320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400" b="1">
                    <a:latin typeface="Arial"/>
                    <a:ea typeface="微软雅黑"/>
                    <a:cs typeface="微软雅黑"/>
                    <a:sym typeface="Arial"/>
                  </a:rPr>
                  <a:t>Built-in Diff Viewer Approval Workflow </a:t>
                </a:r>
                <a:endParaRPr/>
              </a:p>
            </p:txBody>
          </p:sp>
        </p:grpSp>
        <p:grpSp>
          <p:nvGrpSpPr>
            <p:cNvPr id="426" name="组合 99"/>
            <p:cNvGrpSpPr/>
            <p:nvPr/>
          </p:nvGrpSpPr>
          <p:grpSpPr>
            <a:xfrm>
              <a:off x="7797801" y="1130300"/>
              <a:ext cx="3721100" cy="1589148"/>
              <a:chOff x="7797801" y="1130300"/>
              <a:chExt cx="3721100" cy="1589148"/>
            </a:xfrm>
          </p:grpSpPr>
          <p:sp>
            <p:nvSpPr>
              <p:cNvPr id="427" name="ComponentBackground5"/>
              <p:cNvSpPr/>
              <p:nvPr/>
            </p:nvSpPr>
            <p:spPr>
              <a:xfrm flipH="1">
                <a:off x="7797801" y="1130300"/>
                <a:ext cx="3721100" cy="1589148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8" name="Text5"/>
              <p:cNvSpPr txBox="1"/>
              <p:nvPr/>
            </p:nvSpPr>
            <p:spPr>
              <a:xfrm flipH="1">
                <a:off x="7865696" y="1612698"/>
                <a:ext cx="3585310" cy="1039157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Requires LLM to return modifications in strict JSON format with defined action types (REPLACE, INSERT, DELETE), enabling reliable parsing and execution</a:t>
                </a:r>
                <a:endParaRPr lang="en-US" dirty="0"/>
              </a:p>
            </p:txBody>
          </p:sp>
          <p:sp>
            <p:nvSpPr>
              <p:cNvPr id="429" name="Bullet5"/>
              <p:cNvSpPr txBox="1"/>
              <p:nvPr/>
            </p:nvSpPr>
            <p:spPr>
              <a:xfrm flipH="1">
                <a:off x="7865696" y="1197893"/>
                <a:ext cx="3585310" cy="4320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400" b="1" dirty="0">
                    <a:cs typeface="+mn-ea"/>
                    <a:sym typeface="+mn-lt"/>
                  </a:rPr>
                  <a:t>Atomic Operation Enforcement via JSON Output</a:t>
                </a:r>
                <a:endParaRPr lang="en-US" dirty="0"/>
              </a:p>
            </p:txBody>
          </p:sp>
        </p:grpSp>
        <p:grpSp>
          <p:nvGrpSpPr>
            <p:cNvPr id="430" name="组合 106"/>
            <p:cNvGrpSpPr/>
            <p:nvPr/>
          </p:nvGrpSpPr>
          <p:grpSpPr>
            <a:xfrm>
              <a:off x="7797801" y="2837626"/>
              <a:ext cx="3721100" cy="1589148"/>
              <a:chOff x="7797801" y="2837626"/>
              <a:chExt cx="3721100" cy="1589148"/>
            </a:xfrm>
          </p:grpSpPr>
          <p:sp>
            <p:nvSpPr>
              <p:cNvPr id="431" name="ComponentBackground6"/>
              <p:cNvSpPr/>
              <p:nvPr/>
            </p:nvSpPr>
            <p:spPr>
              <a:xfrm flipH="1">
                <a:off x="7797801" y="2837626"/>
                <a:ext cx="3721100" cy="1589148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2" name="Text6"/>
              <p:cNvSpPr txBox="1"/>
              <p:nvPr/>
            </p:nvSpPr>
            <p:spPr>
              <a:xfrm flipH="1">
                <a:off x="7865696" y="3337219"/>
                <a:ext cx="3585310" cy="1039157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Facilitates creation of new classes or files by specifying virtual URLs and full content in "newCode" field during INSERT operations</a:t>
                </a:r>
                <a:endParaRPr lang="en-US" dirty="0"/>
              </a:p>
            </p:txBody>
          </p:sp>
          <p:sp>
            <p:nvSpPr>
              <p:cNvPr id="433" name="Bullet6"/>
              <p:cNvSpPr txBox="1"/>
              <p:nvPr/>
            </p:nvSpPr>
            <p:spPr>
              <a:xfrm flipH="1">
                <a:off x="7865696" y="2905219"/>
                <a:ext cx="3585310" cy="4320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400" b="1" dirty="0">
                    <a:cs typeface="+mn-ea"/>
                    <a:sym typeface="+mn-lt"/>
                  </a:rPr>
                  <a:t>Cross-File and New File Creation Capability</a:t>
                </a:r>
                <a:endParaRPr lang="en-US" dirty="0"/>
              </a:p>
            </p:txBody>
          </p:sp>
        </p:grpSp>
        <p:grpSp>
          <p:nvGrpSpPr>
            <p:cNvPr id="434" name="组合 107"/>
            <p:cNvGrpSpPr/>
            <p:nvPr/>
          </p:nvGrpSpPr>
          <p:grpSpPr>
            <a:xfrm>
              <a:off x="7797801" y="4544952"/>
              <a:ext cx="3721100" cy="1589148"/>
              <a:chOff x="7797801" y="4544952"/>
              <a:chExt cx="3721100" cy="1589148"/>
            </a:xfrm>
          </p:grpSpPr>
          <p:sp>
            <p:nvSpPr>
              <p:cNvPr id="435" name="ComponentBackground7"/>
              <p:cNvSpPr/>
              <p:nvPr/>
            </p:nvSpPr>
            <p:spPr>
              <a:xfrm flipH="1">
                <a:off x="7797801" y="4544952"/>
                <a:ext cx="3721100" cy="1589148"/>
              </a:xfrm>
              <a:prstGeom prst="rect">
                <a:avLst/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endParaRPr kumimoji="1" lang="zh-CN" altLang="en-US" sz="1400" b="1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6" name="Text7"/>
              <p:cNvSpPr txBox="1"/>
              <p:nvPr/>
            </p:nvSpPr>
            <p:spPr>
              <a:xfrm flipH="1">
                <a:off x="7865696" y="5044546"/>
                <a:ext cx="3585310" cy="1039157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000" dirty="0">
                    <a:cs typeface="+mn-ea"/>
                    <a:sym typeface="+mn-lt"/>
                  </a:rPr>
                  <a:t>Ensures generated code does not break existing logic or syntax, maintaining program correctness and compilation integrity post-modification</a:t>
                </a:r>
                <a:endParaRPr lang="en-US" dirty="0"/>
              </a:p>
            </p:txBody>
          </p:sp>
          <p:sp>
            <p:nvSpPr>
              <p:cNvPr id="437" name="Bullet7"/>
              <p:cNvSpPr txBox="1"/>
              <p:nvPr/>
            </p:nvSpPr>
            <p:spPr>
              <a:xfrm flipH="1">
                <a:off x="7865696" y="4612545"/>
                <a:ext cx="3585310" cy="43200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400" b="1" dirty="0">
                    <a:cs typeface="+mn-ea"/>
                    <a:sym typeface="+mn-lt"/>
                  </a:rPr>
                  <a:t>Boundary Integrity and Syntax Safety Rules</a:t>
                </a:r>
                <a:endParaRPr lang="en-US" dirty="0"/>
              </a:p>
            </p:txBody>
          </p:sp>
        </p:grpSp>
      </p:grpSp>
      <p:sp>
        <p:nvSpPr>
          <p:cNvPr id="438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Extended Feature: Professional Code Modification (F2)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" name="afd8cf35-c614-4b1e-aafe-50d606662d48.source.6.zh-Hans.pptx"/>
          <p:cNvGrpSpPr/>
          <p:nvPr/>
        </p:nvGrpSpPr>
        <p:grpSpPr>
          <a:xfrm>
            <a:off x="660399" y="1130300"/>
            <a:ext cx="10858502" cy="5003800"/>
            <a:chOff x="660399" y="1130300"/>
            <a:chExt cx="10858502" cy="5003800"/>
          </a:xfrm>
        </p:grpSpPr>
        <p:grpSp>
          <p:nvGrpSpPr>
            <p:cNvPr id="441" name="组合 29"/>
            <p:cNvGrpSpPr/>
            <p:nvPr/>
          </p:nvGrpSpPr>
          <p:grpSpPr>
            <a:xfrm>
              <a:off x="660399" y="1130300"/>
              <a:ext cx="3616327" cy="1644650"/>
              <a:chOff x="660399" y="1130300"/>
              <a:chExt cx="3616327" cy="1644650"/>
            </a:xfrm>
          </p:grpSpPr>
          <p:sp>
            <p:nvSpPr>
              <p:cNvPr id="442" name="Text1"/>
              <p:cNvSpPr txBox="1"/>
              <p:nvPr/>
            </p:nvSpPr>
            <p:spPr>
              <a:xfrm>
                <a:off x="660402" y="1545654"/>
                <a:ext cx="3616324" cy="122929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Fundamental unit containing text content, embedding vector, source metadata, page number, and similarity score for retrieval ranking</a:t>
                </a:r>
                <a:endParaRPr lang="en-US" dirty="0"/>
              </a:p>
            </p:txBody>
          </p:sp>
          <p:sp>
            <p:nvSpPr>
              <p:cNvPr id="443" name="Bullet1"/>
              <p:cNvSpPr txBox="1"/>
              <p:nvPr/>
            </p:nvSpPr>
            <p:spPr>
              <a:xfrm>
                <a:off x="660399" y="1130300"/>
                <a:ext cx="3616324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DocumentChunk Data Model</a:t>
                </a:r>
                <a:endParaRPr lang="en-US" dirty="0"/>
              </a:p>
            </p:txBody>
          </p:sp>
        </p:grpSp>
        <p:grpSp>
          <p:nvGrpSpPr>
            <p:cNvPr id="444" name="组合 30"/>
            <p:cNvGrpSpPr/>
            <p:nvPr/>
          </p:nvGrpSpPr>
          <p:grpSpPr>
            <a:xfrm>
              <a:off x="660400" y="2809875"/>
              <a:ext cx="3616326" cy="1644650"/>
              <a:chOff x="660399" y="1130300"/>
              <a:chExt cx="4930775" cy="1644650"/>
            </a:xfrm>
          </p:grpSpPr>
          <p:sp>
            <p:nvSpPr>
              <p:cNvPr id="445" name="Text2"/>
              <p:cNvSpPr txBox="1"/>
              <p:nvPr/>
            </p:nvSpPr>
            <p:spPr>
              <a:xfrm>
                <a:off x="660402" y="1545654"/>
                <a:ext cx="4930772" cy="122929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Stores file-level metadata including name, source type, and chunk count, used for UI display and deletion operations</a:t>
                </a:r>
                <a:endParaRPr lang="en-US" dirty="0"/>
              </a:p>
            </p:txBody>
          </p:sp>
          <p:sp>
            <p:nvSpPr>
              <p:cNvPr id="446" name="Bullet2"/>
              <p:cNvSpPr txBox="1"/>
              <p:nvPr/>
            </p:nvSpPr>
            <p:spPr>
              <a:xfrm>
                <a:off x="660399" y="1130300"/>
                <a:ext cx="4930775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FileInfo Metadata Structure</a:t>
                </a:r>
                <a:endParaRPr lang="en-US" dirty="0"/>
              </a:p>
            </p:txBody>
          </p:sp>
        </p:grpSp>
        <p:grpSp>
          <p:nvGrpSpPr>
            <p:cNvPr id="447" name="组合 35"/>
            <p:cNvGrpSpPr/>
            <p:nvPr/>
          </p:nvGrpSpPr>
          <p:grpSpPr>
            <a:xfrm>
              <a:off x="660399" y="4489450"/>
              <a:ext cx="3616327" cy="1644650"/>
              <a:chOff x="660399" y="1130300"/>
              <a:chExt cx="4930775" cy="1644650"/>
            </a:xfrm>
          </p:grpSpPr>
          <p:sp>
            <p:nvSpPr>
              <p:cNvPr id="448" name="Text3"/>
              <p:cNvSpPr txBox="1"/>
              <p:nvPr/>
            </p:nvSpPr>
            <p:spPr>
              <a:xfrm>
                <a:off x="660402" y="1545654"/>
                <a:ext cx="4930772" cy="122929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Captures filename, language, selected code text, and line numbers to provide precise code context for AI processing</a:t>
                </a:r>
                <a:endParaRPr lang="en-US" dirty="0"/>
              </a:p>
            </p:txBody>
          </p:sp>
          <p:sp>
            <p:nvSpPr>
              <p:cNvPr id="449" name="Bullet3"/>
              <p:cNvSpPr txBox="1"/>
              <p:nvPr/>
            </p:nvSpPr>
            <p:spPr>
              <a:xfrm>
                <a:off x="660399" y="1130300"/>
                <a:ext cx="4930775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CodeContext Object Design</a:t>
                </a:r>
                <a:endParaRPr lang="en-US" dirty="0"/>
              </a:p>
            </p:txBody>
          </p:sp>
        </p:grpSp>
        <p:grpSp>
          <p:nvGrpSpPr>
            <p:cNvPr id="450" name="组合 41"/>
            <p:cNvGrpSpPr/>
            <p:nvPr/>
          </p:nvGrpSpPr>
          <p:grpSpPr>
            <a:xfrm>
              <a:off x="7902576" y="1130300"/>
              <a:ext cx="3616324" cy="1644650"/>
              <a:chOff x="1974850" y="1130300"/>
              <a:chExt cx="3616324" cy="1644650"/>
            </a:xfrm>
          </p:grpSpPr>
          <p:sp>
            <p:nvSpPr>
              <p:cNvPr id="451" name="Text4"/>
              <p:cNvSpPr txBox="1"/>
              <p:nvPr/>
            </p:nvSpPr>
            <p:spPr>
              <a:xfrm>
                <a:off x="1974850" y="1545654"/>
                <a:ext cx="3616324" cy="122929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ChatMessage holds individual message content, type, timestamp; ChatSession aggregates messages and code contexts for session continuity</a:t>
                </a:r>
                <a:endParaRPr lang="en-US" dirty="0"/>
              </a:p>
            </p:txBody>
          </p:sp>
          <p:sp>
            <p:nvSpPr>
              <p:cNvPr id="452" name="Bullet4"/>
              <p:cNvSpPr txBox="1"/>
              <p:nvPr/>
            </p:nvSpPr>
            <p:spPr>
              <a:xfrm>
                <a:off x="1974850" y="1130300"/>
                <a:ext cx="3616324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ChatMessage and ChatSession Models</a:t>
                </a:r>
                <a:endParaRPr lang="en-US" dirty="0"/>
              </a:p>
            </p:txBody>
          </p:sp>
        </p:grpSp>
        <p:grpSp>
          <p:nvGrpSpPr>
            <p:cNvPr id="453" name="组合 44"/>
            <p:cNvGrpSpPr/>
            <p:nvPr/>
          </p:nvGrpSpPr>
          <p:grpSpPr>
            <a:xfrm>
              <a:off x="7902575" y="2809875"/>
              <a:ext cx="3616326" cy="1644650"/>
              <a:chOff x="660399" y="1130300"/>
              <a:chExt cx="4930775" cy="1644650"/>
            </a:xfrm>
          </p:grpSpPr>
          <p:sp>
            <p:nvSpPr>
              <p:cNvPr id="454" name="Text5"/>
              <p:cNvSpPr txBox="1"/>
              <p:nvPr/>
            </p:nvSpPr>
            <p:spPr>
              <a:xfrm>
                <a:off x="660402" y="1545654"/>
                <a:ext cx="4930772" cy="122929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Format-specific processors (PPT, PDF, DOC, TXT, Markdown) implement common interface for unified ingestion pipeline</a:t>
                </a:r>
                <a:endParaRPr lang="en-US" dirty="0"/>
              </a:p>
            </p:txBody>
          </p:sp>
          <p:sp>
            <p:nvSpPr>
              <p:cNvPr id="455" name="Bullet5"/>
              <p:cNvSpPr txBox="1"/>
              <p:nvPr/>
            </p:nvSpPr>
            <p:spPr>
              <a:xfrm>
                <a:off x="660399" y="1130300"/>
                <a:ext cx="4930775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Document Processing Architecture</a:t>
                </a:r>
                <a:endParaRPr lang="en-US" dirty="0"/>
              </a:p>
            </p:txBody>
          </p:sp>
        </p:grpSp>
        <p:grpSp>
          <p:nvGrpSpPr>
            <p:cNvPr id="456" name="组合 47"/>
            <p:cNvGrpSpPr/>
            <p:nvPr/>
          </p:nvGrpSpPr>
          <p:grpSpPr>
            <a:xfrm>
              <a:off x="7902574" y="4489450"/>
              <a:ext cx="3616327" cy="1644650"/>
              <a:chOff x="660399" y="1130300"/>
              <a:chExt cx="4930775" cy="1644650"/>
            </a:xfrm>
          </p:grpSpPr>
          <p:sp>
            <p:nvSpPr>
              <p:cNvPr id="457" name="Text6"/>
              <p:cNvSpPr txBox="1"/>
              <p:nvPr/>
            </p:nvSpPr>
            <p:spPr>
              <a:xfrm>
                <a:off x="660402" y="1545654"/>
                <a:ext cx="4930772" cy="122929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Employs Apache Lucene as vector database with KnnFloatVectorField for efficient KNN search and TextField for auxiliary full-text lookup</a:t>
                </a:r>
                <a:endParaRPr lang="en-US" dirty="0"/>
              </a:p>
            </p:txBody>
          </p:sp>
          <p:sp>
            <p:nvSpPr>
              <p:cNvPr id="458" name="Bullet6"/>
              <p:cNvSpPr txBox="1"/>
              <p:nvPr/>
            </p:nvSpPr>
            <p:spPr>
              <a:xfrm>
                <a:off x="660399" y="1130300"/>
                <a:ext cx="4930775" cy="41535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/>
              <a:p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Vector Database Storage Using Lucene</a:t>
                </a:r>
                <a:endParaRPr lang="en-US" dirty="0"/>
              </a:p>
            </p:txBody>
          </p:sp>
        </p:grpSp>
        <p:grpSp>
          <p:nvGrpSpPr>
            <p:cNvPr id="459" name="组合 19"/>
            <p:cNvGrpSpPr/>
            <p:nvPr/>
          </p:nvGrpSpPr>
          <p:grpSpPr>
            <a:xfrm>
              <a:off x="4264025" y="1130300"/>
              <a:ext cx="3651250" cy="5003800"/>
              <a:chOff x="4264025" y="1130300"/>
              <a:chExt cx="3651250" cy="5003800"/>
            </a:xfrm>
          </p:grpSpPr>
          <p:grpSp>
            <p:nvGrpSpPr>
              <p:cNvPr id="460" name="组合 2"/>
              <p:cNvGrpSpPr/>
              <p:nvPr/>
            </p:nvGrpSpPr>
            <p:grpSpPr>
              <a:xfrm>
                <a:off x="4264025" y="1130300"/>
                <a:ext cx="3651250" cy="5003800"/>
                <a:chOff x="4264025" y="1130300"/>
                <a:chExt cx="3651250" cy="5003800"/>
              </a:xfrm>
            </p:grpSpPr>
            <p:cxnSp>
              <p:nvCxnSpPr>
                <p:cNvPr id="461" name="直接连接符 5"/>
                <p:cNvCxnSpPr>
                  <a:endCxn id="462" idx="0"/>
                </p:cNvCxnSpPr>
                <p:nvPr/>
              </p:nvCxnSpPr>
              <p:spPr>
                <a:xfrm>
                  <a:off x="6089650" y="1130300"/>
                  <a:ext cx="0" cy="676275"/>
                </a:xfrm>
                <a:prstGeom prst="line">
                  <a:avLst/>
                </a:prstGeom>
                <a:ln w="6350" cap="rnd">
                  <a:solidFill>
                    <a:schemeClr val="accent1">
                      <a:alpha val="50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2" name="PictureMisc"/>
                <p:cNvSpPr/>
                <p:nvPr/>
              </p:nvSpPr>
              <p:spPr>
                <a:xfrm>
                  <a:off x="4264025" y="1806575"/>
                  <a:ext cx="3651250" cy="3651250"/>
                </a:xfrm>
                <a:prstGeom prst="diamond">
                  <a:avLst/>
                </a:prstGeom>
                <a:solidFill>
                  <a:schemeClr val="accent1">
                    <a:alpha val="15000"/>
                  </a:schemeClr>
                </a:solidFill>
                <a:ln w="6350">
                  <a:solidFill>
                    <a:schemeClr val="accent1">
                      <a:alpha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grpSp>
              <p:nvGrpSpPr>
                <p:cNvPr id="463" name="组合 8"/>
                <p:cNvGrpSpPr/>
                <p:nvPr/>
              </p:nvGrpSpPr>
              <p:grpSpPr>
                <a:xfrm>
                  <a:off x="4800600" y="2413249"/>
                  <a:ext cx="2578100" cy="2437902"/>
                  <a:chOff x="4800600" y="2413249"/>
                  <a:chExt cx="2578100" cy="2437902"/>
                </a:xfrm>
              </p:grpSpPr>
              <p:sp>
                <p:nvSpPr>
                  <p:cNvPr id="464" name="NumberMisc1"/>
                  <p:cNvSpPr/>
                  <p:nvPr/>
                </p:nvSpPr>
                <p:spPr>
                  <a:xfrm>
                    <a:off x="4800600" y="2413249"/>
                    <a:ext cx="597530" cy="59752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none" lIns="91440" tIns="45720" rIns="91440" bIns="45720" numCol="1" spcCol="0" rtlCol="0" fromWordArt="0" anchor="ctr" anchorCtr="0" forceAA="0" compatLnSpc="1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 defTabSz="914354"/>
                    <a:r>
                      <a:rPr lang="en-US" sz="1400" b="1" dirty="0"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1</a:t>
                    </a:r>
                    <a:endParaRPr/>
                  </a:p>
                </p:txBody>
              </p:sp>
              <p:sp>
                <p:nvSpPr>
                  <p:cNvPr id="465" name="NumberMisc2"/>
                  <p:cNvSpPr/>
                  <p:nvPr/>
                </p:nvSpPr>
                <p:spPr>
                  <a:xfrm>
                    <a:off x="4800600" y="4253623"/>
                    <a:ext cx="597530" cy="59752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none" lIns="91440" tIns="45720" rIns="91440" bIns="45720" numCol="1" spcCol="0" rtlCol="0" fromWordArt="0" anchor="ctr" anchorCtr="0" forceAA="0" compatLnSpc="1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 defTabSz="914354"/>
                    <a:r>
                      <a:rPr lang="en-US" sz="1400" b="1"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4</a:t>
                    </a:r>
                    <a:endParaRPr lang="en-US" sz="1400" b="1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466" name="NumberMisc3"/>
                  <p:cNvSpPr/>
                  <p:nvPr/>
                </p:nvSpPr>
                <p:spPr>
                  <a:xfrm>
                    <a:off x="6781170" y="2413249"/>
                    <a:ext cx="597530" cy="59752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none" lIns="91440" tIns="45720" rIns="91440" bIns="45720" numCol="1" spcCol="0" rtlCol="0" fromWordArt="0" anchor="ctr" anchorCtr="0" forceAA="0" compatLnSpc="1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 defTabSz="914354"/>
                    <a:r>
                      <a:rPr lang="en-US" altLang="zh-CN" sz="1400" b="1"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2</a:t>
                    </a:r>
                    <a:endParaRPr lang="en-US" sz="1400" b="1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467" name="NumberMisc4"/>
                  <p:cNvSpPr/>
                  <p:nvPr/>
                </p:nvSpPr>
                <p:spPr>
                  <a:xfrm>
                    <a:off x="6781170" y="4253623"/>
                    <a:ext cx="597530" cy="597528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none" lIns="91440" tIns="45720" rIns="91440" bIns="45720" numCol="1" spcCol="0" rtlCol="0" fromWordArt="0" anchor="ctr" anchorCtr="0" forceAA="0" compatLnSpc="1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 defTabSz="914354"/>
                    <a:r>
                      <a:rPr lang="en-US" sz="1400" b="1"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a:t>3</a:t>
                    </a:r>
                    <a:endParaRPr lang="en-US" sz="1400" b="1" dirty="0"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endParaRPr>
                  </a:p>
                </p:txBody>
              </p:sp>
            </p:grpSp>
            <p:cxnSp>
              <p:nvCxnSpPr>
                <p:cNvPr id="468" name="直接连接符 13"/>
                <p:cNvCxnSpPr/>
                <p:nvPr/>
              </p:nvCxnSpPr>
              <p:spPr>
                <a:xfrm>
                  <a:off x="6089650" y="5457825"/>
                  <a:ext cx="0" cy="676275"/>
                </a:xfrm>
                <a:prstGeom prst="line">
                  <a:avLst/>
                </a:prstGeom>
                <a:ln w="6350" cap="rnd">
                  <a:solidFill>
                    <a:schemeClr val="accent1">
                      <a:alpha val="50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69" name="Title"/>
              <p:cNvSpPr txBox="1"/>
              <p:nvPr/>
            </p:nvSpPr>
            <p:spPr>
              <a:xfrm>
                <a:off x="4831080" y="2989580"/>
                <a:ext cx="2517140" cy="129286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rmAutofit/>
              </a:bodyPr>
              <a:lstStyle/>
              <a:p>
                <a:pPr algn="ctr"/>
                <a:r>
                  <a:rPr lang="zh-CN" sz="2400" b="1">
                    <a:latin typeface="Arial"/>
                    <a:ea typeface="微软雅黑"/>
                    <a:cs typeface="+mn-cs"/>
                    <a:sym typeface="Arial"/>
                  </a:rPr>
                  <a:t>Definition of key data entities</a:t>
                </a:r>
                <a:endParaRPr/>
              </a:p>
            </p:txBody>
          </p:sp>
        </p:grpSp>
      </p:grpSp>
      <p:sp>
        <p:nvSpPr>
          <p:cNvPr id="470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RAG Data Storage and Structures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ce11b571-64e3-491e-9856-85c7d1563f16.source.6.zh-Hans.pptx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73" name="Title"/>
            <p:cNvSpPr txBox="1"/>
            <p:nvPr/>
          </p:nvSpPr>
          <p:spPr>
            <a:xfrm>
              <a:off x="660400" y="1130300"/>
              <a:ext cx="10858500" cy="477521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b="1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Algorithmic implementations critical to performance, accuracy, and reliability of the system</a:t>
              </a:r>
              <a:endParaRPr lang="en-US" dirty="0"/>
            </a:p>
          </p:txBody>
        </p:sp>
        <p:grpSp>
          <p:nvGrpSpPr>
            <p:cNvPr id="474" name="组合 63"/>
            <p:cNvGrpSpPr/>
            <p:nvPr/>
          </p:nvGrpSpPr>
          <p:grpSpPr>
            <a:xfrm>
              <a:off x="660401" y="1836420"/>
              <a:ext cx="3728720" cy="1393190"/>
              <a:chOff x="1158302" y="1836420"/>
              <a:chExt cx="4302697" cy="1393190"/>
            </a:xfrm>
          </p:grpSpPr>
          <p:sp>
            <p:nvSpPr>
              <p:cNvPr id="475" name="Bullet1"/>
              <p:cNvSpPr txBox="1"/>
              <p:nvPr/>
            </p:nvSpPr>
            <p:spPr>
              <a:xfrm>
                <a:off x="1158302" y="1836420"/>
                <a:ext cx="4302697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marR="0" lvl="0" indent="0" algn="l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sz="1800" b="1" i="0" u="none" strike="noStrike" kern="1200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ea typeface="微软雅黑" panose="020B0503020204020204" pitchFamily="34" charset="-122"/>
                    <a:sym typeface="Arial" panose="020B0604020202020204" pitchFamily="34" charset="0"/>
                  </a:rPr>
                  <a:t>Document Chunking Algorithm</a:t>
                </a:r>
                <a:endParaRPr lang="en-US" dirty="0"/>
              </a:p>
            </p:txBody>
          </p:sp>
          <p:sp>
            <p:nvSpPr>
              <p:cNvPr id="476" name="Text1"/>
              <p:cNvSpPr txBox="1"/>
              <p:nvPr/>
            </p:nvSpPr>
            <p:spPr>
              <a:xfrm>
                <a:off x="1158302" y="2309081"/>
                <a:ext cx="4302697" cy="9205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Splits documents by structural units: slides (PPT), pages (PDF), paragraphs (DOC), lines (TXT), headings (Markdown)</a:t>
                </a:r>
                <a:endParaRPr lang="en-US" dirty="0"/>
              </a:p>
            </p:txBody>
          </p:sp>
        </p:grpSp>
        <p:grpSp>
          <p:nvGrpSpPr>
            <p:cNvPr id="477" name="组合 64"/>
            <p:cNvGrpSpPr/>
            <p:nvPr/>
          </p:nvGrpSpPr>
          <p:grpSpPr>
            <a:xfrm>
              <a:off x="660401" y="3288665"/>
              <a:ext cx="3728720" cy="1393190"/>
              <a:chOff x="1158302" y="1836420"/>
              <a:chExt cx="4302697" cy="1393190"/>
            </a:xfrm>
          </p:grpSpPr>
          <p:sp>
            <p:nvSpPr>
              <p:cNvPr id="478" name="Bullet2"/>
              <p:cNvSpPr txBox="1"/>
              <p:nvPr/>
            </p:nvSpPr>
            <p:spPr>
              <a:xfrm>
                <a:off x="1158302" y="1836420"/>
                <a:ext cx="4302697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marR="0" lvl="0" indent="0" algn="l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sz="1800" b="1" i="0" u="none" strike="noStrike" kern="1200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ea typeface="微软雅黑" panose="020B0503020204020204" pitchFamily="34" charset="-122"/>
                    <a:sym typeface="Arial" panose="020B0604020202020204" pitchFamily="34" charset="0"/>
                  </a:rPr>
                  <a:t>Vector Retrieval Algorithm</a:t>
                </a:r>
                <a:endParaRPr lang="en-US" dirty="0"/>
              </a:p>
            </p:txBody>
          </p:sp>
          <p:sp>
            <p:nvSpPr>
              <p:cNvPr id="479" name="Text2"/>
              <p:cNvSpPr txBox="1"/>
              <p:nvPr/>
            </p:nvSpPr>
            <p:spPr>
              <a:xfrm>
                <a:off x="1158302" y="2309081"/>
                <a:ext cx="4302697" cy="9205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Uses cosine similarity and KNN search in Lucene to find top-k most relevant document chunks given a query vector</a:t>
                </a:r>
                <a:endParaRPr lang="en-US" dirty="0"/>
              </a:p>
            </p:txBody>
          </p:sp>
        </p:grpSp>
        <p:grpSp>
          <p:nvGrpSpPr>
            <p:cNvPr id="480" name="组合 65"/>
            <p:cNvGrpSpPr/>
            <p:nvPr/>
          </p:nvGrpSpPr>
          <p:grpSpPr>
            <a:xfrm>
              <a:off x="660401" y="4740910"/>
              <a:ext cx="3728720" cy="1393190"/>
              <a:chOff x="1158302" y="1836420"/>
              <a:chExt cx="4302697" cy="1393190"/>
            </a:xfrm>
          </p:grpSpPr>
          <p:sp>
            <p:nvSpPr>
              <p:cNvPr id="481" name="Bullet3"/>
              <p:cNvSpPr txBox="1"/>
              <p:nvPr/>
            </p:nvSpPr>
            <p:spPr>
              <a:xfrm>
                <a:off x="1158302" y="1836420"/>
                <a:ext cx="4302697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marR="0" lvl="0" indent="0" algn="l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sz="1800" b="1" i="0" u="none" strike="noStrike" kern="1200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ea typeface="微软雅黑" panose="020B0503020204020204" pitchFamily="34" charset="-122"/>
                    <a:sym typeface="Arial" panose="020B0604020202020204" pitchFamily="34" charset="0"/>
                  </a:rPr>
                  <a:t>Similarity Threshold Filtering Logic</a:t>
                </a:r>
                <a:endParaRPr lang="en-US" dirty="0"/>
              </a:p>
            </p:txBody>
          </p:sp>
          <p:sp>
            <p:nvSpPr>
              <p:cNvPr id="482" name="Text3"/>
              <p:cNvSpPr txBox="1"/>
              <p:nvPr/>
            </p:nvSpPr>
            <p:spPr>
              <a:xfrm>
                <a:off x="1158302" y="2309081"/>
                <a:ext cx="4302697" cy="9205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Filters out low-relevance results (&lt; threshold, default 0.3, capped at 0.5) to prevent noise in answer generation</a:t>
                </a:r>
                <a:endParaRPr lang="en-US" dirty="0"/>
              </a:p>
            </p:txBody>
          </p:sp>
        </p:grpSp>
        <p:grpSp>
          <p:nvGrpSpPr>
            <p:cNvPr id="483" name="组合 66"/>
            <p:cNvGrpSpPr/>
            <p:nvPr/>
          </p:nvGrpSpPr>
          <p:grpSpPr>
            <a:xfrm>
              <a:off x="7790180" y="1836420"/>
              <a:ext cx="3728720" cy="1393190"/>
              <a:chOff x="1158302" y="1836420"/>
              <a:chExt cx="4302697" cy="1393190"/>
            </a:xfrm>
          </p:grpSpPr>
          <p:sp>
            <p:nvSpPr>
              <p:cNvPr id="484" name="Bullet4"/>
              <p:cNvSpPr txBox="1"/>
              <p:nvPr/>
            </p:nvSpPr>
            <p:spPr>
              <a:xfrm>
                <a:off x="1158302" y="1836420"/>
                <a:ext cx="4302697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marR="0" lvl="0" indent="0" algn="l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sz="1800" b="1" i="0" u="none" strike="noStrike" kern="1200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ea typeface="微软雅黑" panose="020B0503020204020204" pitchFamily="34" charset="-122"/>
                    <a:sym typeface="Arial" panose="020B0604020202020204" pitchFamily="34" charset="0"/>
                  </a:rPr>
                  <a:t>Asynchronous Request Processing Pipeline</a:t>
                </a:r>
                <a:endParaRPr lang="en-US" dirty="0"/>
              </a:p>
            </p:txBody>
          </p:sp>
          <p:sp>
            <p:nvSpPr>
              <p:cNvPr id="485" name="Text4"/>
              <p:cNvSpPr txBox="1"/>
              <p:nvPr/>
            </p:nvSpPr>
            <p:spPr>
              <a:xfrm>
                <a:off x="1158302" y="2309081"/>
                <a:ext cx="4302697" cy="9205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Parallelizes time-consuming operations (retrieval, context building) while synchronizing final assembly for consistency</a:t>
                </a:r>
                <a:endParaRPr lang="en-US" dirty="0"/>
              </a:p>
            </p:txBody>
          </p:sp>
        </p:grpSp>
        <p:grpSp>
          <p:nvGrpSpPr>
            <p:cNvPr id="486" name="组合 67"/>
            <p:cNvGrpSpPr/>
            <p:nvPr/>
          </p:nvGrpSpPr>
          <p:grpSpPr>
            <a:xfrm>
              <a:off x="7790180" y="3288665"/>
              <a:ext cx="3728720" cy="1393190"/>
              <a:chOff x="1158302" y="1836420"/>
              <a:chExt cx="4302697" cy="1393190"/>
            </a:xfrm>
          </p:grpSpPr>
          <p:sp>
            <p:nvSpPr>
              <p:cNvPr id="487" name="Bullet5"/>
              <p:cNvSpPr txBox="1"/>
              <p:nvPr/>
            </p:nvSpPr>
            <p:spPr>
              <a:xfrm>
                <a:off x="1158302" y="1836420"/>
                <a:ext cx="4302697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marR="0" lvl="0" indent="0" algn="l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sz="1800" b="1" i="0" u="none" strike="noStrike" kern="1200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ea typeface="微软雅黑" panose="020B0503020204020204" pitchFamily="34" charset="-122"/>
                    <a:sym typeface="Arial" panose="020B0604020202020204" pitchFamily="34" charset="0"/>
                  </a:rPr>
                  <a:t>Dynamic Template Selection Strategy</a:t>
                </a:r>
                <a:endParaRPr lang="en-US" dirty="0"/>
              </a:p>
            </p:txBody>
          </p:sp>
          <p:sp>
            <p:nvSpPr>
              <p:cNvPr id="488" name="Text5"/>
              <p:cNvSpPr txBox="1"/>
              <p:nvPr/>
            </p:nvSpPr>
            <p:spPr>
              <a:xfrm>
                <a:off x="1158302" y="2309081"/>
                <a:ext cx="4302697" cy="9205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Chooses appropriate prompt template branch based on presence of code context, knowledge chunks, and session history</a:t>
                </a:r>
                <a:endParaRPr lang="en-US" dirty="0"/>
              </a:p>
            </p:txBody>
          </p:sp>
        </p:grpSp>
        <p:grpSp>
          <p:nvGrpSpPr>
            <p:cNvPr id="489" name="组合 68"/>
            <p:cNvGrpSpPr/>
            <p:nvPr/>
          </p:nvGrpSpPr>
          <p:grpSpPr>
            <a:xfrm>
              <a:off x="7790180" y="4740910"/>
              <a:ext cx="3728720" cy="1393190"/>
              <a:chOff x="1158302" y="1836420"/>
              <a:chExt cx="4302697" cy="1393190"/>
            </a:xfrm>
          </p:grpSpPr>
          <p:sp>
            <p:nvSpPr>
              <p:cNvPr id="490" name="Bullet6"/>
              <p:cNvSpPr txBox="1"/>
              <p:nvPr/>
            </p:nvSpPr>
            <p:spPr>
              <a:xfrm>
                <a:off x="1158302" y="1836420"/>
                <a:ext cx="4302697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L="0" marR="0" lvl="0" indent="0" algn="l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sz="1800" b="1" i="0" u="none" strike="noStrike" kern="1200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ea typeface="微软雅黑" panose="020B0503020204020204" pitchFamily="34" charset="-122"/>
                    <a:sym typeface="Arial" panose="020B0604020202020204" pitchFamily="34" charset="0"/>
                  </a:rPr>
                  <a:t>Structured 6D Context Compression Algorithm</a:t>
                </a:r>
                <a:endParaRPr lang="en-US" dirty="0"/>
              </a:p>
            </p:txBody>
          </p:sp>
          <p:sp>
            <p:nvSpPr>
              <p:cNvPr id="491" name="Text6"/>
              <p:cNvSpPr txBox="1"/>
              <p:nvPr/>
            </p:nvSpPr>
            <p:spPr>
              <a:xfrm>
                <a:off x="1158302" y="2309081"/>
                <a:ext cx="4302697" cy="9205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When context exceeds limit, delegates summarization to LLM using six dimensions: Context, Decision, User Goal, Results, Unsolved, Plan</a:t>
                </a:r>
                <a:endParaRPr lang="en-US" dirty="0"/>
              </a:p>
            </p:txBody>
          </p:sp>
        </p:grpSp>
        <p:grpSp>
          <p:nvGrpSpPr>
            <p:cNvPr id="492" name="组合 14"/>
            <p:cNvGrpSpPr/>
            <p:nvPr/>
          </p:nvGrpSpPr>
          <p:grpSpPr>
            <a:xfrm>
              <a:off x="4493332" y="2387599"/>
              <a:ext cx="3192638" cy="3216499"/>
              <a:chOff x="4493332" y="2387599"/>
              <a:chExt cx="3192638" cy="3216499"/>
            </a:xfrm>
          </p:grpSpPr>
          <p:grpSp>
            <p:nvGrpSpPr>
              <p:cNvPr id="493" name="îṡ1íḑe"/>
              <p:cNvGrpSpPr/>
              <p:nvPr/>
            </p:nvGrpSpPr>
            <p:grpSpPr>
              <a:xfrm>
                <a:off x="4493332" y="2387599"/>
                <a:ext cx="3192638" cy="2774423"/>
                <a:chOff x="3880826" y="1697410"/>
                <a:chExt cx="4430349" cy="3850004"/>
              </a:xfrm>
            </p:grpSpPr>
            <p:sp>
              <p:nvSpPr>
                <p:cNvPr id="494" name="íŝľíďê"/>
                <p:cNvSpPr/>
                <p:nvPr/>
              </p:nvSpPr>
              <p:spPr bwMode="auto">
                <a:xfrm>
                  <a:off x="3880826" y="3114333"/>
                  <a:ext cx="4428160" cy="2433081"/>
                </a:xfrm>
                <a:custGeom>
                  <a:avLst/>
                  <a:gdLst>
                    <a:gd name="T0" fmla="*/ 559 w 2022"/>
                    <a:gd name="T1" fmla="*/ 783 h 1111"/>
                    <a:gd name="T2" fmla="*/ 1009 w 2022"/>
                    <a:gd name="T3" fmla="*/ 0 h 1111"/>
                    <a:gd name="T4" fmla="*/ 0 w 2022"/>
                    <a:gd name="T5" fmla="*/ 1111 h 1111"/>
                    <a:gd name="T6" fmla="*/ 2022 w 2022"/>
                    <a:gd name="T7" fmla="*/ 1111 h 1111"/>
                    <a:gd name="T8" fmla="*/ 559 w 2022"/>
                    <a:gd name="T9" fmla="*/ 783 h 11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22" h="1111">
                      <a:moveTo>
                        <a:pt x="559" y="783"/>
                      </a:moveTo>
                      <a:lnTo>
                        <a:pt x="1009" y="0"/>
                      </a:lnTo>
                      <a:lnTo>
                        <a:pt x="0" y="1111"/>
                      </a:lnTo>
                      <a:lnTo>
                        <a:pt x="2022" y="1111"/>
                      </a:lnTo>
                      <a:lnTo>
                        <a:pt x="559" y="783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28575">
                  <a:solidFill>
                    <a:schemeClr val="bg1"/>
                  </a:solidFill>
                </a:ln>
              </p:spPr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95" name="ïṩ1îḑê"/>
                <p:cNvSpPr/>
                <p:nvPr/>
              </p:nvSpPr>
              <p:spPr bwMode="auto">
                <a:xfrm>
                  <a:off x="5105029" y="1697410"/>
                  <a:ext cx="3206146" cy="3850004"/>
                </a:xfrm>
                <a:custGeom>
                  <a:avLst/>
                  <a:gdLst>
                    <a:gd name="T0" fmla="*/ 904 w 1464"/>
                    <a:gd name="T1" fmla="*/ 1430 h 1758"/>
                    <a:gd name="T2" fmla="*/ 0 w 1464"/>
                    <a:gd name="T3" fmla="*/ 1430 h 1758"/>
                    <a:gd name="T4" fmla="*/ 1464 w 1464"/>
                    <a:gd name="T5" fmla="*/ 1758 h 1758"/>
                    <a:gd name="T6" fmla="*/ 449 w 1464"/>
                    <a:gd name="T7" fmla="*/ 0 h 1758"/>
                    <a:gd name="T8" fmla="*/ 904 w 1464"/>
                    <a:gd name="T9" fmla="*/ 1430 h 17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64" h="1758">
                      <a:moveTo>
                        <a:pt x="904" y="1430"/>
                      </a:moveTo>
                      <a:lnTo>
                        <a:pt x="0" y="1430"/>
                      </a:lnTo>
                      <a:lnTo>
                        <a:pt x="1464" y="1758"/>
                      </a:lnTo>
                      <a:lnTo>
                        <a:pt x="449" y="0"/>
                      </a:lnTo>
                      <a:lnTo>
                        <a:pt x="904" y="143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28575">
                  <a:solidFill>
                    <a:schemeClr val="bg1"/>
                  </a:solidFill>
                </a:ln>
              </p:spPr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96" name="ïṧḻîḑe"/>
                <p:cNvSpPr/>
                <p:nvPr/>
              </p:nvSpPr>
              <p:spPr bwMode="auto">
                <a:xfrm>
                  <a:off x="3880826" y="1697410"/>
                  <a:ext cx="3203956" cy="3850004"/>
                </a:xfrm>
                <a:custGeom>
                  <a:avLst/>
                  <a:gdLst>
                    <a:gd name="T0" fmla="*/ 1009 w 1463"/>
                    <a:gd name="T1" fmla="*/ 647 h 1758"/>
                    <a:gd name="T2" fmla="*/ 1463 w 1463"/>
                    <a:gd name="T3" fmla="*/ 1430 h 1758"/>
                    <a:gd name="T4" fmla="*/ 1008 w 1463"/>
                    <a:gd name="T5" fmla="*/ 0 h 1758"/>
                    <a:gd name="T6" fmla="*/ 0 w 1463"/>
                    <a:gd name="T7" fmla="*/ 1758 h 1758"/>
                    <a:gd name="T8" fmla="*/ 1009 w 1463"/>
                    <a:gd name="T9" fmla="*/ 647 h 17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63" h="1758">
                      <a:moveTo>
                        <a:pt x="1009" y="647"/>
                      </a:moveTo>
                      <a:lnTo>
                        <a:pt x="1463" y="1430"/>
                      </a:lnTo>
                      <a:lnTo>
                        <a:pt x="1008" y="0"/>
                      </a:lnTo>
                      <a:lnTo>
                        <a:pt x="0" y="1758"/>
                      </a:lnTo>
                      <a:lnTo>
                        <a:pt x="1009" y="6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8575">
                  <a:solidFill>
                    <a:schemeClr val="bg1"/>
                  </a:solidFill>
                </a:ln>
              </p:spPr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497" name="组合 5"/>
              <p:cNvGrpSpPr/>
              <p:nvPr/>
            </p:nvGrpSpPr>
            <p:grpSpPr>
              <a:xfrm>
                <a:off x="4837123" y="3348706"/>
                <a:ext cx="736567" cy="736472"/>
                <a:chOff x="7745423" y="1883126"/>
                <a:chExt cx="736567" cy="736472"/>
              </a:xfrm>
            </p:grpSpPr>
            <p:sp>
              <p:nvSpPr>
                <p:cNvPr id="498" name="íṥlïḍê"/>
                <p:cNvSpPr/>
                <p:nvPr/>
              </p:nvSpPr>
              <p:spPr>
                <a:xfrm>
                  <a:off x="7745423" y="1883126"/>
                  <a:ext cx="736567" cy="73647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accent1">
                      <a:alpha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400" b="1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99" name="îšlíḍé"/>
                <p:cNvSpPr/>
                <p:nvPr/>
              </p:nvSpPr>
              <p:spPr bwMode="auto">
                <a:xfrm>
                  <a:off x="7947013" y="2096274"/>
                  <a:ext cx="333388" cy="310176"/>
                </a:xfrm>
                <a:custGeom>
                  <a:avLst/>
                  <a:gdLst/>
                  <a:ahLst/>
                  <a:cxnLst>
                    <a:cxn ang="0">
                      <a:pos x="13" y="39"/>
                    </a:cxn>
                    <a:cxn ang="0">
                      <a:pos x="8" y="39"/>
                    </a:cxn>
                    <a:cxn ang="0">
                      <a:pos x="0" y="33"/>
                    </a:cxn>
                    <a:cxn ang="0">
                      <a:pos x="5" y="19"/>
                    </a:cxn>
                    <a:cxn ang="0">
                      <a:pos x="15" y="22"/>
                    </a:cxn>
                    <a:cxn ang="0">
                      <a:pos x="20" y="21"/>
                    </a:cxn>
                    <a:cxn ang="0">
                      <a:pos x="20" y="24"/>
                    </a:cxn>
                    <a:cxn ang="0">
                      <a:pos x="23" y="34"/>
                    </a:cxn>
                    <a:cxn ang="0">
                      <a:pos x="13" y="39"/>
                    </a:cxn>
                    <a:cxn ang="0">
                      <a:pos x="15" y="19"/>
                    </a:cxn>
                    <a:cxn ang="0">
                      <a:pos x="5" y="9"/>
                    </a:cxn>
                    <a:cxn ang="0">
                      <a:pos x="15" y="0"/>
                    </a:cxn>
                    <a:cxn ang="0">
                      <a:pos x="25" y="9"/>
                    </a:cxn>
                    <a:cxn ang="0">
                      <a:pos x="15" y="19"/>
                    </a:cxn>
                    <a:cxn ang="0">
                      <a:pos x="53" y="68"/>
                    </a:cxn>
                    <a:cxn ang="0">
                      <a:pos x="20" y="68"/>
                    </a:cxn>
                    <a:cxn ang="0">
                      <a:pos x="10" y="58"/>
                    </a:cxn>
                    <a:cxn ang="0">
                      <a:pos x="23" y="36"/>
                    </a:cxn>
                    <a:cxn ang="0">
                      <a:pos x="37" y="41"/>
                    </a:cxn>
                    <a:cxn ang="0">
                      <a:pos x="50" y="36"/>
                    </a:cxn>
                    <a:cxn ang="0">
                      <a:pos x="64" y="58"/>
                    </a:cxn>
                    <a:cxn ang="0">
                      <a:pos x="53" y="68"/>
                    </a:cxn>
                    <a:cxn ang="0">
                      <a:pos x="37" y="39"/>
                    </a:cxn>
                    <a:cxn ang="0">
                      <a:pos x="22" y="24"/>
                    </a:cxn>
                    <a:cxn ang="0">
                      <a:pos x="37" y="9"/>
                    </a:cxn>
                    <a:cxn ang="0">
                      <a:pos x="51" y="24"/>
                    </a:cxn>
                    <a:cxn ang="0">
                      <a:pos x="37" y="39"/>
                    </a:cxn>
                    <a:cxn ang="0">
                      <a:pos x="59" y="19"/>
                    </a:cxn>
                    <a:cxn ang="0">
                      <a:pos x="49" y="9"/>
                    </a:cxn>
                    <a:cxn ang="0">
                      <a:pos x="59" y="0"/>
                    </a:cxn>
                    <a:cxn ang="0">
                      <a:pos x="68" y="9"/>
                    </a:cxn>
                    <a:cxn ang="0">
                      <a:pos x="59" y="19"/>
                    </a:cxn>
                    <a:cxn ang="0">
                      <a:pos x="66" y="39"/>
                    </a:cxn>
                    <a:cxn ang="0">
                      <a:pos x="61" y="39"/>
                    </a:cxn>
                    <a:cxn ang="0">
                      <a:pos x="51" y="34"/>
                    </a:cxn>
                    <a:cxn ang="0">
                      <a:pos x="54" y="24"/>
                    </a:cxn>
                    <a:cxn ang="0">
                      <a:pos x="54" y="21"/>
                    </a:cxn>
                    <a:cxn ang="0">
                      <a:pos x="59" y="22"/>
                    </a:cxn>
                    <a:cxn ang="0">
                      <a:pos x="69" y="19"/>
                    </a:cxn>
                    <a:cxn ang="0">
                      <a:pos x="73" y="33"/>
                    </a:cxn>
                    <a:cxn ang="0">
                      <a:pos x="66" y="39"/>
                    </a:cxn>
                  </a:cxnLst>
                  <a:rect l="0" t="0" r="r" b="b"/>
                  <a:pathLst>
                    <a:path w="73" h="68">
                      <a:moveTo>
                        <a:pt x="13" y="39"/>
                      </a:moveTo>
                      <a:cubicBezTo>
                        <a:pt x="8" y="39"/>
                        <a:pt x="8" y="39"/>
                        <a:pt x="8" y="39"/>
                      </a:cubicBezTo>
                      <a:cubicBezTo>
                        <a:pt x="4" y="39"/>
                        <a:pt x="0" y="37"/>
                        <a:pt x="0" y="33"/>
                      </a:cubicBezTo>
                      <a:cubicBezTo>
                        <a:pt x="0" y="29"/>
                        <a:pt x="0" y="19"/>
                        <a:pt x="5" y="19"/>
                      </a:cubicBezTo>
                      <a:cubicBezTo>
                        <a:pt x="6" y="19"/>
                        <a:pt x="10" y="22"/>
                        <a:pt x="15" y="22"/>
                      </a:cubicBezTo>
                      <a:cubicBezTo>
                        <a:pt x="17" y="22"/>
                        <a:pt x="18" y="22"/>
                        <a:pt x="20" y="21"/>
                      </a:cubicBezTo>
                      <a:cubicBezTo>
                        <a:pt x="20" y="22"/>
                        <a:pt x="20" y="23"/>
                        <a:pt x="20" y="24"/>
                      </a:cubicBezTo>
                      <a:cubicBezTo>
                        <a:pt x="20" y="27"/>
                        <a:pt x="21" y="31"/>
                        <a:pt x="23" y="34"/>
                      </a:cubicBezTo>
                      <a:cubicBezTo>
                        <a:pt x="19" y="34"/>
                        <a:pt x="15" y="36"/>
                        <a:pt x="13" y="39"/>
                      </a:cubicBezTo>
                      <a:close/>
                      <a:moveTo>
                        <a:pt x="15" y="19"/>
                      </a:moveTo>
                      <a:cubicBezTo>
                        <a:pt x="10" y="19"/>
                        <a:pt x="5" y="15"/>
                        <a:pt x="5" y="9"/>
                      </a:cubicBezTo>
                      <a:cubicBezTo>
                        <a:pt x="5" y="4"/>
                        <a:pt x="10" y="0"/>
                        <a:pt x="15" y="0"/>
                      </a:cubicBezTo>
                      <a:cubicBezTo>
                        <a:pt x="20" y="0"/>
                        <a:pt x="25" y="4"/>
                        <a:pt x="25" y="9"/>
                      </a:cubicBezTo>
                      <a:cubicBezTo>
                        <a:pt x="25" y="15"/>
                        <a:pt x="20" y="19"/>
                        <a:pt x="15" y="19"/>
                      </a:cubicBezTo>
                      <a:close/>
                      <a:moveTo>
                        <a:pt x="53" y="68"/>
                      </a:moveTo>
                      <a:cubicBezTo>
                        <a:pt x="20" y="68"/>
                        <a:pt x="20" y="68"/>
                        <a:pt x="20" y="68"/>
                      </a:cubicBezTo>
                      <a:cubicBezTo>
                        <a:pt x="14" y="68"/>
                        <a:pt x="10" y="64"/>
                        <a:pt x="10" y="58"/>
                      </a:cubicBezTo>
                      <a:cubicBezTo>
                        <a:pt x="10" y="49"/>
                        <a:pt x="12" y="36"/>
                        <a:pt x="23" y="36"/>
                      </a:cubicBezTo>
                      <a:cubicBezTo>
                        <a:pt x="25" y="36"/>
                        <a:pt x="29" y="41"/>
                        <a:pt x="37" y="41"/>
                      </a:cubicBezTo>
                      <a:cubicBezTo>
                        <a:pt x="44" y="41"/>
                        <a:pt x="49" y="36"/>
                        <a:pt x="50" y="36"/>
                      </a:cubicBezTo>
                      <a:cubicBezTo>
                        <a:pt x="62" y="36"/>
                        <a:pt x="64" y="49"/>
                        <a:pt x="64" y="58"/>
                      </a:cubicBezTo>
                      <a:cubicBezTo>
                        <a:pt x="64" y="64"/>
                        <a:pt x="60" y="68"/>
                        <a:pt x="53" y="68"/>
                      </a:cubicBezTo>
                      <a:close/>
                      <a:moveTo>
                        <a:pt x="37" y="39"/>
                      </a:moveTo>
                      <a:cubicBezTo>
                        <a:pt x="29" y="39"/>
                        <a:pt x="22" y="32"/>
                        <a:pt x="22" y="24"/>
                      </a:cubicBezTo>
                      <a:cubicBezTo>
                        <a:pt x="22" y="16"/>
                        <a:pt x="29" y="9"/>
                        <a:pt x="37" y="9"/>
                      </a:cubicBezTo>
                      <a:cubicBezTo>
                        <a:pt x="45" y="9"/>
                        <a:pt x="51" y="16"/>
                        <a:pt x="51" y="24"/>
                      </a:cubicBezTo>
                      <a:cubicBezTo>
                        <a:pt x="51" y="32"/>
                        <a:pt x="45" y="39"/>
                        <a:pt x="37" y="39"/>
                      </a:cubicBezTo>
                      <a:close/>
                      <a:moveTo>
                        <a:pt x="59" y="19"/>
                      </a:moveTo>
                      <a:cubicBezTo>
                        <a:pt x="53" y="19"/>
                        <a:pt x="49" y="15"/>
                        <a:pt x="49" y="9"/>
                      </a:cubicBezTo>
                      <a:cubicBezTo>
                        <a:pt x="49" y="4"/>
                        <a:pt x="53" y="0"/>
                        <a:pt x="59" y="0"/>
                      </a:cubicBezTo>
                      <a:cubicBezTo>
                        <a:pt x="64" y="0"/>
                        <a:pt x="68" y="4"/>
                        <a:pt x="68" y="9"/>
                      </a:cubicBezTo>
                      <a:cubicBezTo>
                        <a:pt x="68" y="15"/>
                        <a:pt x="64" y="19"/>
                        <a:pt x="59" y="19"/>
                      </a:cubicBezTo>
                      <a:close/>
                      <a:moveTo>
                        <a:pt x="66" y="39"/>
                      </a:moveTo>
                      <a:cubicBezTo>
                        <a:pt x="61" y="39"/>
                        <a:pt x="61" y="39"/>
                        <a:pt x="61" y="39"/>
                      </a:cubicBezTo>
                      <a:cubicBezTo>
                        <a:pt x="58" y="36"/>
                        <a:pt x="55" y="34"/>
                        <a:pt x="51" y="34"/>
                      </a:cubicBezTo>
                      <a:cubicBezTo>
                        <a:pt x="53" y="31"/>
                        <a:pt x="54" y="27"/>
                        <a:pt x="54" y="24"/>
                      </a:cubicBezTo>
                      <a:cubicBezTo>
                        <a:pt x="54" y="23"/>
                        <a:pt x="54" y="22"/>
                        <a:pt x="54" y="21"/>
                      </a:cubicBezTo>
                      <a:cubicBezTo>
                        <a:pt x="55" y="22"/>
                        <a:pt x="57" y="22"/>
                        <a:pt x="59" y="22"/>
                      </a:cubicBezTo>
                      <a:cubicBezTo>
                        <a:pt x="64" y="22"/>
                        <a:pt x="68" y="19"/>
                        <a:pt x="69" y="19"/>
                      </a:cubicBezTo>
                      <a:cubicBezTo>
                        <a:pt x="73" y="19"/>
                        <a:pt x="73" y="29"/>
                        <a:pt x="73" y="33"/>
                      </a:cubicBezTo>
                      <a:cubicBezTo>
                        <a:pt x="73" y="37"/>
                        <a:pt x="70" y="39"/>
                        <a:pt x="66" y="3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500" name="组合 8"/>
              <p:cNvGrpSpPr/>
              <p:nvPr/>
            </p:nvGrpSpPr>
            <p:grpSpPr>
              <a:xfrm>
                <a:off x="6615123" y="3348706"/>
                <a:ext cx="736567" cy="736472"/>
                <a:chOff x="7745423" y="1883126"/>
                <a:chExt cx="736567" cy="736472"/>
              </a:xfrm>
            </p:grpSpPr>
            <p:sp>
              <p:nvSpPr>
                <p:cNvPr id="501" name="íṥlïḍê"/>
                <p:cNvSpPr/>
                <p:nvPr/>
              </p:nvSpPr>
              <p:spPr>
                <a:xfrm>
                  <a:off x="7745423" y="1883126"/>
                  <a:ext cx="736567" cy="73647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accent1">
                      <a:alpha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400" b="1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02" name="îšlíḍé"/>
                <p:cNvSpPr/>
                <p:nvPr/>
              </p:nvSpPr>
              <p:spPr bwMode="auto">
                <a:xfrm>
                  <a:off x="7947013" y="2093626"/>
                  <a:ext cx="333388" cy="315470"/>
                </a:xfrm>
                <a:custGeom>
                  <a:avLst/>
                  <a:gdLst>
                    <a:gd name="T0" fmla="*/ 9262 w 13528"/>
                    <a:gd name="T1" fmla="*/ 11863 h 12800"/>
                    <a:gd name="T2" fmla="*/ 9262 w 13528"/>
                    <a:gd name="T3" fmla="*/ 728 h 12800"/>
                    <a:gd name="T4" fmla="*/ 8429 w 13528"/>
                    <a:gd name="T5" fmla="*/ 0 h 12800"/>
                    <a:gd name="T6" fmla="*/ 1769 w 13528"/>
                    <a:gd name="T7" fmla="*/ 0 h 12800"/>
                    <a:gd name="T8" fmla="*/ 1145 w 13528"/>
                    <a:gd name="T9" fmla="*/ 313 h 12800"/>
                    <a:gd name="T10" fmla="*/ 937 w 13528"/>
                    <a:gd name="T11" fmla="*/ 937 h 12800"/>
                    <a:gd name="T12" fmla="*/ 937 w 13528"/>
                    <a:gd name="T13" fmla="*/ 11967 h 12800"/>
                    <a:gd name="T14" fmla="*/ 417 w 13528"/>
                    <a:gd name="T15" fmla="*/ 11967 h 12800"/>
                    <a:gd name="T16" fmla="*/ 104 w 13528"/>
                    <a:gd name="T17" fmla="*/ 12280 h 12800"/>
                    <a:gd name="T18" fmla="*/ 208 w 13528"/>
                    <a:gd name="T19" fmla="*/ 12696 h 12800"/>
                    <a:gd name="T20" fmla="*/ 624 w 13528"/>
                    <a:gd name="T21" fmla="*/ 12800 h 12800"/>
                    <a:gd name="T22" fmla="*/ 13111 w 13528"/>
                    <a:gd name="T23" fmla="*/ 12800 h 12800"/>
                    <a:gd name="T24" fmla="*/ 13424 w 13528"/>
                    <a:gd name="T25" fmla="*/ 12487 h 12800"/>
                    <a:gd name="T26" fmla="*/ 13111 w 13528"/>
                    <a:gd name="T27" fmla="*/ 11967 h 12800"/>
                    <a:gd name="T28" fmla="*/ 12695 w 13528"/>
                    <a:gd name="T29" fmla="*/ 11967 h 12800"/>
                    <a:gd name="T30" fmla="*/ 12695 w 13528"/>
                    <a:gd name="T31" fmla="*/ 4996 h 12800"/>
                    <a:gd name="T32" fmla="*/ 12071 w 13528"/>
                    <a:gd name="T33" fmla="*/ 4372 h 12800"/>
                    <a:gd name="T34" fmla="*/ 10197 w 13528"/>
                    <a:gd name="T35" fmla="*/ 4372 h 12800"/>
                    <a:gd name="T36" fmla="*/ 10197 w 13528"/>
                    <a:gd name="T37" fmla="*/ 11759 h 12800"/>
                    <a:gd name="T38" fmla="*/ 10093 w 13528"/>
                    <a:gd name="T39" fmla="*/ 11863 h 12800"/>
                    <a:gd name="T40" fmla="*/ 9262 w 13528"/>
                    <a:gd name="T41" fmla="*/ 11863 h 12800"/>
                    <a:gd name="T42" fmla="*/ 3435 w 13528"/>
                    <a:gd name="T43" fmla="*/ 5203 h 12800"/>
                    <a:gd name="T44" fmla="*/ 3435 w 13528"/>
                    <a:gd name="T45" fmla="*/ 4370 h 12800"/>
                    <a:gd name="T46" fmla="*/ 6764 w 13528"/>
                    <a:gd name="T47" fmla="*/ 4370 h 12800"/>
                    <a:gd name="T48" fmla="*/ 6764 w 13528"/>
                    <a:gd name="T49" fmla="*/ 5203 h 12800"/>
                    <a:gd name="T50" fmla="*/ 3435 w 13528"/>
                    <a:gd name="T51" fmla="*/ 5203 h 12800"/>
                    <a:gd name="T52" fmla="*/ 3435 w 13528"/>
                    <a:gd name="T53" fmla="*/ 9678 h 12800"/>
                    <a:gd name="T54" fmla="*/ 3435 w 13528"/>
                    <a:gd name="T55" fmla="*/ 8845 h 12800"/>
                    <a:gd name="T56" fmla="*/ 6764 w 13528"/>
                    <a:gd name="T57" fmla="*/ 8845 h 12800"/>
                    <a:gd name="T58" fmla="*/ 6764 w 13528"/>
                    <a:gd name="T59" fmla="*/ 9678 h 12800"/>
                    <a:gd name="T60" fmla="*/ 3435 w 13528"/>
                    <a:gd name="T61" fmla="*/ 9678 h 12800"/>
                    <a:gd name="T62" fmla="*/ 3435 w 13528"/>
                    <a:gd name="T63" fmla="*/ 2185 h 12800"/>
                    <a:gd name="T64" fmla="*/ 6764 w 13528"/>
                    <a:gd name="T65" fmla="*/ 2185 h 12800"/>
                    <a:gd name="T66" fmla="*/ 6764 w 13528"/>
                    <a:gd name="T67" fmla="*/ 3018 h 12800"/>
                    <a:gd name="T68" fmla="*/ 3642 w 13528"/>
                    <a:gd name="T69" fmla="*/ 3018 h 12800"/>
                    <a:gd name="T70" fmla="*/ 3539 w 13528"/>
                    <a:gd name="T71" fmla="*/ 2914 h 12800"/>
                    <a:gd name="T72" fmla="*/ 3435 w 13528"/>
                    <a:gd name="T73" fmla="*/ 2185 h 12800"/>
                    <a:gd name="T74" fmla="*/ 3435 w 13528"/>
                    <a:gd name="T75" fmla="*/ 6660 h 12800"/>
                    <a:gd name="T76" fmla="*/ 6764 w 13528"/>
                    <a:gd name="T77" fmla="*/ 6660 h 12800"/>
                    <a:gd name="T78" fmla="*/ 6764 w 13528"/>
                    <a:gd name="T79" fmla="*/ 7493 h 12800"/>
                    <a:gd name="T80" fmla="*/ 3435 w 13528"/>
                    <a:gd name="T81" fmla="*/ 7493 h 12800"/>
                    <a:gd name="T82" fmla="*/ 3435 w 13528"/>
                    <a:gd name="T83" fmla="*/ 6660 h 12800"/>
                    <a:gd name="T84" fmla="*/ 3435 w 13528"/>
                    <a:gd name="T85" fmla="*/ 6660 h 128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13528" h="12800">
                      <a:moveTo>
                        <a:pt x="9262" y="11863"/>
                      </a:moveTo>
                      <a:lnTo>
                        <a:pt x="9262" y="728"/>
                      </a:lnTo>
                      <a:cubicBezTo>
                        <a:pt x="9262" y="311"/>
                        <a:pt x="8845" y="0"/>
                        <a:pt x="8429" y="0"/>
                      </a:cubicBezTo>
                      <a:lnTo>
                        <a:pt x="1769" y="0"/>
                      </a:lnTo>
                      <a:cubicBezTo>
                        <a:pt x="1456" y="0"/>
                        <a:pt x="1248" y="104"/>
                        <a:pt x="1145" y="313"/>
                      </a:cubicBezTo>
                      <a:cubicBezTo>
                        <a:pt x="937" y="520"/>
                        <a:pt x="937" y="730"/>
                        <a:pt x="937" y="937"/>
                      </a:cubicBezTo>
                      <a:lnTo>
                        <a:pt x="937" y="11967"/>
                      </a:lnTo>
                      <a:lnTo>
                        <a:pt x="417" y="11967"/>
                      </a:lnTo>
                      <a:cubicBezTo>
                        <a:pt x="210" y="11967"/>
                        <a:pt x="104" y="12070"/>
                        <a:pt x="104" y="12280"/>
                      </a:cubicBezTo>
                      <a:cubicBezTo>
                        <a:pt x="0" y="12487"/>
                        <a:pt x="104" y="12593"/>
                        <a:pt x="208" y="12696"/>
                      </a:cubicBezTo>
                      <a:cubicBezTo>
                        <a:pt x="311" y="12800"/>
                        <a:pt x="415" y="12800"/>
                        <a:pt x="624" y="12800"/>
                      </a:cubicBezTo>
                      <a:lnTo>
                        <a:pt x="13111" y="12800"/>
                      </a:lnTo>
                      <a:cubicBezTo>
                        <a:pt x="13319" y="12800"/>
                        <a:pt x="13424" y="12696"/>
                        <a:pt x="13424" y="12487"/>
                      </a:cubicBezTo>
                      <a:cubicBezTo>
                        <a:pt x="13528" y="12280"/>
                        <a:pt x="13321" y="11967"/>
                        <a:pt x="13111" y="11967"/>
                      </a:cubicBezTo>
                      <a:lnTo>
                        <a:pt x="12695" y="11967"/>
                      </a:lnTo>
                      <a:lnTo>
                        <a:pt x="12695" y="4996"/>
                      </a:lnTo>
                      <a:cubicBezTo>
                        <a:pt x="12695" y="4579"/>
                        <a:pt x="12487" y="4372"/>
                        <a:pt x="12071" y="4372"/>
                      </a:cubicBezTo>
                      <a:lnTo>
                        <a:pt x="10197" y="4372"/>
                      </a:lnTo>
                      <a:lnTo>
                        <a:pt x="10197" y="11759"/>
                      </a:lnTo>
                      <a:lnTo>
                        <a:pt x="10093" y="11863"/>
                      </a:lnTo>
                      <a:lnTo>
                        <a:pt x="9262" y="11863"/>
                      </a:lnTo>
                      <a:close/>
                      <a:moveTo>
                        <a:pt x="3435" y="5203"/>
                      </a:moveTo>
                      <a:lnTo>
                        <a:pt x="3435" y="4370"/>
                      </a:lnTo>
                      <a:lnTo>
                        <a:pt x="6764" y="4370"/>
                      </a:lnTo>
                      <a:lnTo>
                        <a:pt x="6764" y="5203"/>
                      </a:lnTo>
                      <a:lnTo>
                        <a:pt x="3435" y="5203"/>
                      </a:lnTo>
                      <a:close/>
                      <a:moveTo>
                        <a:pt x="3435" y="9678"/>
                      </a:moveTo>
                      <a:lnTo>
                        <a:pt x="3435" y="8845"/>
                      </a:lnTo>
                      <a:lnTo>
                        <a:pt x="6764" y="8845"/>
                      </a:lnTo>
                      <a:lnTo>
                        <a:pt x="6764" y="9678"/>
                      </a:lnTo>
                      <a:lnTo>
                        <a:pt x="3435" y="9678"/>
                      </a:lnTo>
                      <a:close/>
                      <a:moveTo>
                        <a:pt x="3435" y="2185"/>
                      </a:moveTo>
                      <a:lnTo>
                        <a:pt x="6764" y="2185"/>
                      </a:lnTo>
                      <a:lnTo>
                        <a:pt x="6764" y="3018"/>
                      </a:lnTo>
                      <a:lnTo>
                        <a:pt x="3642" y="3018"/>
                      </a:lnTo>
                      <a:cubicBezTo>
                        <a:pt x="3539" y="3018"/>
                        <a:pt x="3539" y="3018"/>
                        <a:pt x="3539" y="2914"/>
                      </a:cubicBezTo>
                      <a:cubicBezTo>
                        <a:pt x="3435" y="2601"/>
                        <a:pt x="3435" y="2394"/>
                        <a:pt x="3435" y="2185"/>
                      </a:cubicBezTo>
                      <a:close/>
                      <a:moveTo>
                        <a:pt x="3435" y="6660"/>
                      </a:moveTo>
                      <a:lnTo>
                        <a:pt x="6764" y="6660"/>
                      </a:lnTo>
                      <a:lnTo>
                        <a:pt x="6764" y="7493"/>
                      </a:lnTo>
                      <a:lnTo>
                        <a:pt x="3435" y="7493"/>
                      </a:lnTo>
                      <a:lnTo>
                        <a:pt x="3435" y="6660"/>
                      </a:lnTo>
                      <a:close/>
                      <a:moveTo>
                        <a:pt x="3435" y="6660"/>
                      </a:move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503" name="组合 11"/>
              <p:cNvGrpSpPr/>
              <p:nvPr/>
            </p:nvGrpSpPr>
            <p:grpSpPr>
              <a:xfrm>
                <a:off x="5726123" y="4867626"/>
                <a:ext cx="736567" cy="736472"/>
                <a:chOff x="7745423" y="1883126"/>
                <a:chExt cx="736567" cy="736472"/>
              </a:xfrm>
            </p:grpSpPr>
            <p:sp>
              <p:nvSpPr>
                <p:cNvPr id="504" name="íṥlïḍê"/>
                <p:cNvSpPr/>
                <p:nvPr/>
              </p:nvSpPr>
              <p:spPr>
                <a:xfrm>
                  <a:off x="7745423" y="1883126"/>
                  <a:ext cx="736567" cy="73647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chemeClr val="accent1">
                      <a:alpha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sz="1400" b="1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05" name="îšlíḍé"/>
                <p:cNvSpPr/>
                <p:nvPr/>
              </p:nvSpPr>
              <p:spPr bwMode="auto">
                <a:xfrm>
                  <a:off x="7974817" y="2084668"/>
                  <a:ext cx="277778" cy="333388"/>
                </a:xfrm>
                <a:custGeom>
                  <a:avLst/>
                  <a:gdLst>
                    <a:gd name="T0" fmla="*/ 9600 w 10667"/>
                    <a:gd name="T1" fmla="*/ 12800 h 12800"/>
                    <a:gd name="T2" fmla="*/ 1067 w 10667"/>
                    <a:gd name="T3" fmla="*/ 12800 h 12800"/>
                    <a:gd name="T4" fmla="*/ 312 w 10667"/>
                    <a:gd name="T5" fmla="*/ 12488 h 12800"/>
                    <a:gd name="T6" fmla="*/ 0 w 10667"/>
                    <a:gd name="T7" fmla="*/ 11733 h 12800"/>
                    <a:gd name="T8" fmla="*/ 0 w 10667"/>
                    <a:gd name="T9" fmla="*/ 1067 h 12800"/>
                    <a:gd name="T10" fmla="*/ 1067 w 10667"/>
                    <a:gd name="T11" fmla="*/ 0 h 12800"/>
                    <a:gd name="T12" fmla="*/ 9600 w 10667"/>
                    <a:gd name="T13" fmla="*/ 0 h 12800"/>
                    <a:gd name="T14" fmla="*/ 10354 w 10667"/>
                    <a:gd name="T15" fmla="*/ 313 h 12800"/>
                    <a:gd name="T16" fmla="*/ 10667 w 10667"/>
                    <a:gd name="T17" fmla="*/ 1067 h 12800"/>
                    <a:gd name="T18" fmla="*/ 10667 w 10667"/>
                    <a:gd name="T19" fmla="*/ 11734 h 12800"/>
                    <a:gd name="T20" fmla="*/ 9600 w 10667"/>
                    <a:gd name="T21" fmla="*/ 12800 h 12800"/>
                    <a:gd name="T22" fmla="*/ 1333 w 10667"/>
                    <a:gd name="T23" fmla="*/ 9600 h 12800"/>
                    <a:gd name="T24" fmla="*/ 1865 w 10667"/>
                    <a:gd name="T25" fmla="*/ 10133 h 12800"/>
                    <a:gd name="T26" fmla="*/ 5598 w 10667"/>
                    <a:gd name="T27" fmla="*/ 10133 h 12800"/>
                    <a:gd name="T28" fmla="*/ 6131 w 10667"/>
                    <a:gd name="T29" fmla="*/ 9600 h 12800"/>
                    <a:gd name="T30" fmla="*/ 6131 w 10667"/>
                    <a:gd name="T31" fmla="*/ 9067 h 12800"/>
                    <a:gd name="T32" fmla="*/ 5598 w 10667"/>
                    <a:gd name="T33" fmla="*/ 8534 h 12800"/>
                    <a:gd name="T34" fmla="*/ 1867 w 10667"/>
                    <a:gd name="T35" fmla="*/ 8534 h 12800"/>
                    <a:gd name="T36" fmla="*/ 1334 w 10667"/>
                    <a:gd name="T37" fmla="*/ 9067 h 12800"/>
                    <a:gd name="T38" fmla="*/ 1334 w 10667"/>
                    <a:gd name="T39" fmla="*/ 9600 h 12800"/>
                    <a:gd name="T40" fmla="*/ 1333 w 10667"/>
                    <a:gd name="T41" fmla="*/ 9600 h 12800"/>
                    <a:gd name="T42" fmla="*/ 1333 w 10667"/>
                    <a:gd name="T43" fmla="*/ 6667 h 12800"/>
                    <a:gd name="T44" fmla="*/ 1865 w 10667"/>
                    <a:gd name="T45" fmla="*/ 7200 h 12800"/>
                    <a:gd name="T46" fmla="*/ 5598 w 10667"/>
                    <a:gd name="T47" fmla="*/ 7200 h 12800"/>
                    <a:gd name="T48" fmla="*/ 6131 w 10667"/>
                    <a:gd name="T49" fmla="*/ 6667 h 12800"/>
                    <a:gd name="T50" fmla="*/ 6131 w 10667"/>
                    <a:gd name="T51" fmla="*/ 6134 h 12800"/>
                    <a:gd name="T52" fmla="*/ 5598 w 10667"/>
                    <a:gd name="T53" fmla="*/ 5602 h 12800"/>
                    <a:gd name="T54" fmla="*/ 1867 w 10667"/>
                    <a:gd name="T55" fmla="*/ 5602 h 12800"/>
                    <a:gd name="T56" fmla="*/ 1334 w 10667"/>
                    <a:gd name="T57" fmla="*/ 6134 h 12800"/>
                    <a:gd name="T58" fmla="*/ 1334 w 10667"/>
                    <a:gd name="T59" fmla="*/ 6667 h 12800"/>
                    <a:gd name="T60" fmla="*/ 1333 w 10667"/>
                    <a:gd name="T61" fmla="*/ 6667 h 12800"/>
                    <a:gd name="T62" fmla="*/ 7733 w 10667"/>
                    <a:gd name="T63" fmla="*/ 3200 h 12800"/>
                    <a:gd name="T64" fmla="*/ 7200 w 10667"/>
                    <a:gd name="T65" fmla="*/ 2667 h 12800"/>
                    <a:gd name="T66" fmla="*/ 1867 w 10667"/>
                    <a:gd name="T67" fmla="*/ 2667 h 12800"/>
                    <a:gd name="T68" fmla="*/ 1333 w 10667"/>
                    <a:gd name="T69" fmla="*/ 3200 h 12800"/>
                    <a:gd name="T70" fmla="*/ 1333 w 10667"/>
                    <a:gd name="T71" fmla="*/ 3733 h 12800"/>
                    <a:gd name="T72" fmla="*/ 1865 w 10667"/>
                    <a:gd name="T73" fmla="*/ 4266 h 12800"/>
                    <a:gd name="T74" fmla="*/ 7198 w 10667"/>
                    <a:gd name="T75" fmla="*/ 4266 h 12800"/>
                    <a:gd name="T76" fmla="*/ 7731 w 10667"/>
                    <a:gd name="T77" fmla="*/ 3733 h 12800"/>
                    <a:gd name="T78" fmla="*/ 7731 w 10667"/>
                    <a:gd name="T79" fmla="*/ 3200 h 12800"/>
                    <a:gd name="T80" fmla="*/ 7733 w 10667"/>
                    <a:gd name="T81" fmla="*/ 3200 h 12800"/>
                    <a:gd name="T82" fmla="*/ 10133 w 10667"/>
                    <a:gd name="T83" fmla="*/ 3200 h 12800"/>
                    <a:gd name="T84" fmla="*/ 9600 w 10667"/>
                    <a:gd name="T85" fmla="*/ 2667 h 12800"/>
                    <a:gd name="T86" fmla="*/ 9067 w 10667"/>
                    <a:gd name="T87" fmla="*/ 2667 h 12800"/>
                    <a:gd name="T88" fmla="*/ 8534 w 10667"/>
                    <a:gd name="T89" fmla="*/ 3200 h 12800"/>
                    <a:gd name="T90" fmla="*/ 8534 w 10667"/>
                    <a:gd name="T91" fmla="*/ 3733 h 12800"/>
                    <a:gd name="T92" fmla="*/ 10134 w 10667"/>
                    <a:gd name="T93" fmla="*/ 3733 h 12800"/>
                    <a:gd name="T94" fmla="*/ 10134 w 10667"/>
                    <a:gd name="T95" fmla="*/ 3200 h 12800"/>
                    <a:gd name="T96" fmla="*/ 10133 w 10667"/>
                    <a:gd name="T97" fmla="*/ 3200 h 12800"/>
                    <a:gd name="T98" fmla="*/ 10133 w 10667"/>
                    <a:gd name="T99" fmla="*/ 4000 h 12800"/>
                    <a:gd name="T100" fmla="*/ 8533 w 10667"/>
                    <a:gd name="T101" fmla="*/ 4000 h 12800"/>
                    <a:gd name="T102" fmla="*/ 8533 w 10667"/>
                    <a:gd name="T103" fmla="*/ 8797 h 12800"/>
                    <a:gd name="T104" fmla="*/ 8529 w 10667"/>
                    <a:gd name="T105" fmla="*/ 8797 h 12800"/>
                    <a:gd name="T106" fmla="*/ 9331 w 10667"/>
                    <a:gd name="T107" fmla="*/ 10400 h 12800"/>
                    <a:gd name="T108" fmla="*/ 10131 w 10667"/>
                    <a:gd name="T109" fmla="*/ 8800 h 12800"/>
                    <a:gd name="T110" fmla="*/ 10133 w 10667"/>
                    <a:gd name="T111" fmla="*/ 8800 h 12800"/>
                    <a:gd name="T112" fmla="*/ 10133 w 10667"/>
                    <a:gd name="T113" fmla="*/ 4000 h 12800"/>
                    <a:gd name="T114" fmla="*/ 10133 w 10667"/>
                    <a:gd name="T115" fmla="*/ 4000 h 128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10667" h="12800">
                      <a:moveTo>
                        <a:pt x="9600" y="12800"/>
                      </a:moveTo>
                      <a:lnTo>
                        <a:pt x="1067" y="12800"/>
                      </a:lnTo>
                      <a:cubicBezTo>
                        <a:pt x="784" y="12800"/>
                        <a:pt x="512" y="12688"/>
                        <a:pt x="312" y="12488"/>
                      </a:cubicBezTo>
                      <a:cubicBezTo>
                        <a:pt x="112" y="12288"/>
                        <a:pt x="0" y="12016"/>
                        <a:pt x="0" y="11733"/>
                      </a:cubicBezTo>
                      <a:lnTo>
                        <a:pt x="0" y="1067"/>
                      </a:lnTo>
                      <a:cubicBezTo>
                        <a:pt x="0" y="478"/>
                        <a:pt x="478" y="0"/>
                        <a:pt x="1067" y="0"/>
                      </a:cubicBezTo>
                      <a:lnTo>
                        <a:pt x="9600" y="0"/>
                      </a:lnTo>
                      <a:cubicBezTo>
                        <a:pt x="9883" y="0"/>
                        <a:pt x="10154" y="113"/>
                        <a:pt x="10354" y="313"/>
                      </a:cubicBezTo>
                      <a:cubicBezTo>
                        <a:pt x="10554" y="513"/>
                        <a:pt x="10667" y="784"/>
                        <a:pt x="10667" y="1067"/>
                      </a:cubicBezTo>
                      <a:lnTo>
                        <a:pt x="10667" y="11734"/>
                      </a:lnTo>
                      <a:cubicBezTo>
                        <a:pt x="10667" y="12322"/>
                        <a:pt x="10189" y="12800"/>
                        <a:pt x="9600" y="12800"/>
                      </a:cubicBezTo>
                      <a:close/>
                      <a:moveTo>
                        <a:pt x="1333" y="9600"/>
                      </a:moveTo>
                      <a:cubicBezTo>
                        <a:pt x="1333" y="9895"/>
                        <a:pt x="1572" y="10133"/>
                        <a:pt x="1865" y="10133"/>
                      </a:cubicBezTo>
                      <a:lnTo>
                        <a:pt x="5598" y="10133"/>
                      </a:lnTo>
                      <a:cubicBezTo>
                        <a:pt x="5893" y="10133"/>
                        <a:pt x="6131" y="9894"/>
                        <a:pt x="6131" y="9600"/>
                      </a:cubicBezTo>
                      <a:lnTo>
                        <a:pt x="6131" y="9067"/>
                      </a:lnTo>
                      <a:cubicBezTo>
                        <a:pt x="6131" y="8772"/>
                        <a:pt x="5892" y="8534"/>
                        <a:pt x="5598" y="8534"/>
                      </a:cubicBezTo>
                      <a:lnTo>
                        <a:pt x="1867" y="8534"/>
                      </a:lnTo>
                      <a:cubicBezTo>
                        <a:pt x="1573" y="8534"/>
                        <a:pt x="1334" y="8773"/>
                        <a:pt x="1334" y="9067"/>
                      </a:cubicBezTo>
                      <a:lnTo>
                        <a:pt x="1334" y="9600"/>
                      </a:lnTo>
                      <a:lnTo>
                        <a:pt x="1333" y="9600"/>
                      </a:lnTo>
                      <a:close/>
                      <a:moveTo>
                        <a:pt x="1333" y="6667"/>
                      </a:moveTo>
                      <a:cubicBezTo>
                        <a:pt x="1333" y="6963"/>
                        <a:pt x="1572" y="7200"/>
                        <a:pt x="1865" y="7200"/>
                      </a:cubicBezTo>
                      <a:lnTo>
                        <a:pt x="5598" y="7200"/>
                      </a:lnTo>
                      <a:cubicBezTo>
                        <a:pt x="5893" y="7200"/>
                        <a:pt x="6131" y="6961"/>
                        <a:pt x="6131" y="6667"/>
                      </a:cubicBezTo>
                      <a:lnTo>
                        <a:pt x="6131" y="6134"/>
                      </a:lnTo>
                      <a:cubicBezTo>
                        <a:pt x="6131" y="5839"/>
                        <a:pt x="5892" y="5602"/>
                        <a:pt x="5598" y="5602"/>
                      </a:cubicBezTo>
                      <a:lnTo>
                        <a:pt x="1867" y="5602"/>
                      </a:lnTo>
                      <a:cubicBezTo>
                        <a:pt x="1573" y="5602"/>
                        <a:pt x="1334" y="5841"/>
                        <a:pt x="1334" y="6134"/>
                      </a:cubicBezTo>
                      <a:lnTo>
                        <a:pt x="1334" y="6667"/>
                      </a:lnTo>
                      <a:lnTo>
                        <a:pt x="1333" y="6667"/>
                      </a:lnTo>
                      <a:close/>
                      <a:moveTo>
                        <a:pt x="7733" y="3200"/>
                      </a:moveTo>
                      <a:cubicBezTo>
                        <a:pt x="7733" y="2905"/>
                        <a:pt x="7493" y="2667"/>
                        <a:pt x="7200" y="2667"/>
                      </a:cubicBezTo>
                      <a:lnTo>
                        <a:pt x="1867" y="2667"/>
                      </a:lnTo>
                      <a:cubicBezTo>
                        <a:pt x="1572" y="2667"/>
                        <a:pt x="1333" y="2905"/>
                        <a:pt x="1333" y="3200"/>
                      </a:cubicBezTo>
                      <a:lnTo>
                        <a:pt x="1333" y="3733"/>
                      </a:lnTo>
                      <a:cubicBezTo>
                        <a:pt x="1333" y="4028"/>
                        <a:pt x="1572" y="4266"/>
                        <a:pt x="1865" y="4266"/>
                      </a:cubicBezTo>
                      <a:lnTo>
                        <a:pt x="7198" y="4266"/>
                      </a:lnTo>
                      <a:cubicBezTo>
                        <a:pt x="7493" y="4266"/>
                        <a:pt x="7731" y="4027"/>
                        <a:pt x="7731" y="3733"/>
                      </a:cubicBezTo>
                      <a:lnTo>
                        <a:pt x="7731" y="3200"/>
                      </a:lnTo>
                      <a:lnTo>
                        <a:pt x="7733" y="3200"/>
                      </a:lnTo>
                      <a:close/>
                      <a:moveTo>
                        <a:pt x="10133" y="3200"/>
                      </a:moveTo>
                      <a:cubicBezTo>
                        <a:pt x="10133" y="2905"/>
                        <a:pt x="9893" y="2667"/>
                        <a:pt x="9600" y="2667"/>
                      </a:cubicBezTo>
                      <a:lnTo>
                        <a:pt x="9067" y="2667"/>
                      </a:lnTo>
                      <a:cubicBezTo>
                        <a:pt x="8772" y="2667"/>
                        <a:pt x="8534" y="2906"/>
                        <a:pt x="8534" y="3200"/>
                      </a:cubicBezTo>
                      <a:lnTo>
                        <a:pt x="8534" y="3733"/>
                      </a:lnTo>
                      <a:lnTo>
                        <a:pt x="10134" y="3733"/>
                      </a:lnTo>
                      <a:lnTo>
                        <a:pt x="10134" y="3200"/>
                      </a:lnTo>
                      <a:lnTo>
                        <a:pt x="10133" y="3200"/>
                      </a:lnTo>
                      <a:close/>
                      <a:moveTo>
                        <a:pt x="10133" y="4000"/>
                      </a:moveTo>
                      <a:lnTo>
                        <a:pt x="8533" y="4000"/>
                      </a:lnTo>
                      <a:lnTo>
                        <a:pt x="8533" y="8797"/>
                      </a:lnTo>
                      <a:lnTo>
                        <a:pt x="8529" y="8797"/>
                      </a:lnTo>
                      <a:lnTo>
                        <a:pt x="9331" y="10400"/>
                      </a:lnTo>
                      <a:lnTo>
                        <a:pt x="10131" y="8800"/>
                      </a:lnTo>
                      <a:lnTo>
                        <a:pt x="10133" y="8800"/>
                      </a:lnTo>
                      <a:lnTo>
                        <a:pt x="10133" y="4000"/>
                      </a:lnTo>
                      <a:close/>
                      <a:moveTo>
                        <a:pt x="10133" y="4000"/>
                      </a:move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506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Key Algorithms and Supporting Techniques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4"/>
          <p:cNvSpPr>
            <a:spLocks noGrp="1"/>
          </p:cNvSpPr>
          <p:nvPr>
            <p:ph type="title" hasCustomPrompt="1"/>
          </p:nvPr>
        </p:nvSpPr>
        <p:spPr>
          <a:xfrm>
            <a:off x="3302702" y="2780347"/>
            <a:ext cx="5546540" cy="10792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System Technical Details and Design</a:t>
            </a:r>
            <a:endParaRPr lang="en-US" dirty="0"/>
          </a:p>
        </p:txBody>
      </p:sp>
      <p:sp>
        <p:nvSpPr>
          <p:cNvPr id="7" name="文本占位符 24"/>
          <p:cNvSpPr>
            <a:spLocks noGrp="1"/>
          </p:cNvSpPr>
          <p:nvPr>
            <p:ph type="body" sz="quarter" idx="1" hasCustomPrompt="1"/>
          </p:nvPr>
        </p:nvSpPr>
        <p:spPr/>
        <p:txBody>
          <a:bodyPr>
            <a:normAutofit/>
          </a:bodyPr>
          <a:lstStyle/>
          <a:p>
            <a:pPr>
              <a:buFont typeface="Arial"/>
              <a:buNone/>
            </a:pPr>
            <a:r>
              <a:rPr lang="zh-CN"/>
              <a:t> 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1135688"/>
            <a:ext cx="7002473" cy="5525013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System Architecture and Components</a:t>
            </a:r>
            <a:endParaRPr 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8169087" y="2390070"/>
            <a:ext cx="3244850" cy="301625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sz="2400">
                <a:latin typeface="Cambria"/>
                <a:ea typeface="Cambria"/>
                <a:cs typeface="+mn-cs"/>
              </a:rPr>
              <a:t>The project adopts a </a:t>
            </a:r>
            <a:r>
              <a:rPr sz="2400" b="1">
                <a:latin typeface="Cambria"/>
                <a:ea typeface="Cambria"/>
                <a:cs typeface="+mn-cs"/>
              </a:rPr>
              <a:t>Four-Layered Architecture</a:t>
            </a:r>
            <a:r>
              <a:rPr sz="2400">
                <a:latin typeface="Cambria"/>
                <a:ea typeface="Cambria"/>
                <a:cs typeface="+mn-cs"/>
              </a:rPr>
              <a:t> design, ensuring robust modularity, clear separation of concerns, and high maintainability.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587c768b-b947-4893-b78f-306b777fe455.source.6.zh-Hans.pptx"/>
          <p:cNvGrpSpPr/>
          <p:nvPr/>
        </p:nvGrpSpPr>
        <p:grpSpPr>
          <a:xfrm>
            <a:off x="660400" y="1028670"/>
            <a:ext cx="10858500" cy="5105430"/>
            <a:chOff x="660400" y="1028670"/>
            <a:chExt cx="10858500" cy="5105430"/>
          </a:xfrm>
        </p:grpSpPr>
        <p:grpSp>
          <p:nvGrpSpPr>
            <p:cNvPr id="14" name="组合 44"/>
            <p:cNvGrpSpPr/>
            <p:nvPr/>
          </p:nvGrpSpPr>
          <p:grpSpPr>
            <a:xfrm>
              <a:off x="660400" y="1058319"/>
              <a:ext cx="3886200" cy="1493639"/>
              <a:chOff x="660400" y="1058319"/>
              <a:chExt cx="3886200" cy="1493639"/>
            </a:xfrm>
          </p:grpSpPr>
          <p:sp>
            <p:nvSpPr>
              <p:cNvPr id="15" name="矩形: 圆角 52"/>
              <p:cNvSpPr/>
              <p:nvPr/>
            </p:nvSpPr>
            <p:spPr>
              <a:xfrm>
                <a:off x="977900" y="1130300"/>
                <a:ext cx="3556000" cy="1421658"/>
              </a:xfrm>
              <a:prstGeom prst="roundRect">
                <a:avLst>
                  <a:gd name="adj" fmla="val 9982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buSzPct val="25000"/>
                </a:pPr>
                <a:endParaRPr lang="zh-CN" altLang="en-US" sz="2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Bullet1"/>
              <p:cNvSpPr txBox="1"/>
              <p:nvPr/>
            </p:nvSpPr>
            <p:spPr>
              <a:xfrm>
                <a:off x="1339850" y="1058319"/>
                <a:ext cx="3206750" cy="473133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buClrTx/>
                  <a:buSzPct val="25000"/>
                  <a:buFontTx/>
                  <a:buNone/>
                </a:pPr>
                <a:r>
                  <a:rPr sz="1600" b="1">
                    <a:latin typeface="Cambria"/>
                    <a:ea typeface="Cambria"/>
                    <a:cs typeface="+mn-cs"/>
                  </a:rPr>
                  <a:t>Trigger and Routing</a:t>
                </a:r>
                <a:endParaRPr/>
              </a:p>
            </p:txBody>
          </p:sp>
          <p:sp>
            <p:nvSpPr>
              <p:cNvPr id="17" name="Text1"/>
              <p:cNvSpPr txBox="1"/>
              <p:nvPr/>
            </p:nvSpPr>
            <p:spPr>
              <a:xfrm>
                <a:off x="1339850" y="1474837"/>
                <a:ext cx="3121890" cy="8151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marL="0" lvl="0" indent="0" defTabSz="913765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</a:defRPr>
                </a:pPr>
                <a:r>
                  <a:rPr sz="1200">
                    <a:latin typeface="Cambria"/>
                    <a:ea typeface="Cambria"/>
                    <a:cs typeface="+mn-cs"/>
                  </a:rPr>
                  <a:t>User inputs a question via the chat UI or uses the </a:t>
                </a:r>
                <a:r>
                  <a:rPr sz="1200" b="1">
                    <a:latin typeface="Cambria"/>
                    <a:ea typeface="Cambria"/>
                    <a:cs typeface="+mn-cs"/>
                  </a:rPr>
                  <a:t>right-click context menu</a:t>
                </a:r>
                <a:r>
                  <a:rPr sz="1200">
                    <a:latin typeface="Cambria"/>
                    <a:ea typeface="Cambria"/>
                    <a:cs typeface="+mn-cs"/>
                  </a:rPr>
                  <a:t> with selected code. ManageService receives the request and </a:t>
                </a:r>
                <a:r>
                  <a:rPr sz="1200" b="1">
                    <a:latin typeface="Cambria"/>
                    <a:ea typeface="Cambria"/>
                    <a:cs typeface="+mn-cs"/>
                  </a:rPr>
                  <a:t>routes it to ChatService.</a:t>
                </a:r>
                <a:endParaRPr/>
              </a:p>
            </p:txBody>
          </p:sp>
          <p:sp>
            <p:nvSpPr>
              <p:cNvPr id="18" name="Number1"/>
              <p:cNvSpPr/>
              <p:nvPr/>
            </p:nvSpPr>
            <p:spPr>
              <a:xfrm flipH="1">
                <a:off x="660400" y="1531438"/>
                <a:ext cx="629781" cy="61938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wrap="none" lIns="108000" tIns="108000" rIns="108000" bIns="108000" rtlCol="0" anchor="ctr" anchorCtr="0">
                <a:normAutofit fontScale="92500" lnSpcReduction="20000"/>
              </a:bodyPr>
              <a:lstStyle/>
              <a:p>
                <a:pPr algn="ctr"/>
                <a:r>
                  <a:rPr kumimoji="1" lang="en-US" altLang="zh-CN" b="1" dirty="0">
                    <a:solidFill>
                      <a:srgbClr val="FFFFFF"/>
                    </a:solidFill>
                    <a:cs typeface="+mn-ea"/>
                  </a:rPr>
                  <a:t>1</a:t>
                </a:r>
                <a:endParaRPr kumimoji="1" lang="zh-CN" altLang="en-US"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grpSp>
          <p:nvGrpSpPr>
            <p:cNvPr id="19" name="组合 45"/>
            <p:cNvGrpSpPr/>
            <p:nvPr/>
          </p:nvGrpSpPr>
          <p:grpSpPr>
            <a:xfrm>
              <a:off x="7645400" y="1028670"/>
              <a:ext cx="3873500" cy="1523288"/>
              <a:chOff x="7645400" y="1028670"/>
              <a:chExt cx="3873500" cy="1523288"/>
            </a:xfrm>
          </p:grpSpPr>
          <p:sp>
            <p:nvSpPr>
              <p:cNvPr id="20" name="矩形: 圆角 123"/>
              <p:cNvSpPr/>
              <p:nvPr/>
            </p:nvSpPr>
            <p:spPr>
              <a:xfrm flipH="1">
                <a:off x="7645400" y="1130300"/>
                <a:ext cx="3556000" cy="1421658"/>
              </a:xfrm>
              <a:prstGeom prst="roundRect">
                <a:avLst>
                  <a:gd name="adj" fmla="val 9982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buSzPct val="25000"/>
                </a:pPr>
                <a:endParaRPr lang="zh-CN" altLang="en-US" sz="2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Number2"/>
              <p:cNvSpPr/>
              <p:nvPr/>
            </p:nvSpPr>
            <p:spPr>
              <a:xfrm flipH="1">
                <a:off x="10889119" y="1531438"/>
                <a:ext cx="629781" cy="61938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wrap="none" lIns="108000" tIns="108000" rIns="108000" bIns="108000" rtlCol="0" anchor="ctr" anchorCtr="0">
                <a:normAutofit fontScale="92500" lnSpcReduction="20000"/>
              </a:bodyPr>
              <a:lstStyle/>
              <a:p>
                <a:pPr algn="ctr"/>
                <a:r>
                  <a:rPr kumimoji="1" lang="en-US" altLang="zh-CN" b="1" dirty="0">
                    <a:solidFill>
                      <a:srgbClr val="FFFFFF"/>
                    </a:solidFill>
                    <a:cs typeface="+mn-ea"/>
                  </a:rPr>
                  <a:t>2</a:t>
                </a:r>
                <a:endParaRPr kumimoji="1" lang="zh-CN" altLang="en-US" b="1" dirty="0">
                  <a:solidFill>
                    <a:srgbClr val="FFFFFF"/>
                  </a:solidFill>
                  <a:cs typeface="+mn-ea"/>
                </a:endParaRPr>
              </a:p>
            </p:txBody>
          </p:sp>
          <p:sp>
            <p:nvSpPr>
              <p:cNvPr id="22" name="Bullet2"/>
              <p:cNvSpPr txBox="1"/>
              <p:nvPr/>
            </p:nvSpPr>
            <p:spPr>
              <a:xfrm>
                <a:off x="7767230" y="1028670"/>
                <a:ext cx="3272397" cy="473133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buClrTx/>
                  <a:buSzPct val="25000"/>
                  <a:buFontTx/>
                  <a:buNone/>
                </a:pPr>
                <a:r>
                  <a:rPr sz="1600" b="1">
                    <a:latin typeface="Cambria"/>
                    <a:ea typeface="Cambria"/>
                    <a:cs typeface="+mn-cs"/>
                  </a:rPr>
                  <a:t>Structured Extraction</a:t>
                </a:r>
                <a:endParaRPr/>
              </a:p>
            </p:txBody>
          </p:sp>
          <p:sp>
            <p:nvSpPr>
              <p:cNvPr id="23" name="Text2"/>
              <p:cNvSpPr txBox="1"/>
              <p:nvPr/>
            </p:nvSpPr>
            <p:spPr>
              <a:xfrm>
                <a:off x="7717560" y="1531438"/>
                <a:ext cx="3121890" cy="8151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marL="0" lvl="0" indent="0" defTabSz="913765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</a:defRPr>
                </a:pPr>
                <a:r>
                  <a:rPr lang="en-US" sz="1200">
                    <a:latin typeface="Cambria"/>
                    <a:ea typeface="Cambria"/>
                    <a:cs typeface="+mn-cs"/>
                  </a:rPr>
                  <a:t>Chat</a:t>
                </a:r>
                <a:r>
                  <a:rPr sz="1200">
                    <a:latin typeface="Cambria"/>
                    <a:ea typeface="Cambria"/>
                    <a:cs typeface="+mn-cs"/>
                  </a:rPr>
                  <a:t>Service calls PsiHandler to extract the </a:t>
                </a:r>
                <a:r>
                  <a:rPr sz="1200" b="1">
                    <a:latin typeface="Cambria"/>
                    <a:ea typeface="Cambria"/>
                    <a:cs typeface="+mn-cs"/>
                  </a:rPr>
                  <a:t>complete structured context</a:t>
                </a:r>
                <a:r>
                  <a:rPr sz="1200">
                    <a:latin typeface="Cambria"/>
                    <a:ea typeface="Cambria"/>
                    <a:cs typeface="+mn-cs"/>
                  </a:rPr>
                  <a:t> of the current code (class, method, path, etc.).</a:t>
                </a:r>
                <a:endParaRPr/>
              </a:p>
            </p:txBody>
          </p:sp>
        </p:grpSp>
        <p:grpSp>
          <p:nvGrpSpPr>
            <p:cNvPr id="24" name="组合 46"/>
            <p:cNvGrpSpPr/>
            <p:nvPr/>
          </p:nvGrpSpPr>
          <p:grpSpPr>
            <a:xfrm>
              <a:off x="7999827" y="2849391"/>
              <a:ext cx="3519073" cy="1493639"/>
              <a:chOff x="7999827" y="2849391"/>
              <a:chExt cx="3519073" cy="1493639"/>
            </a:xfrm>
          </p:grpSpPr>
          <p:sp>
            <p:nvSpPr>
              <p:cNvPr id="25" name="矩形: 圆角 118"/>
              <p:cNvSpPr/>
              <p:nvPr/>
            </p:nvSpPr>
            <p:spPr>
              <a:xfrm flipH="1">
                <a:off x="8017438" y="2921372"/>
                <a:ext cx="3183962" cy="1421658"/>
              </a:xfrm>
              <a:prstGeom prst="roundRect">
                <a:avLst>
                  <a:gd name="adj" fmla="val 9982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buSzPct val="25000"/>
                </a:pPr>
                <a:endParaRPr lang="zh-CN" altLang="en-US" sz="2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Number3"/>
              <p:cNvSpPr/>
              <p:nvPr/>
            </p:nvSpPr>
            <p:spPr>
              <a:xfrm flipH="1">
                <a:off x="10889119" y="3322510"/>
                <a:ext cx="629781" cy="61938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wrap="none" lIns="108000" tIns="108000" rIns="108000" bIns="108000" rtlCol="0" anchor="ctr" anchorCtr="0">
                <a:normAutofit fontScale="92500" lnSpcReduction="20000"/>
              </a:bodyPr>
              <a:lstStyle/>
              <a:p>
                <a:pPr algn="ctr"/>
                <a:r>
                  <a:rPr kumimoji="1" lang="en-US" altLang="zh-CN" b="1" dirty="0">
                    <a:solidFill>
                      <a:srgbClr val="FFFFFF"/>
                    </a:solidFill>
                    <a:cs typeface="+mn-ea"/>
                  </a:rPr>
                  <a:t>3</a:t>
                </a:r>
                <a:endParaRPr kumimoji="1" lang="zh-CN" altLang="en-US" b="1" dirty="0">
                  <a:solidFill>
                    <a:srgbClr val="FFFFFF"/>
                  </a:solidFill>
                  <a:cs typeface="+mn-ea"/>
                </a:endParaRPr>
              </a:p>
            </p:txBody>
          </p:sp>
          <p:sp>
            <p:nvSpPr>
              <p:cNvPr id="27" name="Bullet3"/>
              <p:cNvSpPr txBox="1"/>
              <p:nvPr/>
            </p:nvSpPr>
            <p:spPr>
              <a:xfrm>
                <a:off x="7999827" y="2849391"/>
                <a:ext cx="3183953" cy="473133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buClrTx/>
                  <a:buSzPct val="25000"/>
                  <a:buFontTx/>
                  <a:buNone/>
                </a:pPr>
                <a:r>
                  <a:rPr sz="1400" b="1">
                    <a:latin typeface="Cambria"/>
                    <a:ea typeface="Cambria"/>
                    <a:cs typeface="+mn-cs"/>
                  </a:rPr>
                  <a:t>Context Evaluation&amp;Compression</a:t>
                </a:r>
                <a:endParaRPr/>
              </a:p>
            </p:txBody>
          </p:sp>
          <p:sp>
            <p:nvSpPr>
              <p:cNvPr id="28" name="Text3"/>
              <p:cNvSpPr txBox="1"/>
              <p:nvPr/>
            </p:nvSpPr>
            <p:spPr>
              <a:xfrm>
                <a:off x="7999827" y="3311450"/>
                <a:ext cx="3183953" cy="8151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marL="0" lvl="0" indent="0" defTabSz="913765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</a:defRPr>
                </a:pPr>
                <a:r>
                  <a:rPr sz="1200">
                    <a:latin typeface="Cambria"/>
                    <a:ea typeface="Cambria"/>
                    <a:cs typeface="+mn-cs"/>
                  </a:rPr>
                  <a:t>ChatService retrieves history via IChatRepo and triggers TokenEvaluator to check context token usage. HistoryCompressor executes the </a:t>
                </a:r>
                <a:r>
                  <a:rPr sz="1200" b="1">
                    <a:latin typeface="Cambria"/>
                    <a:ea typeface="Cambria"/>
                    <a:cs typeface="+mn-cs"/>
                  </a:rPr>
                  <a:t>Structured 6D Compression</a:t>
                </a:r>
                <a:r>
                  <a:rPr lang="en-US" sz="1200" b="1">
                    <a:latin typeface="Cambria"/>
                    <a:ea typeface="Cambria"/>
                    <a:cs typeface="+mn-cs"/>
                  </a:rPr>
                  <a:t> </a:t>
                </a:r>
                <a:r>
                  <a:rPr sz="1200">
                    <a:latin typeface="Cambria"/>
                    <a:ea typeface="Cambria"/>
                    <a:cs typeface="+mn-cs"/>
                  </a:rPr>
                  <a:t>as required.</a:t>
                </a:r>
                <a:endParaRPr/>
              </a:p>
            </p:txBody>
          </p:sp>
        </p:grpSp>
        <p:grpSp>
          <p:nvGrpSpPr>
            <p:cNvPr id="29" name="组合 47"/>
            <p:cNvGrpSpPr/>
            <p:nvPr/>
          </p:nvGrpSpPr>
          <p:grpSpPr>
            <a:xfrm>
              <a:off x="7645400" y="4582740"/>
              <a:ext cx="3873500" cy="1551360"/>
              <a:chOff x="7645400" y="4582740"/>
              <a:chExt cx="3873500" cy="1551360"/>
            </a:xfrm>
          </p:grpSpPr>
          <p:sp>
            <p:nvSpPr>
              <p:cNvPr id="30" name="矩形: 圆角 108"/>
              <p:cNvSpPr/>
              <p:nvPr/>
            </p:nvSpPr>
            <p:spPr>
              <a:xfrm flipH="1">
                <a:off x="7645400" y="4712442"/>
                <a:ext cx="3556000" cy="1421658"/>
              </a:xfrm>
              <a:prstGeom prst="roundRect">
                <a:avLst>
                  <a:gd name="adj" fmla="val 9982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buSzPct val="25000"/>
                </a:pPr>
                <a:endParaRPr lang="zh-CN" altLang="en-US" sz="2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Bullet4"/>
              <p:cNvSpPr txBox="1"/>
              <p:nvPr/>
            </p:nvSpPr>
            <p:spPr>
              <a:xfrm flipH="1">
                <a:off x="7734010" y="4582740"/>
                <a:ext cx="3338838" cy="473133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buClrTx/>
                  <a:buSzPct val="25000"/>
                  <a:buFontTx/>
                  <a:buNone/>
                </a:pPr>
                <a:r>
                  <a:rPr sz="1600" b="1">
                    <a:latin typeface="Cambria"/>
                    <a:ea typeface="Cambria"/>
                    <a:cs typeface="+mn-cs"/>
                  </a:rPr>
                  <a:t>Knowledge Augmentation</a:t>
                </a:r>
                <a:endParaRPr/>
              </a:p>
            </p:txBody>
          </p:sp>
          <p:sp>
            <p:nvSpPr>
              <p:cNvPr id="32" name="Text4"/>
              <p:cNvSpPr txBox="1"/>
              <p:nvPr/>
            </p:nvSpPr>
            <p:spPr>
              <a:xfrm flipH="1">
                <a:off x="7779929" y="4974881"/>
                <a:ext cx="3121890" cy="8151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marL="0" lvl="0" indent="0" defTabSz="913765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</a:defRPr>
                </a:pPr>
                <a:r>
                  <a:rPr sz="1200">
                    <a:latin typeface="Cambria"/>
                    <a:ea typeface="Cambria"/>
                    <a:cs typeface="+mn-cs"/>
                  </a:rPr>
                  <a:t>ChatService delegates the query to RagService. RagService calls EmbeddingService to retrieve </a:t>
                </a:r>
                <a:r>
                  <a:rPr sz="1200" b="1">
                    <a:latin typeface="Cambria"/>
                    <a:ea typeface="Cambria"/>
                    <a:cs typeface="+mn-cs"/>
                  </a:rPr>
                  <a:t>Top-K knowledge chunks</a:t>
                </a:r>
                <a:r>
                  <a:rPr sz="1200">
                    <a:latin typeface="Cambria"/>
                    <a:ea typeface="Cambria"/>
                    <a:cs typeface="+mn-cs"/>
                  </a:rPr>
                  <a:t> and dynamically constructs the RAG prompt using RagPrompt.</a:t>
                </a:r>
                <a:endParaRPr/>
              </a:p>
            </p:txBody>
          </p:sp>
          <p:sp>
            <p:nvSpPr>
              <p:cNvPr id="33" name="Number4"/>
              <p:cNvSpPr/>
              <p:nvPr/>
            </p:nvSpPr>
            <p:spPr>
              <a:xfrm>
                <a:off x="10889119" y="5113580"/>
                <a:ext cx="629781" cy="61938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wrap="none" lIns="108000" tIns="108000" rIns="108000" bIns="108000" rtlCol="0" anchor="ctr" anchorCtr="0">
                <a:normAutofit fontScale="92500" lnSpcReduction="20000"/>
              </a:bodyPr>
              <a:lstStyle/>
              <a:p>
                <a:pPr algn="ctr"/>
                <a:r>
                  <a:rPr kumimoji="1" lang="en-US" altLang="zh-CN" b="1" dirty="0">
                    <a:solidFill>
                      <a:srgbClr val="FFFFFF"/>
                    </a:solidFill>
                    <a:cs typeface="+mn-ea"/>
                  </a:rPr>
                  <a:t>4</a:t>
                </a:r>
                <a:endParaRPr kumimoji="1" lang="zh-CN" altLang="en-US"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grpSp>
          <p:nvGrpSpPr>
            <p:cNvPr id="34" name="组合 48"/>
            <p:cNvGrpSpPr/>
            <p:nvPr/>
          </p:nvGrpSpPr>
          <p:grpSpPr>
            <a:xfrm>
              <a:off x="660400" y="4640489"/>
              <a:ext cx="3873500" cy="1493611"/>
              <a:chOff x="660400" y="4640489"/>
              <a:chExt cx="3873500" cy="1493611"/>
            </a:xfrm>
          </p:grpSpPr>
          <p:sp>
            <p:nvSpPr>
              <p:cNvPr id="35" name="矩形: 圆角 70"/>
              <p:cNvSpPr/>
              <p:nvPr/>
            </p:nvSpPr>
            <p:spPr>
              <a:xfrm>
                <a:off x="977900" y="4712442"/>
                <a:ext cx="3556000" cy="1421658"/>
              </a:xfrm>
              <a:prstGeom prst="roundRect">
                <a:avLst>
                  <a:gd name="adj" fmla="val 9982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buSzPct val="25000"/>
                </a:pPr>
                <a:endParaRPr lang="zh-CN" altLang="en-US" sz="2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Bullet5"/>
              <p:cNvSpPr txBox="1"/>
              <p:nvPr/>
            </p:nvSpPr>
            <p:spPr>
              <a:xfrm flipH="1">
                <a:off x="1290181" y="4640489"/>
                <a:ext cx="3121890" cy="473133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buClrTx/>
                  <a:buSzPct val="25000"/>
                  <a:buFontTx/>
                  <a:buNone/>
                </a:pPr>
                <a:r>
                  <a:rPr sz="1600" b="1">
                    <a:latin typeface="Cambria"/>
                    <a:ea typeface="Cambria"/>
                    <a:cs typeface="+mn-cs"/>
                  </a:rPr>
                  <a:t>Asynchronous LLM Call</a:t>
                </a:r>
                <a:endParaRPr/>
              </a:p>
            </p:txBody>
          </p:sp>
          <p:sp>
            <p:nvSpPr>
              <p:cNvPr id="37" name="Text5"/>
              <p:cNvSpPr txBox="1"/>
              <p:nvPr/>
            </p:nvSpPr>
            <p:spPr>
              <a:xfrm flipH="1">
                <a:off x="1290181" y="5055844"/>
                <a:ext cx="3121890" cy="8151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marL="0" lvl="0" indent="0" defTabSz="913765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</a:defRPr>
                </a:pPr>
                <a:r>
                  <a:rPr sz="1200">
                    <a:latin typeface="Cambria"/>
                    <a:ea typeface="Cambria"/>
                    <a:cs typeface="+mn-cs"/>
                  </a:rPr>
                  <a:t>ChatService sends the final prompt to LLMClient. LLMClient executes a CompletableFuture-driven </a:t>
                </a:r>
                <a:r>
                  <a:rPr sz="1200" b="1">
                    <a:latin typeface="Cambria"/>
                    <a:ea typeface="Cambria"/>
                    <a:cs typeface="+mn-cs"/>
                  </a:rPr>
                  <a:t>asynchronous API call </a:t>
                </a:r>
                <a:endParaRPr/>
              </a:p>
            </p:txBody>
          </p:sp>
          <p:sp>
            <p:nvSpPr>
              <p:cNvPr id="38" name="Number5"/>
              <p:cNvSpPr/>
              <p:nvPr/>
            </p:nvSpPr>
            <p:spPr>
              <a:xfrm>
                <a:off x="660400" y="5113580"/>
                <a:ext cx="629781" cy="61938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wrap="none" lIns="108000" tIns="108000" rIns="108000" bIns="108000" rtlCol="0" anchor="ctr" anchorCtr="0">
                <a:normAutofit fontScale="92500" lnSpcReduction="20000"/>
              </a:bodyPr>
              <a:lstStyle/>
              <a:p>
                <a:pPr algn="ctr"/>
                <a:r>
                  <a:rPr kumimoji="1" lang="en-US" altLang="zh-CN" b="1" dirty="0">
                    <a:solidFill>
                      <a:srgbClr val="FFFFFF"/>
                    </a:solidFill>
                    <a:cs typeface="+mn-ea"/>
                  </a:rPr>
                  <a:t>5</a:t>
                </a:r>
                <a:endParaRPr kumimoji="1" lang="zh-CN" altLang="en-US"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grpSp>
          <p:nvGrpSpPr>
            <p:cNvPr id="39" name="组合 49"/>
            <p:cNvGrpSpPr/>
            <p:nvPr/>
          </p:nvGrpSpPr>
          <p:grpSpPr>
            <a:xfrm>
              <a:off x="660400" y="2838317"/>
              <a:ext cx="3501462" cy="1504713"/>
              <a:chOff x="660400" y="2838317"/>
              <a:chExt cx="3501462" cy="1504713"/>
            </a:xfrm>
          </p:grpSpPr>
          <p:sp>
            <p:nvSpPr>
              <p:cNvPr id="40" name="矩形: 圆角 58"/>
              <p:cNvSpPr/>
              <p:nvPr/>
            </p:nvSpPr>
            <p:spPr>
              <a:xfrm>
                <a:off x="977900" y="2921372"/>
                <a:ext cx="3183962" cy="1421658"/>
              </a:xfrm>
              <a:prstGeom prst="roundRect">
                <a:avLst>
                  <a:gd name="adj" fmla="val 9982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buSzPct val="25000"/>
                </a:pPr>
                <a:endParaRPr lang="zh-CN" altLang="en-US" sz="2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Bullet6"/>
              <p:cNvSpPr txBox="1"/>
              <p:nvPr/>
            </p:nvSpPr>
            <p:spPr>
              <a:xfrm flipH="1">
                <a:off x="1266239" y="2838317"/>
                <a:ext cx="2795270" cy="473133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buClrTx/>
                  <a:buSzPct val="25000"/>
                  <a:buFontTx/>
                  <a:buNone/>
                </a:pPr>
                <a:r>
                  <a:rPr sz="1600" b="1">
                    <a:latin typeface="Cambria"/>
                    <a:ea typeface="Cambria"/>
                    <a:cs typeface="+mn-cs"/>
                  </a:rPr>
                  <a:t>Result Presentation</a:t>
                </a:r>
                <a:endParaRPr/>
              </a:p>
            </p:txBody>
          </p:sp>
          <p:sp>
            <p:nvSpPr>
              <p:cNvPr id="42" name="Text6"/>
              <p:cNvSpPr txBox="1"/>
              <p:nvPr/>
            </p:nvSpPr>
            <p:spPr>
              <a:xfrm flipH="1">
                <a:off x="1266239" y="3224622"/>
                <a:ext cx="2795270" cy="8151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marL="0" lvl="0" indent="0" defTabSz="913765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</a:defRPr>
                </a:pPr>
                <a:r>
                  <a:rPr sz="1200">
                    <a:latin typeface="Cambria"/>
                    <a:ea typeface="Cambria"/>
                    <a:cs typeface="+mn-cs"/>
                  </a:rPr>
                  <a:t>Upon LLM response, ChatService </a:t>
                </a:r>
                <a:r>
                  <a:rPr sz="1200" b="1">
                    <a:latin typeface="Cambria"/>
                    <a:ea typeface="Cambria"/>
                    <a:cs typeface="+mn-cs"/>
                  </a:rPr>
                  <a:t>adds source citation information</a:t>
                </a:r>
                <a:r>
                  <a:rPr sz="1200">
                    <a:latin typeface="Cambria"/>
                    <a:ea typeface="Cambria"/>
                    <a:cs typeface="+mn-cs"/>
                  </a:rPr>
                  <a:t> and updates the UI via ManageService, achieving an </a:t>
                </a:r>
                <a:r>
                  <a:rPr sz="1200" b="1">
                    <a:latin typeface="Cambria"/>
                    <a:ea typeface="Cambria"/>
                    <a:cs typeface="+mn-cs"/>
                  </a:rPr>
                  <a:t>asynchronous non-blocking display </a:t>
                </a:r>
                <a:r>
                  <a:rPr sz="1200">
                    <a:latin typeface="Cambria"/>
                    <a:ea typeface="Cambria"/>
                    <a:cs typeface="+mn-cs"/>
                  </a:rPr>
                  <a:t>.</a:t>
                </a:r>
                <a:endParaRPr/>
              </a:p>
            </p:txBody>
          </p:sp>
          <p:sp>
            <p:nvSpPr>
              <p:cNvPr id="43" name="Number6"/>
              <p:cNvSpPr/>
              <p:nvPr/>
            </p:nvSpPr>
            <p:spPr>
              <a:xfrm>
                <a:off x="660400" y="3322510"/>
                <a:ext cx="629781" cy="61938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wrap="none" lIns="108000" tIns="108000" rIns="108000" bIns="108000" rtlCol="0" anchor="ctr" anchorCtr="0">
                <a:normAutofit fontScale="92500" lnSpcReduction="20000"/>
              </a:bodyPr>
              <a:lstStyle/>
              <a:p>
                <a:pPr algn="ctr"/>
                <a:r>
                  <a:rPr kumimoji="1" lang="en-US" altLang="zh-CN" b="1" dirty="0">
                    <a:solidFill>
                      <a:srgbClr val="FFFFFF"/>
                    </a:solidFill>
                    <a:cs typeface="+mn-ea"/>
                  </a:rPr>
                  <a:t>6</a:t>
                </a:r>
                <a:endParaRPr kumimoji="1" lang="zh-CN" altLang="en-US"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grpSp>
          <p:nvGrpSpPr>
            <p:cNvPr id="44" name="组合 55"/>
            <p:cNvGrpSpPr/>
            <p:nvPr/>
          </p:nvGrpSpPr>
          <p:grpSpPr>
            <a:xfrm>
              <a:off x="4299173" y="1773939"/>
              <a:ext cx="3524847" cy="3678228"/>
              <a:chOff x="4299173" y="1773939"/>
              <a:chExt cx="3524847" cy="3678228"/>
            </a:xfrm>
          </p:grpSpPr>
          <p:sp>
            <p:nvSpPr>
              <p:cNvPr id="45" name="任意多边形: 形状 11"/>
              <p:cNvSpPr/>
              <p:nvPr/>
            </p:nvSpPr>
            <p:spPr>
              <a:xfrm>
                <a:off x="4460911" y="1993074"/>
                <a:ext cx="3239878" cy="3239876"/>
              </a:xfrm>
              <a:custGeom>
                <a:avLst/>
                <a:gdLst>
                  <a:gd name="connsiteX0" fmla="*/ 3507105 w 3507104"/>
                  <a:gd name="connsiteY0" fmla="*/ 1753553 h 3507105"/>
                  <a:gd name="connsiteX1" fmla="*/ 1753553 w 3507104"/>
                  <a:gd name="connsiteY1" fmla="*/ 3507105 h 3507105"/>
                  <a:gd name="connsiteX2" fmla="*/ 0 w 3507104"/>
                  <a:gd name="connsiteY2" fmla="*/ 1753553 h 3507105"/>
                  <a:gd name="connsiteX3" fmla="*/ 1753553 w 3507104"/>
                  <a:gd name="connsiteY3" fmla="*/ 0 h 3507105"/>
                  <a:gd name="connsiteX4" fmla="*/ 3507105 w 3507104"/>
                  <a:gd name="connsiteY4" fmla="*/ 1753553 h 3507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07104" h="3507105">
                    <a:moveTo>
                      <a:pt x="3507105" y="1753553"/>
                    </a:moveTo>
                    <a:cubicBezTo>
                      <a:pt x="3507105" y="2722013"/>
                      <a:pt x="2722013" y="3507105"/>
                      <a:pt x="1753553" y="3507105"/>
                    </a:cubicBezTo>
                    <a:cubicBezTo>
                      <a:pt x="785092" y="3507105"/>
                      <a:pt x="0" y="2722013"/>
                      <a:pt x="0" y="1753553"/>
                    </a:cubicBezTo>
                    <a:cubicBezTo>
                      <a:pt x="0" y="785092"/>
                      <a:pt x="785092" y="0"/>
                      <a:pt x="1753553" y="0"/>
                    </a:cubicBezTo>
                    <a:cubicBezTo>
                      <a:pt x="2722013" y="0"/>
                      <a:pt x="3507105" y="785092"/>
                      <a:pt x="3507105" y="1753553"/>
                    </a:cubicBez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algn="ctr"/>
                <a:endParaRPr kumimoji="1" lang="zh-CN" altLang="en-US" b="1" dirty="0">
                  <a:solidFill>
                    <a:srgbClr val="FFFFFF"/>
                  </a:solidFill>
                  <a:ea typeface="+mj-ea"/>
                  <a:cs typeface="+mn-ea"/>
                  <a:sym typeface="+mn-lt"/>
                </a:endParaRPr>
              </a:p>
            </p:txBody>
          </p:sp>
          <p:sp>
            <p:nvSpPr>
              <p:cNvPr id="46" name="Title"/>
              <p:cNvSpPr>
                <a:spLocks noChangeAspect="1"/>
              </p:cNvSpPr>
              <p:nvPr/>
            </p:nvSpPr>
            <p:spPr>
              <a:xfrm>
                <a:off x="4679908" y="2267613"/>
                <a:ext cx="2819484" cy="272917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buSzPct val="25000"/>
                </a:pPr>
                <a:r>
                  <a:rPr lang="en-US" sz="2000" b="0">
                    <a:solidFill>
                      <a:schemeClr val="tx1">
                        <a:alpha val="100000"/>
                      </a:schemeClr>
                    </a:solidFill>
                  </a:rPr>
                  <a:t>C</a:t>
                </a:r>
                <a:r>
                  <a:rPr lang="zh-CN" sz="2000" b="0">
                    <a:solidFill>
                      <a:schemeClr val="tx1">
                        <a:alpha val="100000"/>
                      </a:schemeClr>
                    </a:solidFill>
                  </a:rPr>
                  <a:t>oordinated by the central</a:t>
                </a:r>
                <a:endParaRPr/>
              </a:p>
              <a:p>
                <a:pPr algn="ctr">
                  <a:buSzPct val="25000"/>
                </a:pPr>
                <a:r>
                  <a:rPr lang="zh-CN" sz="2400" b="1">
                    <a:solidFill>
                      <a:schemeClr val="tx1">
                        <a:alpha val="100000"/>
                      </a:schemeClr>
                    </a:solidFill>
                  </a:rPr>
                  <a:t>ChatService</a:t>
                </a:r>
                <a:endParaRPr/>
              </a:p>
            </p:txBody>
          </p:sp>
          <p:grpSp>
            <p:nvGrpSpPr>
              <p:cNvPr id="47" name="组合 43"/>
              <p:cNvGrpSpPr/>
              <p:nvPr/>
            </p:nvGrpSpPr>
            <p:grpSpPr>
              <a:xfrm flipH="1">
                <a:off x="4299173" y="1773939"/>
                <a:ext cx="3524847" cy="3678228"/>
                <a:chOff x="4350047" y="1773939"/>
                <a:chExt cx="3524847" cy="3678228"/>
              </a:xfrm>
            </p:grpSpPr>
            <p:sp>
              <p:nvSpPr>
                <p:cNvPr id="48" name="Shape1"/>
                <p:cNvSpPr/>
                <p:nvPr/>
              </p:nvSpPr>
              <p:spPr>
                <a:xfrm rot="6573258" flipH="1" flipV="1">
                  <a:off x="3935890" y="2574487"/>
                  <a:ext cx="2011724" cy="1183410"/>
                </a:xfrm>
                <a:prstGeom prst="arc">
                  <a:avLst>
                    <a:gd name="adj1" fmla="val 12858654"/>
                    <a:gd name="adj2" fmla="val 19780532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  <a:headEnd type="stealth" w="lg" len="lg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9" name="Shape2"/>
                <p:cNvSpPr/>
                <p:nvPr/>
              </p:nvSpPr>
              <p:spPr>
                <a:xfrm rot="2763370" flipH="1" flipV="1">
                  <a:off x="4162663" y="3854600"/>
                  <a:ext cx="2011724" cy="1183410"/>
                </a:xfrm>
                <a:prstGeom prst="arc">
                  <a:avLst>
                    <a:gd name="adj1" fmla="val 12858654"/>
                    <a:gd name="adj2" fmla="val 19780532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  <a:headEnd type="stealth" w="lg" len="lg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0" name="Shape3"/>
                <p:cNvSpPr/>
                <p:nvPr/>
              </p:nvSpPr>
              <p:spPr>
                <a:xfrm rot="20812669" flipH="1" flipV="1">
                  <a:off x="5374366" y="4220113"/>
                  <a:ext cx="2011724" cy="1183410"/>
                </a:xfrm>
                <a:prstGeom prst="arc">
                  <a:avLst>
                    <a:gd name="adj1" fmla="val 12858654"/>
                    <a:gd name="adj2" fmla="val 19780532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  <a:headEnd type="stealth" w="lg" len="lg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Shape4"/>
                <p:cNvSpPr/>
                <p:nvPr/>
              </p:nvSpPr>
              <p:spPr>
                <a:xfrm rot="17002781" flipH="1" flipV="1">
                  <a:off x="6277327" y="3329507"/>
                  <a:ext cx="2011724" cy="1183410"/>
                </a:xfrm>
                <a:prstGeom prst="arc">
                  <a:avLst>
                    <a:gd name="adj1" fmla="val 12858654"/>
                    <a:gd name="adj2" fmla="val 19780532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  <a:headEnd type="stealth" w="lg" len="lg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2" name="Shape5"/>
                <p:cNvSpPr/>
                <p:nvPr/>
              </p:nvSpPr>
              <p:spPr>
                <a:xfrm rot="13675493" flipH="1" flipV="1">
                  <a:off x="5968413" y="2188096"/>
                  <a:ext cx="2011724" cy="1183410"/>
                </a:xfrm>
                <a:prstGeom prst="arc">
                  <a:avLst>
                    <a:gd name="adj1" fmla="val 12858654"/>
                    <a:gd name="adj2" fmla="val 19780532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  <a:headEnd type="stealth" w="lg" len="lg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3" name="Shape6"/>
                <p:cNvSpPr/>
                <p:nvPr/>
              </p:nvSpPr>
              <p:spPr>
                <a:xfrm rot="10069083" flipH="1" flipV="1">
                  <a:off x="4814557" y="1820499"/>
                  <a:ext cx="2011724" cy="1183410"/>
                </a:xfrm>
                <a:prstGeom prst="arc">
                  <a:avLst>
                    <a:gd name="adj1" fmla="val 12858654"/>
                    <a:gd name="adj2" fmla="val 19958017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  <a:headEnd type="stealth" w="lg" len="lg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54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General Workflow for Rag</a:t>
            </a:r>
            <a:endParaRPr lang="en-US"/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28" y="6134100"/>
            <a:ext cx="12192000" cy="22710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587c768b-b947-4893-b78f-306b777fe455.source.6.zh-Hans.pptx"/>
          <p:cNvGrpSpPr/>
          <p:nvPr/>
        </p:nvGrpSpPr>
        <p:grpSpPr>
          <a:xfrm>
            <a:off x="660400" y="1028696"/>
            <a:ext cx="10858500" cy="5105404"/>
            <a:chOff x="660400" y="1028696"/>
            <a:chExt cx="10858500" cy="5105404"/>
          </a:xfrm>
        </p:grpSpPr>
        <p:grpSp>
          <p:nvGrpSpPr>
            <p:cNvPr id="58" name="组合 44"/>
            <p:cNvGrpSpPr/>
            <p:nvPr/>
          </p:nvGrpSpPr>
          <p:grpSpPr>
            <a:xfrm>
              <a:off x="660400" y="1028698"/>
              <a:ext cx="3873500" cy="1523260"/>
              <a:chOff x="660400" y="1028698"/>
              <a:chExt cx="3873500" cy="1523260"/>
            </a:xfrm>
          </p:grpSpPr>
          <p:sp>
            <p:nvSpPr>
              <p:cNvPr id="59" name="矩形: 圆角 52"/>
              <p:cNvSpPr/>
              <p:nvPr/>
            </p:nvSpPr>
            <p:spPr>
              <a:xfrm>
                <a:off x="977900" y="1130300"/>
                <a:ext cx="3556000" cy="1421658"/>
              </a:xfrm>
              <a:prstGeom prst="roundRect">
                <a:avLst>
                  <a:gd name="adj" fmla="val 9982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buSzPct val="25000"/>
                </a:pPr>
                <a:endParaRPr lang="zh-CN" altLang="en-US" sz="2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Bullet1"/>
              <p:cNvSpPr txBox="1"/>
              <p:nvPr/>
            </p:nvSpPr>
            <p:spPr>
              <a:xfrm>
                <a:off x="1254161" y="1028698"/>
                <a:ext cx="3206750" cy="473133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buClrTx/>
                  <a:buSzPct val="25000"/>
                  <a:buFontTx/>
                  <a:buNone/>
                </a:pPr>
                <a:r>
                  <a:rPr sz="1400" b="1">
                    <a:latin typeface="Cambria"/>
                    <a:ea typeface="Cambria"/>
                    <a:cs typeface="+mn-cs"/>
                  </a:rPr>
                  <a:t>Trigger and Instruction</a:t>
                </a:r>
                <a:endParaRPr/>
              </a:p>
            </p:txBody>
          </p:sp>
          <p:sp>
            <p:nvSpPr>
              <p:cNvPr id="61" name="Text1"/>
              <p:cNvSpPr txBox="1"/>
              <p:nvPr/>
            </p:nvSpPr>
            <p:spPr>
              <a:xfrm>
                <a:off x="1287204" y="1501831"/>
                <a:ext cx="3121890" cy="91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marL="0" lvl="0" indent="0" defTabSz="913765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</a:defRPr>
                </a:pPr>
                <a:r>
                  <a:rPr sz="1200">
                    <a:latin typeface="Cambria"/>
                    <a:ea typeface="Cambria"/>
                    <a:cs typeface="+mn-cs"/>
                  </a:rPr>
                  <a:t>User initiates the code modification process </a:t>
                </a:r>
                <a:r>
                  <a:rPr sz="1200" b="1">
                    <a:latin typeface="Cambria"/>
                    <a:ea typeface="Cambria"/>
                    <a:cs typeface="+mn-cs"/>
                  </a:rPr>
                  <a:t>via an Action</a:t>
                </a:r>
                <a:r>
                  <a:rPr sz="1200">
                    <a:latin typeface="Cambria"/>
                    <a:ea typeface="Cambria"/>
                    <a:cs typeface="+mn-cs"/>
                  </a:rPr>
                  <a:t>, </a:t>
                </a:r>
                <a:r>
                  <a:rPr sz="1200" b="1">
                    <a:latin typeface="Cambria"/>
                    <a:ea typeface="Cambria"/>
                    <a:cs typeface="+mn-cs"/>
                  </a:rPr>
                  <a:t>inputting instructions</a:t>
                </a:r>
                <a:r>
                  <a:rPr sz="1200">
                    <a:latin typeface="Cambria"/>
                    <a:ea typeface="Cambria"/>
                    <a:cs typeface="+mn-cs"/>
                  </a:rPr>
                  <a:t>. ManageService routes the request.</a:t>
                </a:r>
                <a:endParaRPr/>
              </a:p>
            </p:txBody>
          </p:sp>
          <p:sp>
            <p:nvSpPr>
              <p:cNvPr id="62" name="Number1"/>
              <p:cNvSpPr/>
              <p:nvPr/>
            </p:nvSpPr>
            <p:spPr>
              <a:xfrm flipH="1">
                <a:off x="660400" y="1531438"/>
                <a:ext cx="629781" cy="61938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wrap="none" lIns="108000" tIns="108000" rIns="108000" bIns="108000" rtlCol="0" anchor="ctr" anchorCtr="0">
                <a:normAutofit fontScale="92500" lnSpcReduction="20000"/>
              </a:bodyPr>
              <a:lstStyle/>
              <a:p>
                <a:pPr algn="ctr"/>
                <a:r>
                  <a:rPr kumimoji="1" lang="en-US" altLang="zh-CN" b="1" dirty="0">
                    <a:solidFill>
                      <a:srgbClr val="FFFFFF"/>
                    </a:solidFill>
                    <a:cs typeface="+mn-ea"/>
                  </a:rPr>
                  <a:t>1</a:t>
                </a:r>
                <a:endParaRPr kumimoji="1" lang="zh-CN" altLang="en-US"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grpSp>
          <p:nvGrpSpPr>
            <p:cNvPr id="63" name="组合 45"/>
            <p:cNvGrpSpPr/>
            <p:nvPr/>
          </p:nvGrpSpPr>
          <p:grpSpPr>
            <a:xfrm>
              <a:off x="7645400" y="1028696"/>
              <a:ext cx="3873500" cy="1523262"/>
              <a:chOff x="7645400" y="1028696"/>
              <a:chExt cx="3873500" cy="1523262"/>
            </a:xfrm>
          </p:grpSpPr>
          <p:sp>
            <p:nvSpPr>
              <p:cNvPr id="64" name="矩形: 圆角 123"/>
              <p:cNvSpPr/>
              <p:nvPr/>
            </p:nvSpPr>
            <p:spPr>
              <a:xfrm flipH="1">
                <a:off x="7645400" y="1130300"/>
                <a:ext cx="3556000" cy="1421658"/>
              </a:xfrm>
              <a:prstGeom prst="roundRect">
                <a:avLst>
                  <a:gd name="adj" fmla="val 9982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buSzPct val="25000"/>
                </a:pPr>
                <a:endParaRPr lang="zh-CN" altLang="en-US" sz="2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Number2"/>
              <p:cNvSpPr/>
              <p:nvPr/>
            </p:nvSpPr>
            <p:spPr>
              <a:xfrm flipH="1">
                <a:off x="10889119" y="1531438"/>
                <a:ext cx="629781" cy="61938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wrap="none" lIns="108000" tIns="108000" rIns="108000" bIns="108000" rtlCol="0" anchor="ctr" anchorCtr="0">
                <a:normAutofit fontScale="92500" lnSpcReduction="20000"/>
              </a:bodyPr>
              <a:lstStyle/>
              <a:p>
                <a:pPr algn="ctr"/>
                <a:r>
                  <a:rPr kumimoji="1" lang="en-US" altLang="zh-CN" b="1" dirty="0">
                    <a:solidFill>
                      <a:srgbClr val="FFFFFF"/>
                    </a:solidFill>
                    <a:cs typeface="+mn-ea"/>
                  </a:rPr>
                  <a:t>2</a:t>
                </a:r>
                <a:endParaRPr kumimoji="1" lang="zh-CN" altLang="en-US" b="1" dirty="0">
                  <a:solidFill>
                    <a:srgbClr val="FFFFFF"/>
                  </a:solidFill>
                  <a:cs typeface="+mn-ea"/>
                </a:endParaRPr>
              </a:p>
            </p:txBody>
          </p:sp>
          <p:sp>
            <p:nvSpPr>
              <p:cNvPr id="66" name="Bullet2"/>
              <p:cNvSpPr txBox="1"/>
              <p:nvPr/>
            </p:nvSpPr>
            <p:spPr>
              <a:xfrm>
                <a:off x="7730260" y="1028696"/>
                <a:ext cx="3121890" cy="473133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buClrTx/>
                  <a:buSzPct val="25000"/>
                  <a:buFontTx/>
                  <a:buNone/>
                </a:pPr>
                <a:r>
                  <a:rPr sz="1600" b="1">
                    <a:latin typeface="Cambria"/>
                    <a:ea typeface="Cambria"/>
                    <a:cs typeface="+mn-cs"/>
                  </a:rPr>
                  <a:t>Structured</a:t>
                </a:r>
                <a:r>
                  <a:rPr sz="1600" b="1">
                    <a:latin typeface="宋体"/>
                    <a:ea typeface="宋体"/>
                    <a:cs typeface="+mn-cs"/>
                  </a:rPr>
                  <a:t> </a:t>
                </a:r>
                <a:r>
                  <a:rPr sz="1600" b="1">
                    <a:latin typeface="Cambria"/>
                    <a:ea typeface="Cambria"/>
                    <a:cs typeface="+mn-cs"/>
                  </a:rPr>
                  <a:t>Evaluation</a:t>
                </a:r>
                <a:endParaRPr/>
              </a:p>
            </p:txBody>
          </p:sp>
          <p:sp>
            <p:nvSpPr>
              <p:cNvPr id="67" name="Text2"/>
              <p:cNvSpPr txBox="1"/>
              <p:nvPr/>
            </p:nvSpPr>
            <p:spPr>
              <a:xfrm>
                <a:off x="7700789" y="1501831"/>
                <a:ext cx="3121890" cy="8151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lvl="0" indent="0" defTabSz="913765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</a:defRPr>
                </a:pPr>
                <a:r>
                  <a:rPr sz="1200">
                    <a:latin typeface="宋体"/>
                    <a:ea typeface="宋体"/>
                    <a:cs typeface="+mn-cs"/>
                  </a:rPr>
                  <a:t>Chat</a:t>
                </a:r>
                <a:r>
                  <a:rPr sz="1200">
                    <a:latin typeface="Cambria"/>
                    <a:ea typeface="Cambria"/>
                    <a:cs typeface="+mn-cs"/>
                  </a:rPr>
                  <a:t>Service calls PsiHandler to extract the </a:t>
                </a:r>
                <a:r>
                  <a:rPr sz="1200" b="1">
                    <a:latin typeface="Cambria"/>
                    <a:ea typeface="Cambria"/>
                    <a:cs typeface="+mn-cs"/>
                  </a:rPr>
                  <a:t>complete structured context</a:t>
                </a:r>
                <a:r>
                  <a:rPr sz="1200">
                    <a:latin typeface="Cambria"/>
                    <a:ea typeface="Cambria"/>
                    <a:cs typeface="+mn-cs"/>
                  </a:rPr>
                  <a:t> of the current code (class, method, path, etc.).</a:t>
                </a:r>
                <a:endParaRPr/>
              </a:p>
            </p:txBody>
          </p:sp>
        </p:grpSp>
        <p:grpSp>
          <p:nvGrpSpPr>
            <p:cNvPr id="68" name="组合 46"/>
            <p:cNvGrpSpPr/>
            <p:nvPr/>
          </p:nvGrpSpPr>
          <p:grpSpPr>
            <a:xfrm>
              <a:off x="7939977" y="2849391"/>
              <a:ext cx="3578923" cy="1493639"/>
              <a:chOff x="7939977" y="2849391"/>
              <a:chExt cx="3578923" cy="1493639"/>
            </a:xfrm>
          </p:grpSpPr>
          <p:sp>
            <p:nvSpPr>
              <p:cNvPr id="69" name="矩形: 圆角 118"/>
              <p:cNvSpPr/>
              <p:nvPr/>
            </p:nvSpPr>
            <p:spPr>
              <a:xfrm flipH="1">
                <a:off x="8017438" y="2921372"/>
                <a:ext cx="3183962" cy="1421658"/>
              </a:xfrm>
              <a:prstGeom prst="roundRect">
                <a:avLst>
                  <a:gd name="adj" fmla="val 9982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buSzPct val="25000"/>
                </a:pPr>
                <a:endParaRPr lang="zh-CN" altLang="en-US" sz="2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Number3"/>
              <p:cNvSpPr/>
              <p:nvPr/>
            </p:nvSpPr>
            <p:spPr>
              <a:xfrm flipH="1">
                <a:off x="10889119" y="3322510"/>
                <a:ext cx="629781" cy="61938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wrap="none" lIns="108000" tIns="108000" rIns="108000" bIns="108000" rtlCol="0" anchor="ctr" anchorCtr="0">
                <a:normAutofit fontScale="92500" lnSpcReduction="20000"/>
              </a:bodyPr>
              <a:lstStyle/>
              <a:p>
                <a:pPr algn="ctr"/>
                <a:r>
                  <a:rPr kumimoji="1" lang="en-US" altLang="zh-CN" b="1" dirty="0">
                    <a:solidFill>
                      <a:srgbClr val="FFFFFF"/>
                    </a:solidFill>
                    <a:cs typeface="+mn-ea"/>
                  </a:rPr>
                  <a:t>3</a:t>
                </a:r>
                <a:endParaRPr kumimoji="1" lang="zh-CN" altLang="en-US" b="1" dirty="0">
                  <a:solidFill>
                    <a:srgbClr val="FFFFFF"/>
                  </a:solidFill>
                  <a:cs typeface="+mn-ea"/>
                </a:endParaRPr>
              </a:p>
            </p:txBody>
          </p:sp>
          <p:sp>
            <p:nvSpPr>
              <p:cNvPr id="71" name="Bullet3"/>
              <p:cNvSpPr txBox="1"/>
              <p:nvPr/>
            </p:nvSpPr>
            <p:spPr>
              <a:xfrm>
                <a:off x="7939977" y="2849391"/>
                <a:ext cx="3338829" cy="473133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buClrTx/>
                  <a:buSzPct val="25000"/>
                  <a:buFontTx/>
                  <a:buNone/>
                </a:pPr>
                <a:r>
                  <a:rPr sz="1400" b="1">
                    <a:latin typeface="Cambria"/>
                    <a:ea typeface="Cambria"/>
                    <a:cs typeface="+mn-cs"/>
                  </a:rPr>
                  <a:t>Context Evaluation&amp;Compression</a:t>
                </a:r>
                <a:endParaRPr/>
              </a:p>
            </p:txBody>
          </p:sp>
          <p:sp>
            <p:nvSpPr>
              <p:cNvPr id="72" name="Text3"/>
              <p:cNvSpPr txBox="1"/>
              <p:nvPr/>
            </p:nvSpPr>
            <p:spPr>
              <a:xfrm>
                <a:off x="8056880" y="3322524"/>
                <a:ext cx="2795270" cy="9411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lvl="0" indent="0" defTabSz="913765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</a:defRPr>
                </a:pPr>
                <a:r>
                  <a:rPr sz="1200" b="1">
                    <a:latin typeface="Cambria"/>
                    <a:ea typeface="Cambria"/>
                    <a:cs typeface="+mn-cs"/>
                  </a:rPr>
                  <a:t>(Same as Rag)</a:t>
                </a:r>
                <a:r>
                  <a:rPr sz="1200">
                    <a:latin typeface="Cambria"/>
                    <a:ea typeface="Cambria"/>
                    <a:cs typeface="+mn-cs"/>
                  </a:rPr>
                  <a:t>ChatService evaluates and compresses dialogue history.</a:t>
                </a:r>
                <a:endParaRPr/>
              </a:p>
            </p:txBody>
          </p:sp>
        </p:grpSp>
        <p:grpSp>
          <p:nvGrpSpPr>
            <p:cNvPr id="73" name="组合 47"/>
            <p:cNvGrpSpPr/>
            <p:nvPr/>
          </p:nvGrpSpPr>
          <p:grpSpPr>
            <a:xfrm>
              <a:off x="7645400" y="4575256"/>
              <a:ext cx="3873500" cy="1558844"/>
              <a:chOff x="7645400" y="4575256"/>
              <a:chExt cx="3873500" cy="1558844"/>
            </a:xfrm>
          </p:grpSpPr>
          <p:sp>
            <p:nvSpPr>
              <p:cNvPr id="74" name="矩形: 圆角 108"/>
              <p:cNvSpPr/>
              <p:nvPr/>
            </p:nvSpPr>
            <p:spPr>
              <a:xfrm flipH="1">
                <a:off x="7645400" y="4712442"/>
                <a:ext cx="3556000" cy="1421658"/>
              </a:xfrm>
              <a:prstGeom prst="roundRect">
                <a:avLst>
                  <a:gd name="adj" fmla="val 9982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buSzPct val="25000"/>
                </a:pPr>
                <a:endParaRPr lang="zh-CN" altLang="en-US" sz="2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Bullet4"/>
              <p:cNvSpPr txBox="1"/>
              <p:nvPr/>
            </p:nvSpPr>
            <p:spPr>
              <a:xfrm flipH="1">
                <a:off x="7700789" y="4575256"/>
                <a:ext cx="3338838" cy="473133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buClrTx/>
                  <a:buSzPct val="25000"/>
                  <a:buFontTx/>
                  <a:buNone/>
                </a:pPr>
                <a:r>
                  <a:rPr sz="1600" b="1">
                    <a:latin typeface="Cambria"/>
                    <a:ea typeface="Cambria"/>
                    <a:cs typeface="+mn-cs"/>
                  </a:rPr>
                  <a:t>LLM Request&amp;Parsing</a:t>
                </a:r>
                <a:endParaRPr/>
              </a:p>
            </p:txBody>
          </p:sp>
          <p:sp>
            <p:nvSpPr>
              <p:cNvPr id="76" name="Text4"/>
              <p:cNvSpPr txBox="1"/>
              <p:nvPr/>
            </p:nvSpPr>
            <p:spPr>
              <a:xfrm flipH="1">
                <a:off x="7700789" y="4947412"/>
                <a:ext cx="3338837" cy="1099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marL="0" lvl="0" indent="0" defTabSz="913765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</a:defRPr>
                </a:pPr>
                <a:r>
                  <a:rPr sz="1200">
                    <a:latin typeface="Cambria"/>
                    <a:ea typeface="Cambria"/>
                    <a:cs typeface="+mn-cs"/>
                  </a:rPr>
                  <a:t>EditService embeds the instruction, dialogue context, and code context into</a:t>
                </a:r>
                <a:r>
                  <a:rPr sz="1200" b="1">
                    <a:latin typeface="Cambria"/>
                    <a:ea typeface="Cambria"/>
                    <a:cs typeface="+mn-cs"/>
                  </a:rPr>
                  <a:t> EditPrompt</a:t>
                </a:r>
                <a:r>
                  <a:rPr sz="1200">
                    <a:latin typeface="Cambria"/>
                    <a:ea typeface="Cambria"/>
                    <a:cs typeface="+mn-cs"/>
                  </a:rPr>
                  <a:t>,  and sends it to LLM</a:t>
                </a:r>
                <a:r>
                  <a:rPr lang="zh-CN" sz="1200">
                    <a:latin typeface="Cambria"/>
                    <a:ea typeface="Cambria"/>
                    <a:cs typeface="+mn-cs"/>
                  </a:rPr>
                  <a:t>，</a:t>
                </a:r>
                <a:r>
                  <a:rPr lang="en-US" sz="1200">
                    <a:latin typeface="Cambria"/>
                    <a:ea typeface="Cambria"/>
                    <a:cs typeface="+mn-cs"/>
                  </a:rPr>
                  <a:t>then it </a:t>
                </a:r>
                <a:r>
                  <a:rPr sz="1200">
                    <a:latin typeface="Cambria"/>
                    <a:ea typeface="Cambria"/>
                    <a:cs typeface="+mn-cs"/>
                  </a:rPr>
                  <a:t>returns a </a:t>
                </a:r>
                <a:r>
                  <a:rPr sz="1200" b="1">
                    <a:latin typeface="Cambria"/>
                    <a:ea typeface="Cambria"/>
                    <a:cs typeface="+mn-cs"/>
                  </a:rPr>
                  <a:t>JSON response</a:t>
                </a:r>
                <a:r>
                  <a:rPr sz="1200">
                    <a:latin typeface="Cambria"/>
                    <a:ea typeface="Cambria"/>
                    <a:cs typeface="+mn-cs"/>
                  </a:rPr>
                  <a:t> containing an </a:t>
                </a:r>
                <a:r>
                  <a:rPr sz="1200" b="1">
                    <a:latin typeface="Cambria"/>
                    <a:ea typeface="Cambria"/>
                    <a:cs typeface="+mn-cs"/>
                  </a:rPr>
                  <a:t>atomic operation list</a:t>
                </a:r>
                <a:endParaRPr/>
              </a:p>
            </p:txBody>
          </p:sp>
          <p:sp>
            <p:nvSpPr>
              <p:cNvPr id="77" name="Number4"/>
              <p:cNvSpPr/>
              <p:nvPr/>
            </p:nvSpPr>
            <p:spPr>
              <a:xfrm>
                <a:off x="10889119" y="5113580"/>
                <a:ext cx="629781" cy="61938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wrap="none" lIns="108000" tIns="108000" rIns="108000" bIns="108000" rtlCol="0" anchor="ctr" anchorCtr="0">
                <a:normAutofit fontScale="92500" lnSpcReduction="20000"/>
              </a:bodyPr>
              <a:lstStyle/>
              <a:p>
                <a:pPr algn="ctr"/>
                <a:r>
                  <a:rPr kumimoji="1" lang="en-US" altLang="zh-CN" b="1" dirty="0">
                    <a:solidFill>
                      <a:srgbClr val="FFFFFF"/>
                    </a:solidFill>
                    <a:cs typeface="+mn-ea"/>
                  </a:rPr>
                  <a:t>4</a:t>
                </a:r>
                <a:endParaRPr kumimoji="1" lang="zh-CN" altLang="en-US"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grpSp>
          <p:nvGrpSpPr>
            <p:cNvPr id="78" name="组合 48"/>
            <p:cNvGrpSpPr/>
            <p:nvPr/>
          </p:nvGrpSpPr>
          <p:grpSpPr>
            <a:xfrm>
              <a:off x="660400" y="4640461"/>
              <a:ext cx="3873500" cy="1493639"/>
              <a:chOff x="660400" y="4640461"/>
              <a:chExt cx="3873500" cy="1493639"/>
            </a:xfrm>
          </p:grpSpPr>
          <p:sp>
            <p:nvSpPr>
              <p:cNvPr id="79" name="矩形: 圆角 70"/>
              <p:cNvSpPr/>
              <p:nvPr/>
            </p:nvSpPr>
            <p:spPr>
              <a:xfrm>
                <a:off x="977900" y="4712442"/>
                <a:ext cx="3556000" cy="1421658"/>
              </a:xfrm>
              <a:prstGeom prst="roundRect">
                <a:avLst>
                  <a:gd name="adj" fmla="val 9982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buSzPct val="25000"/>
                </a:pPr>
                <a:endParaRPr lang="zh-CN" altLang="en-US" sz="2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Bullet5"/>
              <p:cNvSpPr txBox="1"/>
              <p:nvPr/>
            </p:nvSpPr>
            <p:spPr>
              <a:xfrm flipH="1">
                <a:off x="1254161" y="4640461"/>
                <a:ext cx="3121890" cy="473133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buClrTx/>
                  <a:buSzPct val="25000"/>
                  <a:buFontTx/>
                  <a:buNone/>
                </a:pPr>
                <a:r>
                  <a:rPr sz="1600" b="1">
                    <a:latin typeface="Cambria"/>
                    <a:ea typeface="Cambria"/>
                    <a:cs typeface="+mn-cs"/>
                  </a:rPr>
                  <a:t>Mandatory Review Mechanism</a:t>
                </a:r>
                <a:endParaRPr/>
              </a:p>
            </p:txBody>
          </p:sp>
          <p:sp>
            <p:nvSpPr>
              <p:cNvPr id="81" name="Text5"/>
              <p:cNvSpPr txBox="1"/>
              <p:nvPr/>
            </p:nvSpPr>
            <p:spPr>
              <a:xfrm flipH="1">
                <a:off x="1287204" y="5055872"/>
                <a:ext cx="3121890" cy="8151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marL="0" lvl="0" indent="0" defTabSz="913765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</a:defRPr>
                </a:pPr>
                <a:r>
                  <a:rPr sz="1200">
                    <a:latin typeface="Cambria"/>
                    <a:ea typeface="Cambria"/>
                    <a:cs typeface="+mn-cs"/>
                  </a:rPr>
                  <a:t>EditService sends the operation list to DiffManager. DiffManager calls the </a:t>
                </a:r>
                <a:r>
                  <a:rPr sz="1200" b="1">
                    <a:latin typeface="Cambria"/>
                    <a:ea typeface="Cambria"/>
                    <a:cs typeface="+mn-cs"/>
                  </a:rPr>
                  <a:t>IntelliJ IDEA Built-in Diff Viewer</a:t>
                </a:r>
                <a:r>
                  <a:rPr sz="1200">
                    <a:latin typeface="Cambria"/>
                    <a:ea typeface="Cambria"/>
                    <a:cs typeface="+mn-cs"/>
                  </a:rPr>
                  <a:t>, </a:t>
                </a:r>
                <a:r>
                  <a:rPr sz="1200" b="1">
                    <a:latin typeface="Cambria"/>
                    <a:ea typeface="Cambria"/>
                    <a:cs typeface="+mn-cs"/>
                  </a:rPr>
                  <a:t>mandating user review and approval</a:t>
                </a:r>
                <a:endParaRPr/>
              </a:p>
            </p:txBody>
          </p:sp>
          <p:sp>
            <p:nvSpPr>
              <p:cNvPr id="82" name="Number5"/>
              <p:cNvSpPr/>
              <p:nvPr/>
            </p:nvSpPr>
            <p:spPr>
              <a:xfrm>
                <a:off x="660400" y="5113580"/>
                <a:ext cx="629781" cy="61938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wrap="none" lIns="108000" tIns="108000" rIns="108000" bIns="108000" rtlCol="0" anchor="ctr" anchorCtr="0">
                <a:normAutofit fontScale="92500" lnSpcReduction="20000"/>
              </a:bodyPr>
              <a:lstStyle/>
              <a:p>
                <a:pPr algn="ctr"/>
                <a:r>
                  <a:rPr kumimoji="1" lang="en-US" altLang="zh-CN" b="1" dirty="0">
                    <a:solidFill>
                      <a:srgbClr val="FFFFFF"/>
                    </a:solidFill>
                    <a:cs typeface="+mn-ea"/>
                  </a:rPr>
                  <a:t>5</a:t>
                </a:r>
                <a:endParaRPr kumimoji="1" lang="zh-CN" altLang="en-US"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grpSp>
          <p:nvGrpSpPr>
            <p:cNvPr id="83" name="组合 49"/>
            <p:cNvGrpSpPr/>
            <p:nvPr/>
          </p:nvGrpSpPr>
          <p:grpSpPr>
            <a:xfrm>
              <a:off x="660400" y="2849347"/>
              <a:ext cx="3501462" cy="1493683"/>
              <a:chOff x="660400" y="2849347"/>
              <a:chExt cx="3501462" cy="1493683"/>
            </a:xfrm>
          </p:grpSpPr>
          <p:sp>
            <p:nvSpPr>
              <p:cNvPr id="84" name="矩形: 圆角 58"/>
              <p:cNvSpPr/>
              <p:nvPr/>
            </p:nvSpPr>
            <p:spPr>
              <a:xfrm>
                <a:off x="977900" y="2921372"/>
                <a:ext cx="3183962" cy="1421658"/>
              </a:xfrm>
              <a:prstGeom prst="roundRect">
                <a:avLst>
                  <a:gd name="adj" fmla="val 9982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buSzPct val="25000"/>
                </a:pPr>
                <a:endParaRPr lang="zh-CN" altLang="en-US" sz="2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Bullet6"/>
              <p:cNvSpPr txBox="1"/>
              <p:nvPr/>
            </p:nvSpPr>
            <p:spPr>
              <a:xfrm flipH="1">
                <a:off x="1084612" y="2849347"/>
                <a:ext cx="2997862" cy="473133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buClrTx/>
                  <a:buSzPct val="25000"/>
                  <a:buFontTx/>
                  <a:buNone/>
                </a:pPr>
                <a:r>
                  <a:rPr sz="1400" b="1">
                    <a:latin typeface="Cambria"/>
                    <a:ea typeface="Cambria"/>
                    <a:cs typeface="+mn-cs"/>
                  </a:rPr>
                  <a:t>Code Application&amp;Presentation</a:t>
                </a:r>
                <a:endParaRPr/>
              </a:p>
            </p:txBody>
          </p:sp>
          <p:sp>
            <p:nvSpPr>
              <p:cNvPr id="86" name="Text6"/>
              <p:cNvSpPr txBox="1"/>
              <p:nvPr/>
            </p:nvSpPr>
            <p:spPr>
              <a:xfrm flipH="1">
                <a:off x="1254161" y="3385506"/>
                <a:ext cx="2795270" cy="8151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lvl="0" indent="0" defTabSz="913765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</a:defRPr>
                </a:pPr>
                <a:r>
                  <a:rPr sz="1200" b="1">
                    <a:latin typeface="Cambria"/>
                    <a:ea typeface="Cambria"/>
                    <a:cs typeface="+mn-cs"/>
                  </a:rPr>
                  <a:t>Only after user approval</a:t>
                </a:r>
                <a:r>
                  <a:rPr sz="1200">
                    <a:latin typeface="Cambria"/>
                    <a:ea typeface="Cambria"/>
                    <a:cs typeface="+mn-cs"/>
                  </a:rPr>
                  <a:t>, EditService</a:t>
                </a:r>
                <a:r>
                  <a:rPr sz="1200">
                    <a:latin typeface="宋体"/>
                    <a:ea typeface="宋体"/>
                    <a:cs typeface="+mn-cs"/>
                  </a:rPr>
                  <a:t> </a:t>
                </a:r>
                <a:r>
                  <a:rPr sz="1200">
                    <a:latin typeface="Cambria"/>
                    <a:ea typeface="Cambria"/>
                    <a:cs typeface="+mn-cs"/>
                  </a:rPr>
                  <a:t>calls the IDEA API to </a:t>
                </a:r>
                <a:r>
                  <a:rPr sz="1200" b="1">
                    <a:latin typeface="Cambria"/>
                    <a:ea typeface="Cambria"/>
                    <a:cs typeface="+mn-cs"/>
                  </a:rPr>
                  <a:t>atomically</a:t>
                </a:r>
                <a:r>
                  <a:rPr sz="1200">
                    <a:latin typeface="Cambria"/>
                    <a:ea typeface="Cambria"/>
                    <a:cs typeface="+mn-cs"/>
                  </a:rPr>
                  <a:t> apply the modifications </a:t>
                </a:r>
                <a:endParaRPr/>
              </a:p>
            </p:txBody>
          </p:sp>
          <p:sp>
            <p:nvSpPr>
              <p:cNvPr id="87" name="Number6"/>
              <p:cNvSpPr/>
              <p:nvPr/>
            </p:nvSpPr>
            <p:spPr>
              <a:xfrm>
                <a:off x="660400" y="3322510"/>
                <a:ext cx="629781" cy="61938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wrap="none" lIns="108000" tIns="108000" rIns="108000" bIns="108000" rtlCol="0" anchor="ctr" anchorCtr="0">
                <a:normAutofit fontScale="92500" lnSpcReduction="20000"/>
              </a:bodyPr>
              <a:lstStyle/>
              <a:p>
                <a:pPr algn="ctr"/>
                <a:r>
                  <a:rPr kumimoji="1" lang="en-US" altLang="zh-CN" b="1" dirty="0">
                    <a:solidFill>
                      <a:srgbClr val="FFFFFF"/>
                    </a:solidFill>
                    <a:cs typeface="+mn-ea"/>
                  </a:rPr>
                  <a:t>6</a:t>
                </a:r>
                <a:endParaRPr kumimoji="1" lang="zh-CN" altLang="en-US"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grpSp>
          <p:nvGrpSpPr>
            <p:cNvPr id="88" name="组合 55"/>
            <p:cNvGrpSpPr/>
            <p:nvPr/>
          </p:nvGrpSpPr>
          <p:grpSpPr>
            <a:xfrm>
              <a:off x="4299173" y="1773939"/>
              <a:ext cx="3524847" cy="3678228"/>
              <a:chOff x="4299173" y="1773939"/>
              <a:chExt cx="3524847" cy="3678228"/>
            </a:xfrm>
          </p:grpSpPr>
          <p:sp>
            <p:nvSpPr>
              <p:cNvPr id="89" name="任意多边形: 形状 11"/>
              <p:cNvSpPr/>
              <p:nvPr/>
            </p:nvSpPr>
            <p:spPr>
              <a:xfrm>
                <a:off x="4460911" y="1993074"/>
                <a:ext cx="3239878" cy="3239876"/>
              </a:xfrm>
              <a:custGeom>
                <a:avLst/>
                <a:gdLst>
                  <a:gd name="connsiteX0" fmla="*/ 3507105 w 3507104"/>
                  <a:gd name="connsiteY0" fmla="*/ 1753553 h 3507105"/>
                  <a:gd name="connsiteX1" fmla="*/ 1753553 w 3507104"/>
                  <a:gd name="connsiteY1" fmla="*/ 3507105 h 3507105"/>
                  <a:gd name="connsiteX2" fmla="*/ 0 w 3507104"/>
                  <a:gd name="connsiteY2" fmla="*/ 1753553 h 3507105"/>
                  <a:gd name="connsiteX3" fmla="*/ 1753553 w 3507104"/>
                  <a:gd name="connsiteY3" fmla="*/ 0 h 3507105"/>
                  <a:gd name="connsiteX4" fmla="*/ 3507105 w 3507104"/>
                  <a:gd name="connsiteY4" fmla="*/ 1753553 h 3507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07104" h="3507105">
                    <a:moveTo>
                      <a:pt x="3507105" y="1753553"/>
                    </a:moveTo>
                    <a:cubicBezTo>
                      <a:pt x="3507105" y="2722013"/>
                      <a:pt x="2722013" y="3507105"/>
                      <a:pt x="1753553" y="3507105"/>
                    </a:cubicBezTo>
                    <a:cubicBezTo>
                      <a:pt x="785092" y="3507105"/>
                      <a:pt x="0" y="2722013"/>
                      <a:pt x="0" y="1753553"/>
                    </a:cubicBezTo>
                    <a:cubicBezTo>
                      <a:pt x="0" y="785092"/>
                      <a:pt x="785092" y="0"/>
                      <a:pt x="1753553" y="0"/>
                    </a:cubicBezTo>
                    <a:cubicBezTo>
                      <a:pt x="2722013" y="0"/>
                      <a:pt x="3507105" y="785092"/>
                      <a:pt x="3507105" y="1753553"/>
                    </a:cubicBez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algn="ctr"/>
                <a:endParaRPr kumimoji="1" lang="zh-CN" altLang="en-US" b="1" dirty="0">
                  <a:solidFill>
                    <a:srgbClr val="FFFFFF"/>
                  </a:solidFill>
                  <a:ea typeface="+mj-ea"/>
                  <a:cs typeface="+mn-ea"/>
                  <a:sym typeface="+mn-lt"/>
                </a:endParaRPr>
              </a:p>
            </p:txBody>
          </p:sp>
          <p:sp>
            <p:nvSpPr>
              <p:cNvPr id="90" name="Title"/>
              <p:cNvSpPr>
                <a:spLocks noChangeAspect="1"/>
              </p:cNvSpPr>
              <p:nvPr/>
            </p:nvSpPr>
            <p:spPr>
              <a:xfrm>
                <a:off x="4679908" y="2267613"/>
                <a:ext cx="2819484" cy="272917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buSzPct val="25000"/>
                </a:pPr>
                <a:r>
                  <a:rPr lang="en-US" sz="2000" b="0">
                    <a:solidFill>
                      <a:schemeClr val="tx1">
                        <a:alpha val="100000"/>
                      </a:schemeClr>
                    </a:solidFill>
                  </a:rPr>
                  <a:t>C</a:t>
                </a:r>
                <a:r>
                  <a:rPr lang="zh-CN" sz="2000" b="0">
                    <a:solidFill>
                      <a:schemeClr val="tx1">
                        <a:alpha val="100000"/>
                      </a:schemeClr>
                    </a:solidFill>
                  </a:rPr>
                  <a:t>oordinated by the central</a:t>
                </a:r>
                <a:endParaRPr/>
              </a:p>
              <a:p>
                <a:pPr algn="ctr">
                  <a:buSzPct val="25000"/>
                </a:pPr>
                <a:r>
                  <a:rPr lang="zh-CN" sz="2400" b="1">
                    <a:solidFill>
                      <a:schemeClr val="tx1">
                        <a:alpha val="100000"/>
                      </a:schemeClr>
                    </a:solidFill>
                  </a:rPr>
                  <a:t>ChatService</a:t>
                </a:r>
                <a:endParaRPr/>
              </a:p>
            </p:txBody>
          </p:sp>
          <p:grpSp>
            <p:nvGrpSpPr>
              <p:cNvPr id="91" name="组合 43"/>
              <p:cNvGrpSpPr/>
              <p:nvPr/>
            </p:nvGrpSpPr>
            <p:grpSpPr>
              <a:xfrm flipH="1">
                <a:off x="4299173" y="1773939"/>
                <a:ext cx="3524847" cy="3678228"/>
                <a:chOff x="4350047" y="1773939"/>
                <a:chExt cx="3524847" cy="3678228"/>
              </a:xfrm>
            </p:grpSpPr>
            <p:sp>
              <p:nvSpPr>
                <p:cNvPr id="92" name="Shape1"/>
                <p:cNvSpPr/>
                <p:nvPr/>
              </p:nvSpPr>
              <p:spPr>
                <a:xfrm rot="6573258" flipH="1" flipV="1">
                  <a:off x="3935890" y="2574487"/>
                  <a:ext cx="2011724" cy="1183410"/>
                </a:xfrm>
                <a:prstGeom prst="arc">
                  <a:avLst>
                    <a:gd name="adj1" fmla="val 12858654"/>
                    <a:gd name="adj2" fmla="val 19780532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  <a:headEnd type="stealth" w="lg" len="lg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3" name="Shape2"/>
                <p:cNvSpPr/>
                <p:nvPr/>
              </p:nvSpPr>
              <p:spPr>
                <a:xfrm rot="2763370" flipH="1" flipV="1">
                  <a:off x="4162663" y="3854600"/>
                  <a:ext cx="2011724" cy="1183410"/>
                </a:xfrm>
                <a:prstGeom prst="arc">
                  <a:avLst>
                    <a:gd name="adj1" fmla="val 12858654"/>
                    <a:gd name="adj2" fmla="val 19780532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  <a:headEnd type="stealth" w="lg" len="lg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4" name="Shape3"/>
                <p:cNvSpPr/>
                <p:nvPr/>
              </p:nvSpPr>
              <p:spPr>
                <a:xfrm rot="20812669" flipH="1" flipV="1">
                  <a:off x="5374366" y="4220113"/>
                  <a:ext cx="2011724" cy="1183410"/>
                </a:xfrm>
                <a:prstGeom prst="arc">
                  <a:avLst>
                    <a:gd name="adj1" fmla="val 12858654"/>
                    <a:gd name="adj2" fmla="val 19780532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  <a:headEnd type="stealth" w="lg" len="lg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5" name="Shape4"/>
                <p:cNvSpPr/>
                <p:nvPr/>
              </p:nvSpPr>
              <p:spPr>
                <a:xfrm rot="17002781" flipH="1" flipV="1">
                  <a:off x="6277327" y="3329507"/>
                  <a:ext cx="2011724" cy="1183410"/>
                </a:xfrm>
                <a:prstGeom prst="arc">
                  <a:avLst>
                    <a:gd name="adj1" fmla="val 12858654"/>
                    <a:gd name="adj2" fmla="val 19780532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  <a:headEnd type="stealth" w="lg" len="lg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6" name="Shape5"/>
                <p:cNvSpPr/>
                <p:nvPr/>
              </p:nvSpPr>
              <p:spPr>
                <a:xfrm rot="13675493" flipH="1" flipV="1">
                  <a:off x="5968413" y="2188096"/>
                  <a:ext cx="2011724" cy="1183410"/>
                </a:xfrm>
                <a:prstGeom prst="arc">
                  <a:avLst>
                    <a:gd name="adj1" fmla="val 12858654"/>
                    <a:gd name="adj2" fmla="val 19780532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  <a:headEnd type="stealth" w="lg" len="lg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7" name="Shape6"/>
                <p:cNvSpPr/>
                <p:nvPr/>
              </p:nvSpPr>
              <p:spPr>
                <a:xfrm rot="10069083" flipH="1" flipV="1">
                  <a:off x="4814557" y="1820499"/>
                  <a:ext cx="2011724" cy="1183410"/>
                </a:xfrm>
                <a:prstGeom prst="arc">
                  <a:avLst>
                    <a:gd name="adj1" fmla="val 12858654"/>
                    <a:gd name="adj2" fmla="val 19958017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  <a:headEnd type="stealth" w="lg" len="lg"/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98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CN"/>
              <a:t>General Workflow for Edit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8bd1cfd1-cd7b-4e07-8062-fd22e01add80.source.6.zh-Hans.pptx"/>
          <p:cNvGrpSpPr/>
          <p:nvPr/>
        </p:nvGrpSpPr>
        <p:grpSpPr>
          <a:xfrm>
            <a:off x="0" y="1130300"/>
            <a:ext cx="12192000" cy="5727699"/>
            <a:chOff x="0" y="1130300"/>
            <a:chExt cx="12192000" cy="5727699"/>
          </a:xfrm>
        </p:grpSpPr>
        <p:sp>
          <p:nvSpPr>
            <p:cNvPr id="101" name="任意多边形: 形状 60"/>
            <p:cNvSpPr/>
            <p:nvPr/>
          </p:nvSpPr>
          <p:spPr>
            <a:xfrm>
              <a:off x="0" y="3691421"/>
              <a:ext cx="12192000" cy="3166578"/>
            </a:xfrm>
            <a:custGeom>
              <a:avLst/>
              <a:gdLst>
                <a:gd name="connsiteX0" fmla="*/ 12184890 w 12192000"/>
                <a:gd name="connsiteY0" fmla="*/ 0 h 3166578"/>
                <a:gd name="connsiteX1" fmla="*/ 12192000 w 12192000"/>
                <a:gd name="connsiteY1" fmla="*/ 3272 h 3166578"/>
                <a:gd name="connsiteX2" fmla="*/ 12192000 w 12192000"/>
                <a:gd name="connsiteY2" fmla="*/ 954941 h 3166578"/>
                <a:gd name="connsiteX3" fmla="*/ 12192000 w 12192000"/>
                <a:gd name="connsiteY3" fmla="*/ 3166578 h 3166578"/>
                <a:gd name="connsiteX4" fmla="*/ 0 w 12192000"/>
                <a:gd name="connsiteY4" fmla="*/ 3166578 h 3166578"/>
                <a:gd name="connsiteX5" fmla="*/ 0 w 12192000"/>
                <a:gd name="connsiteY5" fmla="*/ 2719259 h 3166578"/>
                <a:gd name="connsiteX6" fmla="*/ 304800 w 12192000"/>
                <a:gd name="connsiteY6" fmla="*/ 2722294 h 3166578"/>
                <a:gd name="connsiteX7" fmla="*/ 11756027 w 12192000"/>
                <a:gd name="connsiteY7" fmla="*/ 595119 h 3166578"/>
                <a:gd name="connsiteX8" fmla="*/ 11957521 w 12192000"/>
                <a:gd name="connsiteY8" fmla="*/ 494123 h 3166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000" h="3166578">
                  <a:moveTo>
                    <a:pt x="12184890" y="0"/>
                  </a:moveTo>
                  <a:lnTo>
                    <a:pt x="12192000" y="3272"/>
                  </a:lnTo>
                  <a:lnTo>
                    <a:pt x="12192000" y="954941"/>
                  </a:lnTo>
                  <a:lnTo>
                    <a:pt x="12192000" y="3166578"/>
                  </a:lnTo>
                  <a:lnTo>
                    <a:pt x="0" y="3166578"/>
                  </a:lnTo>
                  <a:lnTo>
                    <a:pt x="0" y="2719259"/>
                  </a:lnTo>
                  <a:lnTo>
                    <a:pt x="304800" y="2722294"/>
                  </a:lnTo>
                  <a:cubicBezTo>
                    <a:pt x="4914982" y="2722294"/>
                    <a:pt x="9034162" y="1894238"/>
                    <a:pt x="11756027" y="595119"/>
                  </a:cubicBezTo>
                  <a:lnTo>
                    <a:pt x="11957521" y="49412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2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2" name="Title"/>
            <p:cNvSpPr txBox="1"/>
            <p:nvPr/>
          </p:nvSpPr>
          <p:spPr>
            <a:xfrm>
              <a:off x="660400" y="1130301"/>
              <a:ext cx="5499100" cy="9905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 fontScale="90000"/>
            </a:bodyPr>
            <a:lstStyle>
              <a:defPPr>
                <a:defRPr lang="zh-CN"/>
              </a:defPPr>
              <a:lvl1pPr>
                <a:defRPr sz="3200" spc="300">
                  <a:gradFill>
                    <a:gsLst>
                      <a:gs pos="0">
                        <a:schemeClr val="bg1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atin typeface="+mj-ea"/>
                  <a:ea typeface="+mj-ea"/>
                </a:defRPr>
              </a:lvl1pPr>
            </a:lstStyle>
            <a:p>
              <a:pPr marL="0" lvl="0" indent="0" defTabSz="914400"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 sz="3200" spc="300">
                  <a:gradFill>
                    <a:gsLst>
                      <a:gs pos="0">
                        <a:schemeClr val="bg1">
                          <a:alpha val="100000"/>
                        </a:schemeClr>
                      </a:gs>
                      <a:gs pos="100000">
                        <a:schemeClr val="accent4">
                          <a:alpha val="100000"/>
                        </a:schemeClr>
                      </a:gs>
                    </a:gsLst>
                    <a:lin ang="2700000" scaled="0"/>
                  </a:gradFill>
                  <a:latin typeface="微软雅黑"/>
                  <a:ea typeface="微软雅黑"/>
                  <a:cs typeface="+mn-cs"/>
                </a:defRPr>
              </a:pPr>
              <a:r>
                <a:rPr lang="zh-CN" sz="2400" b="1" i="0" u="none" strike="noStrike" spc="0" baseline="0">
                  <a:ln>
                    <a:noFill/>
                  </a:ln>
                  <a:solidFill>
                    <a:schemeClr val="tx1">
                      <a:alpha val="100000"/>
                    </a:schemeClr>
                  </a:solidFill>
                  <a:effectLst/>
                  <a:latin typeface="Arial"/>
                  <a:ea typeface="微软雅黑"/>
                  <a:cs typeface="微软雅黑"/>
                  <a:sym typeface="Arial"/>
                </a:rPr>
                <a:t>Sophisticated strategies for interacting with large language models </a:t>
              </a:r>
              <a:endParaRPr/>
            </a:p>
          </p:txBody>
        </p:sp>
        <p:grpSp>
          <p:nvGrpSpPr>
            <p:cNvPr id="103" name="组合 3"/>
            <p:cNvGrpSpPr/>
            <p:nvPr/>
          </p:nvGrpSpPr>
          <p:grpSpPr>
            <a:xfrm>
              <a:off x="660400" y="3682271"/>
              <a:ext cx="1755120" cy="3105725"/>
              <a:chOff x="718918" y="3682271"/>
              <a:chExt cx="3001937" cy="3105725"/>
            </a:xfrm>
          </p:grpSpPr>
          <p:cxnSp>
            <p:nvCxnSpPr>
              <p:cNvPr id="104" name="Line1"/>
              <p:cNvCxnSpPr/>
              <p:nvPr/>
            </p:nvCxnSpPr>
            <p:spPr>
              <a:xfrm>
                <a:off x="718918" y="3907996"/>
                <a:ext cx="0" cy="2880000"/>
              </a:xfrm>
              <a:prstGeom prst="line">
                <a:avLst/>
              </a:prstGeom>
              <a:ln w="12700">
                <a:gradFill>
                  <a:gsLst>
                    <a:gs pos="0">
                      <a:schemeClr val="accent1"/>
                    </a:gs>
                    <a:gs pos="85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Number1"/>
              <p:cNvSpPr/>
              <p:nvPr/>
            </p:nvSpPr>
            <p:spPr>
              <a:xfrm>
                <a:off x="847955" y="3682271"/>
                <a:ext cx="1688178" cy="465722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 fontScale="92500"/>
              </a:bodyPr>
              <a:lstStyle/>
              <a:p>
                <a:pPr marL="342900" indent="-342900" algn="ctr" defTabSz="895350">
                  <a:lnSpc>
                    <a:spcPct val="110000"/>
                  </a:lnSpc>
                  <a:buSzPct val="120000"/>
                </a:pPr>
                <a:r>
                  <a:rPr lang="en-US" altLang="zh-CN" sz="16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1</a:t>
                </a:r>
                <a:endParaRPr lang="zh-CN" altLang="en-US" sz="16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06" name="Bullet1"/>
              <p:cNvSpPr txBox="1"/>
              <p:nvPr/>
            </p:nvSpPr>
            <p:spPr>
              <a:xfrm>
                <a:off x="847955" y="4207348"/>
                <a:ext cx="2872900" cy="71121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LlmClient API Wrapper Design</a:t>
                </a:r>
                <a:endParaRPr lang="en-US" dirty="0"/>
              </a:p>
            </p:txBody>
          </p:sp>
          <p:sp>
            <p:nvSpPr>
              <p:cNvPr id="107" name="Text1"/>
              <p:cNvSpPr txBox="1"/>
              <p:nvPr/>
            </p:nvSpPr>
            <p:spPr>
              <a:xfrm>
                <a:off x="853434" y="4880611"/>
                <a:ext cx="2867421" cy="111901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200">
                    <a:latin typeface="Arial"/>
                    <a:ea typeface="微软雅黑"/>
                    <a:cs typeface="微软雅黑"/>
                    <a:sym typeface="Arial"/>
                  </a:rPr>
                  <a:t>Provides </a:t>
                </a:r>
                <a:r>
                  <a:rPr lang="zh-CN" sz="1200" b="1">
                    <a:latin typeface="Arial"/>
                    <a:ea typeface="微软雅黑"/>
                    <a:cs typeface="微软雅黑"/>
                    <a:sym typeface="Arial"/>
                  </a:rPr>
                  <a:t>unified asynchronous</a:t>
                </a:r>
                <a:r>
                  <a:rPr lang="zh-CN" sz="1200">
                    <a:latin typeface="Arial"/>
                    <a:ea typeface="微软雅黑"/>
                    <a:cs typeface="微软雅黑"/>
                    <a:sym typeface="Arial"/>
                  </a:rPr>
                  <a:t> interface (`chatAsync`) </a:t>
                </a:r>
                <a:endParaRPr/>
              </a:p>
            </p:txBody>
          </p:sp>
        </p:grpSp>
        <p:grpSp>
          <p:nvGrpSpPr>
            <p:cNvPr id="108" name="组合 17"/>
            <p:cNvGrpSpPr/>
            <p:nvPr/>
          </p:nvGrpSpPr>
          <p:grpSpPr>
            <a:xfrm>
              <a:off x="2415496" y="3365512"/>
              <a:ext cx="2314184" cy="3105725"/>
              <a:chOff x="606750" y="3682271"/>
              <a:chExt cx="3958153" cy="3105725"/>
            </a:xfrm>
          </p:grpSpPr>
          <p:cxnSp>
            <p:nvCxnSpPr>
              <p:cNvPr id="109" name="Line1"/>
              <p:cNvCxnSpPr/>
              <p:nvPr/>
            </p:nvCxnSpPr>
            <p:spPr>
              <a:xfrm>
                <a:off x="718918" y="3907996"/>
                <a:ext cx="0" cy="2880000"/>
              </a:xfrm>
              <a:prstGeom prst="line">
                <a:avLst/>
              </a:prstGeom>
              <a:ln w="12700">
                <a:gradFill>
                  <a:gsLst>
                    <a:gs pos="0">
                      <a:schemeClr val="accent1"/>
                    </a:gs>
                    <a:gs pos="85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Number2"/>
              <p:cNvSpPr/>
              <p:nvPr/>
            </p:nvSpPr>
            <p:spPr>
              <a:xfrm>
                <a:off x="847955" y="3682271"/>
                <a:ext cx="1688178" cy="465722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 fontScale="92500"/>
              </a:bodyPr>
              <a:lstStyle/>
              <a:p>
                <a:pPr marL="342900" indent="-342900" algn="ctr" defTabSz="895350">
                  <a:lnSpc>
                    <a:spcPct val="110000"/>
                  </a:lnSpc>
                  <a:buSzPct val="120000"/>
                </a:pPr>
                <a:r>
                  <a:rPr lang="en-US" altLang="zh-CN" sz="16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2</a:t>
                </a:r>
                <a:endParaRPr lang="zh-CN" altLang="en-US" sz="16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11" name="Bullet2"/>
              <p:cNvSpPr txBox="1"/>
              <p:nvPr/>
            </p:nvSpPr>
            <p:spPr>
              <a:xfrm>
                <a:off x="606751" y="4249859"/>
                <a:ext cx="3958154" cy="71121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400" b="1">
                    <a:latin typeface="Arial"/>
                    <a:ea typeface="微软雅黑"/>
                    <a:cs typeface="微软雅黑"/>
                    <a:sym typeface="Arial"/>
                  </a:rPr>
                  <a:t>RAG Service Prompt Construction</a:t>
                </a:r>
                <a:endParaRPr lang="en-US"/>
              </a:p>
            </p:txBody>
          </p:sp>
          <p:sp>
            <p:nvSpPr>
              <p:cNvPr id="112" name="Text2"/>
              <p:cNvSpPr txBox="1"/>
              <p:nvPr/>
            </p:nvSpPr>
            <p:spPr>
              <a:xfrm>
                <a:off x="735828" y="4961076"/>
                <a:ext cx="2867421" cy="148358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200">
                    <a:latin typeface="Arial"/>
                    <a:ea typeface="微软雅黑"/>
                    <a:cs typeface="微软雅黑"/>
                    <a:sym typeface="Arial"/>
                  </a:rPr>
                  <a:t>Composes prompts </a:t>
                </a:r>
                <a:r>
                  <a:rPr lang="zh-CN" sz="1200" b="1">
                    <a:latin typeface="Arial"/>
                    <a:ea typeface="微软雅黑"/>
                    <a:cs typeface="微软雅黑"/>
                    <a:sym typeface="Arial"/>
                  </a:rPr>
                  <a:t>dynamically</a:t>
                </a:r>
                <a:r>
                  <a:rPr lang="zh-CN" sz="1200">
                    <a:latin typeface="Arial"/>
                    <a:ea typeface="微软雅黑"/>
                    <a:cs typeface="微软雅黑"/>
                    <a:sym typeface="Arial"/>
                  </a:rPr>
                  <a:t> with system role, knowledge chunks, code context, session history, and user question</a:t>
                </a:r>
                <a:endParaRPr/>
              </a:p>
            </p:txBody>
          </p:sp>
        </p:grpSp>
        <p:grpSp>
          <p:nvGrpSpPr>
            <p:cNvPr id="113" name="组合 33"/>
            <p:cNvGrpSpPr/>
            <p:nvPr/>
          </p:nvGrpSpPr>
          <p:grpSpPr>
            <a:xfrm>
              <a:off x="4301752" y="2973512"/>
              <a:ext cx="1755120" cy="3180965"/>
              <a:chOff x="718918" y="3682271"/>
              <a:chExt cx="3001937" cy="3180965"/>
            </a:xfrm>
          </p:grpSpPr>
          <p:cxnSp>
            <p:nvCxnSpPr>
              <p:cNvPr id="114" name="Line1"/>
              <p:cNvCxnSpPr/>
              <p:nvPr/>
            </p:nvCxnSpPr>
            <p:spPr>
              <a:xfrm>
                <a:off x="718918" y="3907996"/>
                <a:ext cx="0" cy="2880000"/>
              </a:xfrm>
              <a:prstGeom prst="line">
                <a:avLst/>
              </a:prstGeom>
              <a:ln w="12700">
                <a:gradFill>
                  <a:gsLst>
                    <a:gs pos="0">
                      <a:schemeClr val="accent1"/>
                    </a:gs>
                    <a:gs pos="85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Number3"/>
              <p:cNvSpPr/>
              <p:nvPr/>
            </p:nvSpPr>
            <p:spPr>
              <a:xfrm>
                <a:off x="847955" y="3682271"/>
                <a:ext cx="1688178" cy="465722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 fontScale="92500"/>
              </a:bodyPr>
              <a:lstStyle/>
              <a:p>
                <a:pPr marL="342900" indent="-342900" algn="ctr" defTabSz="895350">
                  <a:lnSpc>
                    <a:spcPct val="110000"/>
                  </a:lnSpc>
                  <a:buSzPct val="120000"/>
                </a:pPr>
                <a:r>
                  <a:rPr lang="en-US" altLang="zh-CN" sz="16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3</a:t>
                </a:r>
                <a:endParaRPr lang="zh-CN" altLang="en-US" sz="16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16" name="Bullet3"/>
              <p:cNvSpPr txBox="1"/>
              <p:nvPr/>
            </p:nvSpPr>
            <p:spPr>
              <a:xfrm>
                <a:off x="847955" y="4286250"/>
                <a:ext cx="2872900" cy="71121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Edit Service Prompt Structure</a:t>
                </a:r>
                <a:endParaRPr lang="en-US" dirty="0"/>
              </a:p>
            </p:txBody>
          </p:sp>
          <p:sp>
            <p:nvSpPr>
              <p:cNvPr id="117" name="Text3"/>
              <p:cNvSpPr txBox="1"/>
              <p:nvPr/>
            </p:nvSpPr>
            <p:spPr>
              <a:xfrm>
                <a:off x="847951" y="5015085"/>
                <a:ext cx="2867421" cy="184815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200">
                    <a:latin typeface="Arial"/>
                    <a:ea typeface="微软雅黑"/>
                    <a:cs typeface="微软雅黑"/>
                    <a:sym typeface="Arial"/>
                  </a:rPr>
                  <a:t>Enforces</a:t>
                </a:r>
                <a:r>
                  <a:rPr lang="zh-CN" sz="1200" b="1">
                    <a:latin typeface="Arial"/>
                    <a:ea typeface="微软雅黑"/>
                    <a:cs typeface="微软雅黑"/>
                    <a:sym typeface="Arial"/>
                  </a:rPr>
                  <a:t> highly constrained format </a:t>
                </a:r>
                <a:r>
                  <a:rPr lang="zh-CN" sz="1200">
                    <a:latin typeface="Arial"/>
                    <a:ea typeface="微软雅黑"/>
                    <a:cs typeface="微软雅黑"/>
                    <a:sym typeface="Arial"/>
                  </a:rPr>
                  <a:t>requiring LLM to return only valid </a:t>
                </a:r>
                <a:r>
                  <a:rPr lang="zh-CN" sz="1200" b="1">
                    <a:latin typeface="Arial"/>
                    <a:ea typeface="微软雅黑"/>
                    <a:cs typeface="微软雅黑"/>
                    <a:sym typeface="Arial"/>
                  </a:rPr>
                  <a:t>JSON</a:t>
                </a:r>
                <a:r>
                  <a:rPr lang="zh-CN" sz="1200">
                    <a:latin typeface="Arial"/>
                    <a:ea typeface="微软雅黑"/>
                    <a:cs typeface="微软雅黑"/>
                    <a:sym typeface="Arial"/>
                  </a:rPr>
                  <a:t> patches </a:t>
                </a:r>
                <a:endParaRPr/>
              </a:p>
            </p:txBody>
          </p:sp>
        </p:grpSp>
        <p:grpSp>
          <p:nvGrpSpPr>
            <p:cNvPr id="118" name="组合 39"/>
            <p:cNvGrpSpPr/>
            <p:nvPr/>
          </p:nvGrpSpPr>
          <p:grpSpPr>
            <a:xfrm>
              <a:off x="6122428" y="2441735"/>
              <a:ext cx="1751913" cy="3320742"/>
              <a:chOff x="718918" y="3682271"/>
              <a:chExt cx="2996451" cy="3320742"/>
            </a:xfrm>
          </p:grpSpPr>
          <p:cxnSp>
            <p:nvCxnSpPr>
              <p:cNvPr id="119" name="Line1"/>
              <p:cNvCxnSpPr/>
              <p:nvPr/>
            </p:nvCxnSpPr>
            <p:spPr>
              <a:xfrm>
                <a:off x="718918" y="3907996"/>
                <a:ext cx="0" cy="2880000"/>
              </a:xfrm>
              <a:prstGeom prst="line">
                <a:avLst/>
              </a:prstGeom>
              <a:ln w="12700">
                <a:gradFill>
                  <a:gsLst>
                    <a:gs pos="0">
                      <a:schemeClr val="accent1"/>
                    </a:gs>
                    <a:gs pos="85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Number4"/>
              <p:cNvSpPr/>
              <p:nvPr/>
            </p:nvSpPr>
            <p:spPr>
              <a:xfrm>
                <a:off x="847955" y="3682271"/>
                <a:ext cx="1688178" cy="465722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 fontScale="85000"/>
              </a:bodyPr>
              <a:lstStyle/>
              <a:p>
                <a:pPr marL="342900" indent="-342900" algn="ctr" defTabSz="895350">
                  <a:lnSpc>
                    <a:spcPct val="110000"/>
                  </a:lnSpc>
                  <a:buSzPct val="120000"/>
                </a:pPr>
                <a:r>
                  <a:rPr lang="en-US" sz="1600" b="1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微软雅黑"/>
                    <a:cs typeface="微软雅黑"/>
                    <a:sym typeface="Arial"/>
                  </a:rPr>
                  <a:t>4</a:t>
                </a:r>
                <a:endParaRPr/>
              </a:p>
            </p:txBody>
          </p:sp>
          <p:sp>
            <p:nvSpPr>
              <p:cNvPr id="121" name="Bullet4"/>
              <p:cNvSpPr txBox="1"/>
              <p:nvPr/>
            </p:nvSpPr>
            <p:spPr>
              <a:xfrm>
                <a:off x="782326" y="4225931"/>
                <a:ext cx="2872900" cy="71121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400" b="1">
                    <a:latin typeface="Arial"/>
                    <a:ea typeface="微软雅黑"/>
                    <a:cs typeface="微软雅黑"/>
                    <a:sym typeface="Arial"/>
                  </a:rPr>
                  <a:t>Enforced JSON Output Schema</a:t>
                </a:r>
                <a:endParaRPr lang="en-US"/>
              </a:p>
            </p:txBody>
          </p:sp>
          <p:sp>
            <p:nvSpPr>
              <p:cNvPr id="122" name="Text4"/>
              <p:cNvSpPr txBox="1"/>
              <p:nvPr/>
            </p:nvSpPr>
            <p:spPr>
              <a:xfrm>
                <a:off x="847951" y="5015085"/>
                <a:ext cx="2867421" cy="198792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200" b="1">
                    <a:latin typeface="Arial"/>
                    <a:ea typeface="微软雅黑"/>
                    <a:cs typeface="微软雅黑"/>
                    <a:sym typeface="Arial"/>
                  </a:rPr>
                  <a:t>Mandates specific schema</a:t>
                </a:r>
                <a:r>
                  <a:rPr lang="zh-CN" sz="1200">
                    <a:latin typeface="Arial"/>
                    <a:ea typeface="微软雅黑"/>
                    <a:cs typeface="微软雅黑"/>
                    <a:sym typeface="Arial"/>
                  </a:rPr>
                  <a:t> including `explanation`, `actions` array with `type`, `filePath`, `startLine`, `endLine`, `oldCode`, `newCode`</a:t>
                </a:r>
                <a:endParaRPr/>
              </a:p>
            </p:txBody>
          </p:sp>
        </p:grpSp>
        <p:grpSp>
          <p:nvGrpSpPr>
            <p:cNvPr id="123" name="组合 44"/>
            <p:cNvGrpSpPr/>
            <p:nvPr/>
          </p:nvGrpSpPr>
          <p:grpSpPr>
            <a:xfrm>
              <a:off x="7943104" y="1773991"/>
              <a:ext cx="1820676" cy="3456709"/>
              <a:chOff x="718918" y="3682271"/>
              <a:chExt cx="3114062" cy="3456709"/>
            </a:xfrm>
          </p:grpSpPr>
          <p:cxnSp>
            <p:nvCxnSpPr>
              <p:cNvPr id="124" name="Line1"/>
              <p:cNvCxnSpPr/>
              <p:nvPr/>
            </p:nvCxnSpPr>
            <p:spPr>
              <a:xfrm>
                <a:off x="718918" y="3907996"/>
                <a:ext cx="0" cy="2880000"/>
              </a:xfrm>
              <a:prstGeom prst="line">
                <a:avLst/>
              </a:prstGeom>
              <a:ln w="12700">
                <a:gradFill>
                  <a:gsLst>
                    <a:gs pos="0">
                      <a:schemeClr val="accent1"/>
                    </a:gs>
                    <a:gs pos="85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Number5"/>
              <p:cNvSpPr/>
              <p:nvPr/>
            </p:nvSpPr>
            <p:spPr>
              <a:xfrm>
                <a:off x="847955" y="3682271"/>
                <a:ext cx="1688178" cy="465722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 fontScale="92500"/>
              </a:bodyPr>
              <a:lstStyle/>
              <a:p>
                <a:pPr marL="342900" indent="-342900" algn="ctr" defTabSz="895350">
                  <a:lnSpc>
                    <a:spcPct val="110000"/>
                  </a:lnSpc>
                  <a:buSzPct val="120000"/>
                </a:pPr>
                <a:r>
                  <a:rPr lang="en-US" altLang="zh-CN" sz="16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5</a:t>
                </a:r>
                <a:endParaRPr lang="zh-CN" altLang="en-US" sz="16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26" name="Bullet5"/>
              <p:cNvSpPr txBox="1"/>
              <p:nvPr/>
            </p:nvSpPr>
            <p:spPr>
              <a:xfrm>
                <a:off x="718918" y="4225931"/>
                <a:ext cx="3114063" cy="71121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400" b="1">
                    <a:latin typeface="Arial"/>
                    <a:ea typeface="微软雅黑"/>
                    <a:cs typeface="微软雅黑"/>
                    <a:sym typeface="Arial"/>
                  </a:rPr>
                  <a:t>Six Core Execution Rules for Safe Code Changes</a:t>
                </a:r>
                <a:endParaRPr lang="en-US"/>
              </a:p>
            </p:txBody>
          </p:sp>
          <p:sp>
            <p:nvSpPr>
              <p:cNvPr id="127" name="Text5"/>
              <p:cNvSpPr txBox="1"/>
              <p:nvPr/>
            </p:nvSpPr>
            <p:spPr>
              <a:xfrm>
                <a:off x="847951" y="5015085"/>
                <a:ext cx="2867421" cy="212389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200">
                    <a:latin typeface="Arial"/>
                    <a:ea typeface="微软雅黑"/>
                    <a:cs typeface="微软雅黑"/>
                    <a:sym typeface="Arial"/>
                  </a:rPr>
                  <a:t>Includes </a:t>
                </a:r>
                <a:r>
                  <a:rPr lang="zh-CN" sz="1200" b="1">
                    <a:latin typeface="Arial"/>
                    <a:ea typeface="微软雅黑"/>
                    <a:cs typeface="微软雅黑"/>
                    <a:sym typeface="Arial"/>
                  </a:rPr>
                  <a:t>exact line matching,</a:t>
                </a:r>
                <a:r>
                  <a:rPr lang="zh-CN" sz="1200">
                    <a:latin typeface="Arial"/>
                    <a:ea typeface="微软雅黑"/>
                    <a:cs typeface="微软雅黑"/>
                    <a:sym typeface="Arial"/>
                  </a:rPr>
                  <a:t> character-level old code replication, newline formatting, atomic operations, file path handling, and boundary integrity</a:t>
                </a:r>
                <a:endParaRPr/>
              </a:p>
            </p:txBody>
          </p:sp>
        </p:grpSp>
        <p:grpSp>
          <p:nvGrpSpPr>
            <p:cNvPr id="128" name="组合 49"/>
            <p:cNvGrpSpPr/>
            <p:nvPr/>
          </p:nvGrpSpPr>
          <p:grpSpPr>
            <a:xfrm>
              <a:off x="9763775" y="1130300"/>
              <a:ext cx="1953252" cy="3432656"/>
              <a:chOff x="718909" y="3682271"/>
              <a:chExt cx="3340818" cy="3432656"/>
            </a:xfrm>
          </p:grpSpPr>
          <p:cxnSp>
            <p:nvCxnSpPr>
              <p:cNvPr id="129" name="Line1"/>
              <p:cNvCxnSpPr/>
              <p:nvPr/>
            </p:nvCxnSpPr>
            <p:spPr>
              <a:xfrm>
                <a:off x="718918" y="3907996"/>
                <a:ext cx="0" cy="2880000"/>
              </a:xfrm>
              <a:prstGeom prst="line">
                <a:avLst/>
              </a:prstGeom>
              <a:ln w="12700">
                <a:gradFill>
                  <a:gsLst>
                    <a:gs pos="0">
                      <a:schemeClr val="accent1"/>
                    </a:gs>
                    <a:gs pos="85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" name="Number6"/>
              <p:cNvSpPr/>
              <p:nvPr/>
            </p:nvSpPr>
            <p:spPr>
              <a:xfrm>
                <a:off x="847955" y="3682271"/>
                <a:ext cx="1688178" cy="465722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 fontScale="92500"/>
              </a:bodyPr>
              <a:lstStyle/>
              <a:p>
                <a:pPr marL="342900" indent="-342900" algn="ctr" defTabSz="895350">
                  <a:lnSpc>
                    <a:spcPct val="110000"/>
                  </a:lnSpc>
                  <a:buSzPct val="120000"/>
                </a:pPr>
                <a:r>
                  <a:rPr lang="en-US" altLang="zh-CN" sz="16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6</a:t>
                </a:r>
                <a:endParaRPr lang="zh-CN" altLang="en-US" sz="16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31" name="Bullet6"/>
              <p:cNvSpPr txBox="1"/>
              <p:nvPr/>
            </p:nvSpPr>
            <p:spPr>
              <a:xfrm>
                <a:off x="718911" y="4249594"/>
                <a:ext cx="3340819" cy="71121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400" b="1">
                    <a:latin typeface="Arial"/>
                    <a:ea typeface="微软雅黑"/>
                    <a:cs typeface="微软雅黑"/>
                    <a:sym typeface="Arial"/>
                  </a:rPr>
                  <a:t>Role-Based Prompt Personalization</a:t>
                </a:r>
                <a:endParaRPr lang="en-US"/>
              </a:p>
            </p:txBody>
          </p:sp>
          <p:sp>
            <p:nvSpPr>
              <p:cNvPr id="132" name="Text6"/>
              <p:cNvSpPr txBox="1"/>
              <p:nvPr/>
            </p:nvSpPr>
            <p:spPr>
              <a:xfrm>
                <a:off x="847951" y="5015085"/>
                <a:ext cx="2867421" cy="209984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200" b="1">
                    <a:latin typeface="Arial"/>
                    <a:ea typeface="微软雅黑"/>
                    <a:cs typeface="微软雅黑"/>
                    <a:sym typeface="Arial"/>
                  </a:rPr>
                  <a:t>Assigns different personas</a:t>
                </a:r>
                <a:r>
                  <a:rPr lang="zh-CN" sz="1200">
                    <a:latin typeface="Arial"/>
                    <a:ea typeface="微软雅黑"/>
                    <a:cs typeface="微软雅黑"/>
                    <a:sym typeface="Arial"/>
                  </a:rPr>
                  <a:t>: “Professional Java Teaching Assistant” for RAG, “Experienced Java Developer” for code editing</a:t>
                </a:r>
                <a:endParaRPr/>
              </a:p>
            </p:txBody>
          </p:sp>
        </p:grpSp>
        <p:sp>
          <p:nvSpPr>
            <p:cNvPr id="133" name="任意多边形: 形状 56"/>
            <p:cNvSpPr/>
            <p:nvPr/>
          </p:nvSpPr>
          <p:spPr>
            <a:xfrm>
              <a:off x="0" y="3691422"/>
              <a:ext cx="12191999" cy="2296734"/>
            </a:xfrm>
            <a:custGeom>
              <a:avLst/>
              <a:gdLst>
                <a:gd name="connsiteX0" fmla="*/ 12001025 w 12001025"/>
                <a:gd name="connsiteY0" fmla="*/ 0 h 2296734"/>
                <a:gd name="connsiteX1" fmla="*/ 11689702 w 12001025"/>
                <a:gd name="connsiteY1" fmla="*/ 682297 h 2296734"/>
                <a:gd name="connsiteX2" fmla="*/ 11590219 w 12001025"/>
                <a:gd name="connsiteY2" fmla="*/ 565751 h 2296734"/>
                <a:gd name="connsiteX3" fmla="*/ 11551210 w 12001025"/>
                <a:gd name="connsiteY3" fmla="*/ 593785 h 2296734"/>
                <a:gd name="connsiteX4" fmla="*/ 3777444 w 12001025"/>
                <a:gd name="connsiteY4" fmla="*/ 2296734 h 2296734"/>
                <a:gd name="connsiteX5" fmla="*/ 385861 w 12001025"/>
                <a:gd name="connsiteY5" fmla="*/ 2048684 h 2296734"/>
                <a:gd name="connsiteX6" fmla="*/ 0 w 12001025"/>
                <a:gd name="connsiteY6" fmla="*/ 1985000 h 2296734"/>
                <a:gd name="connsiteX7" fmla="*/ 0 w 12001025"/>
                <a:gd name="connsiteY7" fmla="*/ 1974736 h 2296734"/>
                <a:gd name="connsiteX8" fmla="*/ 722263 w 12001025"/>
                <a:gd name="connsiteY8" fmla="*/ 2072035 h 2296734"/>
                <a:gd name="connsiteX9" fmla="*/ 3351247 w 12001025"/>
                <a:gd name="connsiteY9" fmla="*/ 2218328 h 2296734"/>
                <a:gd name="connsiteX10" fmla="*/ 11119424 w 12001025"/>
                <a:gd name="connsiteY10" fmla="*/ 519160 h 2296734"/>
                <a:gd name="connsiteX11" fmla="*/ 11384043 w 12001025"/>
                <a:gd name="connsiteY11" fmla="*/ 324213 h 2296734"/>
                <a:gd name="connsiteX12" fmla="*/ 11278314 w 12001025"/>
                <a:gd name="connsiteY12" fmla="*/ 200349 h 229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001025" h="2296734">
                  <a:moveTo>
                    <a:pt x="12001025" y="0"/>
                  </a:moveTo>
                  <a:lnTo>
                    <a:pt x="11689702" y="682297"/>
                  </a:lnTo>
                  <a:lnTo>
                    <a:pt x="11590219" y="565751"/>
                  </a:lnTo>
                  <a:lnTo>
                    <a:pt x="11551210" y="593785"/>
                  </a:lnTo>
                  <a:cubicBezTo>
                    <a:pt x="10054115" y="1608138"/>
                    <a:pt x="7134260" y="2296734"/>
                    <a:pt x="3777444" y="2296734"/>
                  </a:cubicBezTo>
                  <a:cubicBezTo>
                    <a:pt x="2575857" y="2296734"/>
                    <a:pt x="1430258" y="2208503"/>
                    <a:pt x="385861" y="2048684"/>
                  </a:cubicBezTo>
                  <a:lnTo>
                    <a:pt x="0" y="1985000"/>
                  </a:lnTo>
                  <a:lnTo>
                    <a:pt x="0" y="1974736"/>
                  </a:lnTo>
                  <a:lnTo>
                    <a:pt x="722263" y="2072035"/>
                  </a:lnTo>
                  <a:cubicBezTo>
                    <a:pt x="1552759" y="2167110"/>
                    <a:pt x="2435752" y="2218328"/>
                    <a:pt x="3351247" y="2218328"/>
                  </a:cubicBezTo>
                  <a:cubicBezTo>
                    <a:pt x="6703892" y="2218328"/>
                    <a:pt x="9620659" y="1531444"/>
                    <a:pt x="11119424" y="519160"/>
                  </a:cubicBezTo>
                  <a:lnTo>
                    <a:pt x="11384043" y="324213"/>
                  </a:lnTo>
                  <a:lnTo>
                    <a:pt x="11278314" y="20034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34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LLM Integration and Prompt Engineering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Simple User Manual</a:t>
            </a:r>
            <a:endParaRPr lang="en-US" dirty="0"/>
          </a:p>
        </p:txBody>
      </p:sp>
      <p:sp>
        <p:nvSpPr>
          <p:cNvPr id="137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3321752" y="3833522"/>
            <a:ext cx="5548496" cy="1233277"/>
          </a:xfrm>
        </p:spPr>
        <p:txBody>
          <a:bodyPr>
            <a:normAutofit/>
          </a:bodyPr>
          <a:lstStyle/>
          <a:p>
            <a:pPr>
              <a:buFont typeface="Arial"/>
              <a:buNone/>
            </a:pPr>
            <a:r>
              <a:rPr lang="zh-CN"/>
              <a:t>Step-by-step guide for installing, configuring, and operating the MyPilot plugin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580f29ea-a7a8-4433-a3ae-e4683707c390.source.6.zh-Hans.pptx"/>
          <p:cNvGrpSpPr/>
          <p:nvPr/>
        </p:nvGrpSpPr>
        <p:grpSpPr>
          <a:xfrm>
            <a:off x="483244" y="1314427"/>
            <a:ext cx="11212814" cy="4921273"/>
            <a:chOff x="483244" y="1314427"/>
            <a:chExt cx="11212814" cy="4921273"/>
          </a:xfrm>
        </p:grpSpPr>
        <p:sp>
          <p:nvSpPr>
            <p:cNvPr id="140" name="椭圆 28"/>
            <p:cNvSpPr/>
            <p:nvPr/>
          </p:nvSpPr>
          <p:spPr>
            <a:xfrm>
              <a:off x="660400" y="5071962"/>
              <a:ext cx="10858501" cy="1163738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 w="401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solidFill>
                  <a:schemeClr val="tx1"/>
                </a:solidFill>
                <a:sym typeface="+mn-lt"/>
              </a:endParaRPr>
            </a:p>
          </p:txBody>
        </p:sp>
        <p:sp>
          <p:nvSpPr>
            <p:cNvPr id="141" name="Oval 125_1"/>
            <p:cNvSpPr/>
            <p:nvPr/>
          </p:nvSpPr>
          <p:spPr>
            <a:xfrm>
              <a:off x="1446775" y="5071968"/>
              <a:ext cx="9285751" cy="803408"/>
            </a:xfrm>
            <a:prstGeom prst="ellipse">
              <a:avLst/>
            </a:prstGeom>
            <a:solidFill>
              <a:schemeClr val="bg1"/>
            </a:solidFill>
            <a:ln w="127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142" name="Text1"/>
            <p:cNvSpPr txBox="1"/>
            <p:nvPr/>
          </p:nvSpPr>
          <p:spPr>
            <a:xfrm flipH="1">
              <a:off x="660400" y="5577904"/>
              <a:ext cx="3180755" cy="657796"/>
            </a:xfrm>
            <a:prstGeom prst="rect">
              <a:avLst/>
            </a:prstGeom>
            <a:noFill/>
          </p:spPr>
          <p:txBody>
            <a:bodyPr wrap="square" rtlCol="0" anchor="t" anchorCtr="0">
              <a:norm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lnSpc>
                  <a:spcPct val="150000"/>
                </a:lnSpc>
                <a:defRPr sz="12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</a:pPr>
              <a:endParaRPr lang="zh-CN">
                <a:solidFill>
                  <a:schemeClr val="tx1">
                    <a:alpha val="100000"/>
                  </a:schemeClr>
                </a:solidFill>
                <a:latin typeface="Arial"/>
                <a:ea typeface="微软雅黑"/>
                <a:cs typeface="+mn-cs"/>
                <a:sym typeface="Arial"/>
              </a:endParaRPr>
            </a:p>
          </p:txBody>
        </p:sp>
        <p:grpSp>
          <p:nvGrpSpPr>
            <p:cNvPr id="143" name="组合 6"/>
            <p:cNvGrpSpPr/>
            <p:nvPr/>
          </p:nvGrpSpPr>
          <p:grpSpPr>
            <a:xfrm>
              <a:off x="711198" y="2602437"/>
              <a:ext cx="3180758" cy="1237829"/>
              <a:chOff x="660398" y="3561716"/>
              <a:chExt cx="3565830" cy="1237829"/>
            </a:xfrm>
          </p:grpSpPr>
          <p:sp>
            <p:nvSpPr>
              <p:cNvPr id="144" name="Text2"/>
              <p:cNvSpPr txBox="1"/>
              <p:nvPr/>
            </p:nvSpPr>
            <p:spPr>
              <a:xfrm flipH="1">
                <a:off x="660398" y="3996143"/>
                <a:ext cx="3565826" cy="803402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sz="10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  <a:sym typeface="Arial"/>
                  </a:rPr>
                  <a:t>Offers two primary modes: </a:t>
                </a:r>
                <a:endParaRPr/>
              </a:p>
              <a:p>
                <a:pPr algn="l">
                  <a:lnSpc>
                    <a:spcPct val="120000"/>
                  </a:lnSpc>
                </a:pPr>
                <a:r>
                  <a:rPr lang="zh-CN" sz="1000" b="1">
                    <a:solidFill>
                      <a:srgbClr val="FF0200">
                        <a:alpha val="100000"/>
                      </a:srgbClr>
                    </a:solidFill>
                    <a:latin typeface="Arial"/>
                    <a:ea typeface="微软雅黑"/>
                    <a:cs typeface="+mn-cs"/>
                    <a:sym typeface="Arial"/>
                  </a:rPr>
                  <a:t>ASK</a:t>
                </a:r>
                <a:r>
                  <a:rPr lang="zh-CN" sz="10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  <a:sym typeface="Arial"/>
                  </a:rPr>
                  <a:t> (RAG-based Q&amp;A) </a:t>
                </a:r>
                <a:endParaRPr/>
              </a:p>
              <a:p>
                <a:pPr algn="l">
                  <a:lnSpc>
                    <a:spcPct val="120000"/>
                  </a:lnSpc>
                </a:pPr>
                <a:r>
                  <a:rPr lang="zh-CN" sz="1000" b="1">
                    <a:solidFill>
                      <a:srgbClr val="FF0200">
                        <a:alpha val="100000"/>
                      </a:srgbClr>
                    </a:solidFill>
                    <a:latin typeface="Arial"/>
                    <a:ea typeface="微软雅黑"/>
                    <a:cs typeface="+mn-cs"/>
                    <a:sym typeface="Arial"/>
                  </a:rPr>
                  <a:t>EDIT</a:t>
                </a:r>
                <a:r>
                  <a:rPr lang="zh-CN" sz="10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  <a:sym typeface="Arial"/>
                  </a:rPr>
                  <a:t> (AI-assisted code modification),</a:t>
                </a:r>
                <a:endParaRPr/>
              </a:p>
              <a:p>
                <a:pPr algn="l">
                  <a:lnSpc>
                    <a:spcPct val="120000"/>
                  </a:lnSpc>
                </a:pPr>
                <a:r>
                  <a:rPr lang="zh-CN" sz="1000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  <a:sym typeface="Arial"/>
                  </a:rPr>
                  <a:t>both integrated natively into the IDE environment</a:t>
                </a:r>
                <a:endParaRPr/>
              </a:p>
            </p:txBody>
          </p:sp>
          <p:sp>
            <p:nvSpPr>
              <p:cNvPr id="145" name="Bullet2"/>
              <p:cNvSpPr txBox="1"/>
              <p:nvPr/>
            </p:nvSpPr>
            <p:spPr>
              <a:xfrm flipH="1">
                <a:off x="660399" y="3561716"/>
                <a:ext cx="3565830" cy="48522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sz="1800" b="1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  <a:sym typeface="Arial"/>
                  </a:rPr>
                  <a:t>Core Capabilities </a:t>
                </a:r>
                <a:endParaRPr/>
              </a:p>
            </p:txBody>
          </p:sp>
        </p:grpSp>
        <p:grpSp>
          <p:nvGrpSpPr>
            <p:cNvPr id="146" name="组合 9"/>
            <p:cNvGrpSpPr/>
            <p:nvPr/>
          </p:nvGrpSpPr>
          <p:grpSpPr>
            <a:xfrm>
              <a:off x="679452" y="1314427"/>
              <a:ext cx="3212501" cy="1117646"/>
              <a:chOff x="620841" y="2238707"/>
              <a:chExt cx="4002993" cy="1117646"/>
            </a:xfrm>
          </p:grpSpPr>
          <p:sp>
            <p:nvSpPr>
              <p:cNvPr id="147" name="Text3"/>
              <p:cNvSpPr txBox="1"/>
              <p:nvPr/>
            </p:nvSpPr>
            <p:spPr>
              <a:xfrm flipH="1">
                <a:off x="660398" y="2698557"/>
                <a:ext cx="3963437" cy="657796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Accessible via right-side tool window, editor right-click menu, and settings panel (Settings → Tools → MyPilot)</a:t>
                </a:r>
                <a:endParaRPr lang="en-US" dirty="0"/>
              </a:p>
            </p:txBody>
          </p:sp>
          <p:sp>
            <p:nvSpPr>
              <p:cNvPr id="148" name="Bullet3"/>
              <p:cNvSpPr txBox="1"/>
              <p:nvPr/>
            </p:nvSpPr>
            <p:spPr>
              <a:xfrm flipH="1">
                <a:off x="620841" y="2238707"/>
                <a:ext cx="3963441" cy="48522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sz="1800" b="1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+mn-cs"/>
                    <a:sym typeface="Arial"/>
                  </a:rPr>
                  <a:t>Integration in IntelliJ IDEA</a:t>
                </a:r>
                <a:endParaRPr/>
              </a:p>
            </p:txBody>
          </p:sp>
        </p:grpSp>
        <p:sp>
          <p:nvSpPr>
            <p:cNvPr id="149" name="Text4"/>
            <p:cNvSpPr txBox="1"/>
            <p:nvPr/>
          </p:nvSpPr>
          <p:spPr>
            <a:xfrm flipH="1">
              <a:off x="8287342" y="1615527"/>
              <a:ext cx="3180757" cy="657796"/>
            </a:xfrm>
            <a:prstGeom prst="rect">
              <a:avLst/>
            </a:prstGeom>
            <a:noFill/>
          </p:spPr>
          <p:txBody>
            <a:bodyPr wrap="square" rtlCol="0" anchor="t" anchorCtr="0">
              <a:norm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lnSpc>
                  <a:spcPct val="150000"/>
                </a:lnSpc>
                <a:defRPr sz="12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</a:pPr>
              <a:endParaRPr lang="zh-CN">
                <a:solidFill>
                  <a:schemeClr val="tx1">
                    <a:alpha val="100000"/>
                  </a:schemeClr>
                </a:solidFill>
                <a:latin typeface="Arial"/>
                <a:ea typeface="微软雅黑"/>
                <a:cs typeface="+mn-cs"/>
                <a:sym typeface="Arial"/>
              </a:endParaRPr>
            </a:p>
          </p:txBody>
        </p:sp>
        <p:sp>
          <p:nvSpPr>
            <p:cNvPr id="150" name="Text5"/>
            <p:cNvSpPr txBox="1"/>
            <p:nvPr/>
          </p:nvSpPr>
          <p:spPr>
            <a:xfrm flipH="1">
              <a:off x="8287342" y="3087666"/>
              <a:ext cx="3180757" cy="657796"/>
            </a:xfrm>
            <a:prstGeom prst="rect">
              <a:avLst/>
            </a:prstGeom>
            <a:noFill/>
          </p:spPr>
          <p:txBody>
            <a:bodyPr wrap="square" rtlCol="0" anchor="t" anchorCtr="0">
              <a:norm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lnSpc>
                  <a:spcPct val="150000"/>
                </a:lnSpc>
                <a:defRPr sz="12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</a:pPr>
              <a:endParaRPr lang="zh-CN">
                <a:solidFill>
                  <a:schemeClr val="tx1">
                    <a:alpha val="100000"/>
                  </a:schemeClr>
                </a:solidFill>
                <a:latin typeface="Arial"/>
                <a:ea typeface="微软雅黑"/>
                <a:cs typeface="+mn-cs"/>
                <a:sym typeface="Arial"/>
              </a:endParaRPr>
            </a:p>
          </p:txBody>
        </p:sp>
        <p:sp>
          <p:nvSpPr>
            <p:cNvPr id="151" name="Text6"/>
            <p:cNvSpPr txBox="1"/>
            <p:nvPr/>
          </p:nvSpPr>
          <p:spPr>
            <a:xfrm flipH="1">
              <a:off x="711198" y="4420101"/>
              <a:ext cx="3180758" cy="657796"/>
            </a:xfrm>
            <a:prstGeom prst="rect">
              <a:avLst/>
            </a:prstGeom>
            <a:noFill/>
          </p:spPr>
          <p:txBody>
            <a:bodyPr wrap="square" rtlCol="0" anchor="t" anchorCtr="0">
              <a:normAutofit fontScale="85000"/>
            </a:bodyPr>
            <a:lstStyle>
              <a:defPPr>
                <a:defRPr lang="zh-CN"/>
              </a:defPPr>
              <a:lvl1pPr marL="0" algn="ctr" defTabSz="914400" rtl="0" eaLnBrk="1" latinLnBrk="0" hangingPunct="1">
                <a:lnSpc>
                  <a:spcPct val="150000"/>
                </a:lnSpc>
                <a:defRPr sz="12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zh-CN">
                  <a:solidFill>
                    <a:schemeClr val="tx1">
                      <a:alpha val="100000"/>
                    </a:schemeClr>
                  </a:solidFill>
                  <a:latin typeface="Arial"/>
                  <a:ea typeface="微软雅黑"/>
                  <a:cs typeface="+mn-cs"/>
                  <a:sym typeface="Arial"/>
                </a:rPr>
                <a:t>Users can interact through chat interface, context menus for a seamless development experience</a:t>
              </a:r>
              <a:endParaRPr/>
            </a:p>
          </p:txBody>
        </p:sp>
        <p:grpSp>
          <p:nvGrpSpPr>
            <p:cNvPr id="152" name="组合 1"/>
            <p:cNvGrpSpPr/>
            <p:nvPr/>
          </p:nvGrpSpPr>
          <p:grpSpPr>
            <a:xfrm>
              <a:off x="483244" y="1348134"/>
              <a:ext cx="11212814" cy="3871272"/>
              <a:chOff x="893066" y="1348134"/>
              <a:chExt cx="10393169" cy="3871272"/>
            </a:xfrm>
          </p:grpSpPr>
          <p:sp>
            <p:nvSpPr>
              <p:cNvPr id="153" name="箭头: 下 86"/>
              <p:cNvSpPr/>
              <p:nvPr/>
            </p:nvSpPr>
            <p:spPr>
              <a:xfrm flipH="1">
                <a:off x="893066" y="1348134"/>
                <a:ext cx="110842" cy="3871272"/>
              </a:xfrm>
              <a:prstGeom prst="downArrow">
                <a:avLst/>
              </a:pr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4" name="箭头: 下 54"/>
              <p:cNvSpPr/>
              <p:nvPr/>
            </p:nvSpPr>
            <p:spPr>
              <a:xfrm>
                <a:off x="11175393" y="1348134"/>
                <a:ext cx="110842" cy="3871272"/>
              </a:xfrm>
              <a:prstGeom prst="downArrow">
                <a:avLst/>
              </a:pr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55" name="直接连接符 24"/>
            <p:cNvCxnSpPr/>
            <p:nvPr/>
          </p:nvCxnSpPr>
          <p:spPr>
            <a:xfrm flipH="1">
              <a:off x="711198" y="2564880"/>
              <a:ext cx="3180760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63_1"/>
            <p:cNvCxnSpPr/>
            <p:nvPr/>
          </p:nvCxnSpPr>
          <p:spPr>
            <a:xfrm flipH="1">
              <a:off x="711198" y="3935418"/>
              <a:ext cx="3180760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7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Plugin Overview</a:t>
            </a:r>
            <a:endParaRPr lang="en-US" dirty="0"/>
          </a:p>
        </p:txBody>
      </p:sp>
      <p:pic>
        <p:nvPicPr>
          <p:cNvPr id="158" name="图片 1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557" y="1685377"/>
            <a:ext cx="4283959" cy="3203322"/>
          </a:xfrm>
          <a:prstGeom prst="rect">
            <a:avLst/>
          </a:prstGeom>
        </p:spPr>
      </p:pic>
      <p:pic>
        <p:nvPicPr>
          <p:cNvPr id="159" name="图片 1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7114" y="622634"/>
            <a:ext cx="2881787" cy="5587856"/>
          </a:xfrm>
          <a:prstGeom prst="rect">
            <a:avLst/>
          </a:prstGeom>
        </p:spPr>
      </p:pic>
      <p:sp>
        <p:nvSpPr>
          <p:cNvPr id="160" name="Bullet2"/>
          <p:cNvSpPr txBox="1"/>
          <p:nvPr/>
        </p:nvSpPr>
        <p:spPr>
          <a:xfrm flipH="1">
            <a:off x="711198" y="3957374"/>
            <a:ext cx="3180757" cy="48522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algn="ctr" defTabSz="914400" rtl="0" eaLnBrk="1" latinLnBrk="0" hangingPunct="1">
              <a:lnSpc>
                <a:spcPct val="150000"/>
              </a:lnSpc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800" b="1">
                <a:solidFill>
                  <a:schemeClr val="tx1">
                    <a:alpha val="100000"/>
                  </a:schemeClr>
                </a:solidFill>
                <a:latin typeface="Arial"/>
                <a:ea typeface="微软雅黑"/>
                <a:cs typeface="+mn-cs"/>
                <a:sym typeface="Arial"/>
              </a:rPr>
              <a:t>How to Use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组合 41"/>
          <p:cNvGrpSpPr/>
          <p:nvPr/>
        </p:nvGrpSpPr>
        <p:grpSpPr>
          <a:xfrm>
            <a:off x="6147915" y="1531860"/>
            <a:ext cx="4646277" cy="3476780"/>
            <a:chOff x="3770271" y="1977039"/>
            <a:chExt cx="4646277" cy="3476780"/>
          </a:xfrm>
        </p:grpSpPr>
        <p:sp>
          <p:nvSpPr>
            <p:cNvPr id="163" name="椭圆 87"/>
            <p:cNvSpPr/>
            <p:nvPr/>
          </p:nvSpPr>
          <p:spPr>
            <a:xfrm>
              <a:off x="4627958" y="2261746"/>
              <a:ext cx="2948014" cy="2948014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en-US" altLang="zh-CN" sz="24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4" name="弧形 8"/>
            <p:cNvSpPr/>
            <p:nvPr/>
          </p:nvSpPr>
          <p:spPr>
            <a:xfrm>
              <a:off x="4627957" y="2261746"/>
              <a:ext cx="2944327" cy="2944327"/>
            </a:xfrm>
            <a:prstGeom prst="arc">
              <a:avLst>
                <a:gd name="adj1" fmla="val 11844384"/>
                <a:gd name="adj2" fmla="val 20379277"/>
              </a:avLst>
            </a:prstGeom>
            <a:ln w="12700">
              <a:solidFill>
                <a:schemeClr val="accent1">
                  <a:alpha val="50000"/>
                </a:schemeClr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5" name="弧形 7"/>
            <p:cNvSpPr/>
            <p:nvPr/>
          </p:nvSpPr>
          <p:spPr>
            <a:xfrm flipH="1" flipV="1">
              <a:off x="4627957" y="2244487"/>
              <a:ext cx="2944327" cy="2944327"/>
            </a:xfrm>
            <a:prstGeom prst="arc">
              <a:avLst>
                <a:gd name="adj1" fmla="val 11844384"/>
                <a:gd name="adj2" fmla="val 20379277"/>
              </a:avLst>
            </a:prstGeom>
            <a:ln w="12700">
              <a:solidFill>
                <a:schemeClr val="accent2">
                  <a:alpha val="50000"/>
                </a:schemeClr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6" name="任意多边形 4"/>
            <p:cNvSpPr/>
            <p:nvPr/>
          </p:nvSpPr>
          <p:spPr bwMode="auto">
            <a:xfrm>
              <a:off x="5238749" y="2904577"/>
              <a:ext cx="818633" cy="1603206"/>
            </a:xfrm>
            <a:custGeom>
              <a:avLst/>
              <a:gdLst>
                <a:gd name="T0" fmla="*/ 443 w 459"/>
                <a:gd name="T1" fmla="*/ 786 h 898"/>
                <a:gd name="T2" fmla="*/ 185 w 459"/>
                <a:gd name="T3" fmla="*/ 733 h 898"/>
                <a:gd name="T4" fmla="*/ 60 w 459"/>
                <a:gd name="T5" fmla="*/ 574 h 898"/>
                <a:gd name="T6" fmla="*/ 63 w 459"/>
                <a:gd name="T7" fmla="*/ 377 h 898"/>
                <a:gd name="T8" fmla="*/ 190 w 459"/>
                <a:gd name="T9" fmla="*/ 208 h 898"/>
                <a:gd name="T10" fmla="*/ 443 w 459"/>
                <a:gd name="T11" fmla="*/ 91 h 898"/>
                <a:gd name="T12" fmla="*/ 443 w 459"/>
                <a:gd name="T13" fmla="*/ 78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9" h="898">
                  <a:moveTo>
                    <a:pt x="443" y="786"/>
                  </a:moveTo>
                  <a:cubicBezTo>
                    <a:pt x="459" y="894"/>
                    <a:pt x="206" y="898"/>
                    <a:pt x="185" y="733"/>
                  </a:cubicBezTo>
                  <a:cubicBezTo>
                    <a:pt x="81" y="762"/>
                    <a:pt x="10" y="662"/>
                    <a:pt x="60" y="574"/>
                  </a:cubicBezTo>
                  <a:cubicBezTo>
                    <a:pt x="0" y="533"/>
                    <a:pt x="1" y="413"/>
                    <a:pt x="63" y="377"/>
                  </a:cubicBezTo>
                  <a:cubicBezTo>
                    <a:pt x="16" y="326"/>
                    <a:pt x="74" y="183"/>
                    <a:pt x="190" y="208"/>
                  </a:cubicBezTo>
                  <a:cubicBezTo>
                    <a:pt x="158" y="93"/>
                    <a:pt x="326" y="0"/>
                    <a:pt x="443" y="91"/>
                  </a:cubicBezTo>
                  <a:lnTo>
                    <a:pt x="443" y="786"/>
                  </a:lnTo>
                  <a:close/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7" name="任意多边形 5"/>
            <p:cNvSpPr/>
            <p:nvPr/>
          </p:nvSpPr>
          <p:spPr bwMode="auto">
            <a:xfrm>
              <a:off x="5570385" y="3230835"/>
              <a:ext cx="187628" cy="176873"/>
            </a:xfrm>
            <a:custGeom>
              <a:avLst/>
              <a:gdLst>
                <a:gd name="T0" fmla="*/ 0 w 105"/>
                <a:gd name="T1" fmla="*/ 0 h 99"/>
                <a:gd name="T2" fmla="*/ 105 w 105"/>
                <a:gd name="T3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5" h="99">
                  <a:moveTo>
                    <a:pt x="0" y="0"/>
                  </a:moveTo>
                  <a:cubicBezTo>
                    <a:pt x="9" y="51"/>
                    <a:pt x="54" y="90"/>
                    <a:pt x="105" y="99"/>
                  </a:cubicBezTo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8" name="任意多边形 6"/>
            <p:cNvSpPr/>
            <p:nvPr/>
          </p:nvSpPr>
          <p:spPr bwMode="auto">
            <a:xfrm>
              <a:off x="5736502" y="3161520"/>
              <a:ext cx="289210" cy="194799"/>
            </a:xfrm>
            <a:custGeom>
              <a:avLst/>
              <a:gdLst>
                <a:gd name="T0" fmla="*/ 12 w 162"/>
                <a:gd name="T1" fmla="*/ 0 h 109"/>
                <a:gd name="T2" fmla="*/ 162 w 162"/>
                <a:gd name="T3" fmla="*/ 5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2" h="109">
                  <a:moveTo>
                    <a:pt x="12" y="0"/>
                  </a:moveTo>
                  <a:cubicBezTo>
                    <a:pt x="0" y="77"/>
                    <a:pt x="128" y="109"/>
                    <a:pt x="162" y="59"/>
                  </a:cubicBezTo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9" name="任意多边形 7"/>
            <p:cNvSpPr/>
            <p:nvPr/>
          </p:nvSpPr>
          <p:spPr bwMode="auto">
            <a:xfrm>
              <a:off x="5543495" y="3363489"/>
              <a:ext cx="100387" cy="123094"/>
            </a:xfrm>
            <a:custGeom>
              <a:avLst/>
              <a:gdLst>
                <a:gd name="T0" fmla="*/ 56 w 56"/>
                <a:gd name="T1" fmla="*/ 0 h 69"/>
                <a:gd name="T2" fmla="*/ 0 w 56"/>
                <a:gd name="T3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6" h="69">
                  <a:moveTo>
                    <a:pt x="56" y="0"/>
                  </a:moveTo>
                  <a:cubicBezTo>
                    <a:pt x="56" y="27"/>
                    <a:pt x="20" y="61"/>
                    <a:pt x="0" y="69"/>
                  </a:cubicBezTo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0" name="任意多边形 8"/>
            <p:cNvSpPr/>
            <p:nvPr/>
          </p:nvSpPr>
          <p:spPr bwMode="auto">
            <a:xfrm>
              <a:off x="5502863" y="3564861"/>
              <a:ext cx="513886" cy="223481"/>
            </a:xfrm>
            <a:custGeom>
              <a:avLst/>
              <a:gdLst>
                <a:gd name="T0" fmla="*/ 0 w 288"/>
                <a:gd name="T1" fmla="*/ 43 h 125"/>
                <a:gd name="T2" fmla="*/ 66 w 288"/>
                <a:gd name="T3" fmla="*/ 114 h 125"/>
                <a:gd name="T4" fmla="*/ 136 w 288"/>
                <a:gd name="T5" fmla="*/ 58 h 125"/>
                <a:gd name="T6" fmla="*/ 237 w 288"/>
                <a:gd name="T7" fmla="*/ 7 h 125"/>
                <a:gd name="T8" fmla="*/ 288 w 288"/>
                <a:gd name="T9" fmla="*/ 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8" h="125">
                  <a:moveTo>
                    <a:pt x="0" y="43"/>
                  </a:moveTo>
                  <a:cubicBezTo>
                    <a:pt x="31" y="58"/>
                    <a:pt x="32" y="104"/>
                    <a:pt x="66" y="114"/>
                  </a:cubicBezTo>
                  <a:cubicBezTo>
                    <a:pt x="102" y="125"/>
                    <a:pt x="121" y="86"/>
                    <a:pt x="136" y="58"/>
                  </a:cubicBezTo>
                  <a:cubicBezTo>
                    <a:pt x="157" y="16"/>
                    <a:pt x="190" y="0"/>
                    <a:pt x="237" y="7"/>
                  </a:cubicBezTo>
                  <a:cubicBezTo>
                    <a:pt x="253" y="9"/>
                    <a:pt x="279" y="20"/>
                    <a:pt x="288" y="25"/>
                  </a:cubicBezTo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1" name="任意多边形 9"/>
            <p:cNvSpPr/>
            <p:nvPr/>
          </p:nvSpPr>
          <p:spPr bwMode="auto">
            <a:xfrm>
              <a:off x="5438328" y="3563069"/>
              <a:ext cx="114131" cy="126679"/>
            </a:xfrm>
            <a:custGeom>
              <a:avLst/>
              <a:gdLst>
                <a:gd name="T0" fmla="*/ 0 w 64"/>
                <a:gd name="T1" fmla="*/ 41 h 71"/>
                <a:gd name="T2" fmla="*/ 38 w 64"/>
                <a:gd name="T3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4" h="71">
                  <a:moveTo>
                    <a:pt x="0" y="41"/>
                  </a:moveTo>
                  <a:cubicBezTo>
                    <a:pt x="24" y="71"/>
                    <a:pt x="64" y="27"/>
                    <a:pt x="38" y="0"/>
                  </a:cubicBezTo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2" name="任意多边形 10"/>
            <p:cNvSpPr/>
            <p:nvPr/>
          </p:nvSpPr>
          <p:spPr bwMode="auto">
            <a:xfrm>
              <a:off x="5784903" y="3859449"/>
              <a:ext cx="246187" cy="409317"/>
            </a:xfrm>
            <a:custGeom>
              <a:avLst/>
              <a:gdLst>
                <a:gd name="T0" fmla="*/ 138 w 138"/>
                <a:gd name="T1" fmla="*/ 33 h 229"/>
                <a:gd name="T2" fmla="*/ 41 w 138"/>
                <a:gd name="T3" fmla="*/ 74 h 229"/>
                <a:gd name="T4" fmla="*/ 54 w 138"/>
                <a:gd name="T5" fmla="*/ 193 h 229"/>
                <a:gd name="T6" fmla="*/ 0 w 138"/>
                <a:gd name="T7" fmla="*/ 225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8" h="229">
                  <a:moveTo>
                    <a:pt x="138" y="33"/>
                  </a:moveTo>
                  <a:cubicBezTo>
                    <a:pt x="104" y="0"/>
                    <a:pt x="52" y="38"/>
                    <a:pt x="41" y="74"/>
                  </a:cubicBezTo>
                  <a:cubicBezTo>
                    <a:pt x="28" y="116"/>
                    <a:pt x="68" y="151"/>
                    <a:pt x="54" y="193"/>
                  </a:cubicBezTo>
                  <a:cubicBezTo>
                    <a:pt x="45" y="218"/>
                    <a:pt x="25" y="229"/>
                    <a:pt x="0" y="225"/>
                  </a:cubicBezTo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3" name="任意多边形 11"/>
            <p:cNvSpPr/>
            <p:nvPr/>
          </p:nvSpPr>
          <p:spPr bwMode="auto">
            <a:xfrm>
              <a:off x="5501070" y="3841523"/>
              <a:ext cx="347770" cy="411109"/>
            </a:xfrm>
            <a:custGeom>
              <a:avLst/>
              <a:gdLst>
                <a:gd name="T0" fmla="*/ 39 w 195"/>
                <a:gd name="T1" fmla="*/ 230 h 230"/>
                <a:gd name="T2" fmla="*/ 111 w 195"/>
                <a:gd name="T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5" h="230">
                  <a:moveTo>
                    <a:pt x="39" y="230"/>
                  </a:moveTo>
                  <a:cubicBezTo>
                    <a:pt x="0" y="127"/>
                    <a:pt x="195" y="156"/>
                    <a:pt x="111" y="0"/>
                  </a:cubicBezTo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4" name="任意多边形 12"/>
            <p:cNvSpPr/>
            <p:nvPr/>
          </p:nvSpPr>
          <p:spPr bwMode="auto">
            <a:xfrm>
              <a:off x="5342124" y="3893509"/>
              <a:ext cx="228261" cy="44816"/>
            </a:xfrm>
            <a:custGeom>
              <a:avLst/>
              <a:gdLst>
                <a:gd name="T0" fmla="*/ 0 w 128"/>
                <a:gd name="T1" fmla="*/ 25 h 25"/>
                <a:gd name="T2" fmla="*/ 72 w 128"/>
                <a:gd name="T3" fmla="*/ 1 h 25"/>
                <a:gd name="T4" fmla="*/ 128 w 128"/>
                <a:gd name="T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8" h="25">
                  <a:moveTo>
                    <a:pt x="0" y="25"/>
                  </a:moveTo>
                  <a:cubicBezTo>
                    <a:pt x="14" y="2"/>
                    <a:pt x="48" y="0"/>
                    <a:pt x="72" y="1"/>
                  </a:cubicBezTo>
                  <a:cubicBezTo>
                    <a:pt x="94" y="3"/>
                    <a:pt x="119" y="19"/>
                    <a:pt x="128" y="22"/>
                  </a:cubicBezTo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5" name="任意多边形 13"/>
            <p:cNvSpPr/>
            <p:nvPr/>
          </p:nvSpPr>
          <p:spPr bwMode="auto">
            <a:xfrm>
              <a:off x="6212743" y="2990025"/>
              <a:ext cx="727806" cy="1455016"/>
            </a:xfrm>
            <a:custGeom>
              <a:avLst/>
              <a:gdLst>
                <a:gd name="T0" fmla="*/ 405 w 408"/>
                <a:gd name="T1" fmla="*/ 477 h 815"/>
                <a:gd name="T2" fmla="*/ 408 w 408"/>
                <a:gd name="T3" fmla="*/ 365 h 815"/>
                <a:gd name="T4" fmla="*/ 340 w 408"/>
                <a:gd name="T5" fmla="*/ 362 h 815"/>
                <a:gd name="T6" fmla="*/ 321 w 408"/>
                <a:gd name="T7" fmla="*/ 295 h 815"/>
                <a:gd name="T8" fmla="*/ 384 w 408"/>
                <a:gd name="T9" fmla="*/ 261 h 815"/>
                <a:gd name="T10" fmla="*/ 330 w 408"/>
                <a:gd name="T11" fmla="*/ 162 h 815"/>
                <a:gd name="T12" fmla="*/ 263 w 408"/>
                <a:gd name="T13" fmla="*/ 199 h 815"/>
                <a:gd name="T14" fmla="*/ 216 w 408"/>
                <a:gd name="T15" fmla="*/ 153 h 815"/>
                <a:gd name="T16" fmla="*/ 255 w 408"/>
                <a:gd name="T17" fmla="*/ 86 h 815"/>
                <a:gd name="T18" fmla="*/ 159 w 408"/>
                <a:gd name="T19" fmla="*/ 28 h 815"/>
                <a:gd name="T20" fmla="*/ 118 w 408"/>
                <a:gd name="T21" fmla="*/ 97 h 815"/>
                <a:gd name="T22" fmla="*/ 56 w 408"/>
                <a:gd name="T23" fmla="*/ 81 h 815"/>
                <a:gd name="T24" fmla="*/ 56 w 408"/>
                <a:gd name="T25" fmla="*/ 0 h 815"/>
                <a:gd name="T26" fmla="*/ 0 w 408"/>
                <a:gd name="T27" fmla="*/ 0 h 815"/>
                <a:gd name="T28" fmla="*/ 0 w 408"/>
                <a:gd name="T29" fmla="*/ 815 h 815"/>
                <a:gd name="T30" fmla="*/ 56 w 408"/>
                <a:gd name="T31" fmla="*/ 815 h 815"/>
                <a:gd name="T32" fmla="*/ 56 w 408"/>
                <a:gd name="T33" fmla="*/ 764 h 815"/>
                <a:gd name="T34" fmla="*/ 117 w 408"/>
                <a:gd name="T35" fmla="*/ 749 h 815"/>
                <a:gd name="T36" fmla="*/ 141 w 408"/>
                <a:gd name="T37" fmla="*/ 794 h 815"/>
                <a:gd name="T38" fmla="*/ 240 w 408"/>
                <a:gd name="T39" fmla="*/ 741 h 815"/>
                <a:gd name="T40" fmla="*/ 215 w 408"/>
                <a:gd name="T41" fmla="*/ 694 h 815"/>
                <a:gd name="T42" fmla="*/ 266 w 408"/>
                <a:gd name="T43" fmla="*/ 644 h 815"/>
                <a:gd name="T44" fmla="*/ 313 w 408"/>
                <a:gd name="T45" fmla="*/ 674 h 815"/>
                <a:gd name="T46" fmla="*/ 373 w 408"/>
                <a:gd name="T47" fmla="*/ 579 h 815"/>
                <a:gd name="T48" fmla="*/ 323 w 408"/>
                <a:gd name="T49" fmla="*/ 547 h 815"/>
                <a:gd name="T50" fmla="*/ 342 w 408"/>
                <a:gd name="T51" fmla="*/ 475 h 815"/>
                <a:gd name="T52" fmla="*/ 405 w 408"/>
                <a:gd name="T53" fmla="*/ 477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8" h="815">
                  <a:moveTo>
                    <a:pt x="405" y="477"/>
                  </a:moveTo>
                  <a:cubicBezTo>
                    <a:pt x="408" y="365"/>
                    <a:pt x="408" y="365"/>
                    <a:pt x="408" y="365"/>
                  </a:cubicBezTo>
                  <a:cubicBezTo>
                    <a:pt x="340" y="362"/>
                    <a:pt x="340" y="362"/>
                    <a:pt x="340" y="362"/>
                  </a:cubicBezTo>
                  <a:cubicBezTo>
                    <a:pt x="336" y="339"/>
                    <a:pt x="330" y="317"/>
                    <a:pt x="321" y="295"/>
                  </a:cubicBezTo>
                  <a:cubicBezTo>
                    <a:pt x="384" y="261"/>
                    <a:pt x="384" y="261"/>
                    <a:pt x="384" y="261"/>
                  </a:cubicBezTo>
                  <a:cubicBezTo>
                    <a:pt x="330" y="162"/>
                    <a:pt x="330" y="162"/>
                    <a:pt x="330" y="162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49" y="182"/>
                    <a:pt x="233" y="166"/>
                    <a:pt x="216" y="153"/>
                  </a:cubicBezTo>
                  <a:cubicBezTo>
                    <a:pt x="255" y="86"/>
                    <a:pt x="255" y="86"/>
                    <a:pt x="255" y="86"/>
                  </a:cubicBezTo>
                  <a:cubicBezTo>
                    <a:pt x="159" y="28"/>
                    <a:pt x="159" y="28"/>
                    <a:pt x="159" y="28"/>
                  </a:cubicBezTo>
                  <a:cubicBezTo>
                    <a:pt x="118" y="97"/>
                    <a:pt x="118" y="97"/>
                    <a:pt x="118" y="97"/>
                  </a:cubicBezTo>
                  <a:cubicBezTo>
                    <a:pt x="98" y="90"/>
                    <a:pt x="77" y="85"/>
                    <a:pt x="56" y="81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15"/>
                    <a:pt x="0" y="815"/>
                    <a:pt x="0" y="815"/>
                  </a:cubicBezTo>
                  <a:cubicBezTo>
                    <a:pt x="56" y="815"/>
                    <a:pt x="56" y="815"/>
                    <a:pt x="56" y="815"/>
                  </a:cubicBezTo>
                  <a:cubicBezTo>
                    <a:pt x="56" y="764"/>
                    <a:pt x="56" y="764"/>
                    <a:pt x="56" y="764"/>
                  </a:cubicBezTo>
                  <a:cubicBezTo>
                    <a:pt x="77" y="761"/>
                    <a:pt x="97" y="756"/>
                    <a:pt x="117" y="749"/>
                  </a:cubicBezTo>
                  <a:cubicBezTo>
                    <a:pt x="141" y="794"/>
                    <a:pt x="141" y="794"/>
                    <a:pt x="141" y="794"/>
                  </a:cubicBezTo>
                  <a:cubicBezTo>
                    <a:pt x="240" y="741"/>
                    <a:pt x="240" y="741"/>
                    <a:pt x="240" y="741"/>
                  </a:cubicBezTo>
                  <a:cubicBezTo>
                    <a:pt x="215" y="694"/>
                    <a:pt x="215" y="694"/>
                    <a:pt x="215" y="694"/>
                  </a:cubicBezTo>
                  <a:cubicBezTo>
                    <a:pt x="234" y="679"/>
                    <a:pt x="251" y="662"/>
                    <a:pt x="266" y="644"/>
                  </a:cubicBezTo>
                  <a:cubicBezTo>
                    <a:pt x="313" y="674"/>
                    <a:pt x="313" y="674"/>
                    <a:pt x="313" y="674"/>
                  </a:cubicBezTo>
                  <a:cubicBezTo>
                    <a:pt x="373" y="579"/>
                    <a:pt x="373" y="579"/>
                    <a:pt x="373" y="579"/>
                  </a:cubicBezTo>
                  <a:cubicBezTo>
                    <a:pt x="323" y="547"/>
                    <a:pt x="323" y="547"/>
                    <a:pt x="323" y="547"/>
                  </a:cubicBezTo>
                  <a:cubicBezTo>
                    <a:pt x="332" y="524"/>
                    <a:pt x="338" y="500"/>
                    <a:pt x="342" y="475"/>
                  </a:cubicBezTo>
                  <a:lnTo>
                    <a:pt x="405" y="477"/>
                  </a:lnTo>
                  <a:close/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6" name="任意多边形 14"/>
            <p:cNvSpPr/>
            <p:nvPr/>
          </p:nvSpPr>
          <p:spPr bwMode="auto">
            <a:xfrm>
              <a:off x="6212743" y="3279236"/>
              <a:ext cx="437401" cy="876595"/>
            </a:xfrm>
            <a:custGeom>
              <a:avLst/>
              <a:gdLst>
                <a:gd name="T0" fmla="*/ 0 w 245"/>
                <a:gd name="T1" fmla="*/ 0 h 491"/>
                <a:gd name="T2" fmla="*/ 0 w 245"/>
                <a:gd name="T3" fmla="*/ 77 h 491"/>
                <a:gd name="T4" fmla="*/ 168 w 245"/>
                <a:gd name="T5" fmla="*/ 245 h 491"/>
                <a:gd name="T6" fmla="*/ 0 w 245"/>
                <a:gd name="T7" fmla="*/ 414 h 491"/>
                <a:gd name="T8" fmla="*/ 0 w 245"/>
                <a:gd name="T9" fmla="*/ 491 h 491"/>
                <a:gd name="T10" fmla="*/ 245 w 245"/>
                <a:gd name="T11" fmla="*/ 245 h 491"/>
                <a:gd name="T12" fmla="*/ 0 w 245"/>
                <a:gd name="T13" fmla="*/ 0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5" h="491">
                  <a:moveTo>
                    <a:pt x="0" y="0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93" y="78"/>
                    <a:pt x="168" y="153"/>
                    <a:pt x="168" y="245"/>
                  </a:cubicBezTo>
                  <a:cubicBezTo>
                    <a:pt x="168" y="338"/>
                    <a:pt x="93" y="413"/>
                    <a:pt x="0" y="414"/>
                  </a:cubicBezTo>
                  <a:cubicBezTo>
                    <a:pt x="0" y="491"/>
                    <a:pt x="0" y="491"/>
                    <a:pt x="0" y="491"/>
                  </a:cubicBezTo>
                  <a:cubicBezTo>
                    <a:pt x="136" y="491"/>
                    <a:pt x="245" y="381"/>
                    <a:pt x="245" y="245"/>
                  </a:cubicBezTo>
                  <a:cubicBezTo>
                    <a:pt x="245" y="110"/>
                    <a:pt x="136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7" name="íṧlíďe"/>
            <p:cNvSpPr/>
            <p:nvPr/>
          </p:nvSpPr>
          <p:spPr>
            <a:xfrm>
              <a:off x="5753427" y="1977039"/>
              <a:ext cx="685146" cy="673780"/>
            </a:xfrm>
            <a:prstGeom prst="ellipse">
              <a:avLst/>
            </a:prstGeom>
            <a:solidFill>
              <a:schemeClr val="accent1"/>
            </a:solidFill>
          </p:spPr>
          <p:txBody>
            <a:bodyPr wrap="none" lIns="108000" tIns="108000" rIns="108000" bIns="10800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kumimoji="1" lang="en-US" altLang="zh-CN" sz="1600" b="1" dirty="0">
                <a:noFill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8" name="íṧlíďe"/>
            <p:cNvSpPr/>
            <p:nvPr/>
          </p:nvSpPr>
          <p:spPr>
            <a:xfrm>
              <a:off x="5747077" y="4780039"/>
              <a:ext cx="685146" cy="673780"/>
            </a:xfrm>
            <a:prstGeom prst="ellipse">
              <a:avLst/>
            </a:prstGeom>
            <a:solidFill>
              <a:schemeClr val="accent2"/>
            </a:solidFill>
          </p:spPr>
          <p:txBody>
            <a:bodyPr wrap="none" lIns="108000" tIns="108000" rIns="108000" bIns="108000" rtlCol="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kumimoji="1" lang="en-US" altLang="zh-CN" sz="1600" b="1" dirty="0">
                <a:noFill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9" name="1"/>
            <p:cNvSpPr/>
            <p:nvPr/>
          </p:nvSpPr>
          <p:spPr>
            <a:xfrm>
              <a:off x="3770271" y="3163168"/>
              <a:ext cx="1141487" cy="1141484"/>
            </a:xfrm>
            <a:prstGeom prst="ellipse">
              <a:avLst/>
            </a:prstGeom>
            <a:solidFill>
              <a:srgbClr val="FFFFFF"/>
            </a:solidFill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80" name="1"/>
            <p:cNvSpPr/>
            <p:nvPr/>
          </p:nvSpPr>
          <p:spPr>
            <a:xfrm flipH="1">
              <a:off x="7275061" y="3163168"/>
              <a:ext cx="1141487" cy="1141484"/>
            </a:xfrm>
            <a:prstGeom prst="ellipse">
              <a:avLst/>
            </a:prstGeom>
            <a:solidFill>
              <a:srgbClr val="FFFFFF"/>
            </a:solidFill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181" name="组合 12"/>
            <p:cNvGrpSpPr/>
            <p:nvPr/>
          </p:nvGrpSpPr>
          <p:grpSpPr>
            <a:xfrm>
              <a:off x="3908791" y="2147124"/>
              <a:ext cx="2326273" cy="2019009"/>
              <a:chOff x="3908791" y="2147124"/>
              <a:chExt cx="2326273" cy="2019009"/>
            </a:xfrm>
          </p:grpSpPr>
          <p:sp>
            <p:nvSpPr>
              <p:cNvPr id="182" name="Number1"/>
              <p:cNvSpPr/>
              <p:nvPr/>
            </p:nvSpPr>
            <p:spPr>
              <a:xfrm>
                <a:off x="3908791" y="3301687"/>
                <a:ext cx="864448" cy="864446"/>
              </a:xfrm>
              <a:prstGeom prst="ellipse">
                <a:avLst/>
              </a:prstGeom>
              <a:solidFill>
                <a:schemeClr val="accent1"/>
              </a:solidFill>
            </p:spPr>
            <p:txBody>
              <a:bodyPr wrap="none" lIns="108000" tIns="108000" rIns="108000" bIns="10800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600" b="1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微软雅黑"/>
                    <a:cs typeface="+mn-cs"/>
                    <a:sym typeface="Arial"/>
                  </a:rPr>
                  <a:t>Require</a:t>
                </a:r>
                <a:endParaRPr/>
              </a:p>
            </p:txBody>
          </p:sp>
          <p:sp>
            <p:nvSpPr>
              <p:cNvPr id="183" name="Icon1"/>
              <p:cNvSpPr/>
              <p:nvPr/>
            </p:nvSpPr>
            <p:spPr>
              <a:xfrm>
                <a:off x="5948619" y="2147124"/>
                <a:ext cx="286445" cy="315786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4017 w 495300"/>
                  <a:gd name="connsiteY2" fmla="*/ 484491 h 542925"/>
                  <a:gd name="connsiteX3" fmla="*/ 346877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663 w 495300"/>
                  <a:gd name="connsiteY8" fmla="*/ 524496 h 542925"/>
                  <a:gd name="connsiteX9" fmla="*/ 173523 w 495300"/>
                  <a:gd name="connsiteY9" fmla="*/ 484491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573 w 495300"/>
                  <a:gd name="connsiteY12" fmla="*/ 489254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967 w 495300"/>
                  <a:gd name="connsiteY15" fmla="*/ 489254 h 542925"/>
                  <a:gd name="connsiteX16" fmla="*/ 248770 w 495300"/>
                  <a:gd name="connsiteY16" fmla="*/ 495921 h 542925"/>
                  <a:gd name="connsiteX17" fmla="*/ 192573 w 495300"/>
                  <a:gd name="connsiteY17" fmla="*/ 489254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930" y="621"/>
                      <a:pt x="496420" y="111111"/>
                      <a:pt x="496420" y="248271"/>
                    </a:cubicBezTo>
                    <a:cubicBezTo>
                      <a:pt x="496420" y="358761"/>
                      <a:pt x="424030" y="452106"/>
                      <a:pt x="324017" y="484491"/>
                    </a:cubicBezTo>
                    <a:lnTo>
                      <a:pt x="346877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663" y="524496"/>
                    </a:lnTo>
                    <a:lnTo>
                      <a:pt x="173523" y="484491"/>
                    </a:lnTo>
                    <a:cubicBezTo>
                      <a:pt x="73510" y="453059"/>
                      <a:pt x="1120" y="358761"/>
                      <a:pt x="1120" y="248271"/>
                    </a:cubicBezTo>
                    <a:cubicBezTo>
                      <a:pt x="1120" y="111111"/>
                      <a:pt x="111610" y="621"/>
                      <a:pt x="248770" y="621"/>
                    </a:cubicBezTo>
                    <a:close/>
                    <a:moveTo>
                      <a:pt x="192573" y="489254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967" y="489254"/>
                    </a:lnTo>
                    <a:cubicBezTo>
                      <a:pt x="286870" y="493064"/>
                      <a:pt x="267820" y="495921"/>
                      <a:pt x="248770" y="495921"/>
                    </a:cubicBezTo>
                    <a:cubicBezTo>
                      <a:pt x="229720" y="495921"/>
                      <a:pt x="210670" y="493064"/>
                      <a:pt x="192573" y="489254"/>
                    </a:cubicBezTo>
                    <a:close/>
                    <a:moveTo>
                      <a:pt x="248770" y="143496"/>
                    </a:moveTo>
                    <a:cubicBezTo>
                      <a:pt x="190667" y="143496"/>
                      <a:pt x="143995" y="190169"/>
                      <a:pt x="143995" y="248271"/>
                    </a:cubicBezTo>
                    <a:cubicBezTo>
                      <a:pt x="143995" y="306374"/>
                      <a:pt x="190667" y="353046"/>
                      <a:pt x="248770" y="353046"/>
                    </a:cubicBezTo>
                    <a:cubicBezTo>
                      <a:pt x="306873" y="353046"/>
                      <a:pt x="353545" y="306374"/>
                      <a:pt x="353545" y="248271"/>
                    </a:cubicBezTo>
                    <a:cubicBezTo>
                      <a:pt x="353545" y="190169"/>
                      <a:pt x="306873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60213" y="114921"/>
                      <a:pt x="353545" y="121589"/>
                      <a:pt x="353545" y="129209"/>
                    </a:cubicBezTo>
                    <a:cubicBezTo>
                      <a:pt x="353545" y="136829"/>
                      <a:pt x="360213" y="143496"/>
                      <a:pt x="367833" y="143496"/>
                    </a:cubicBezTo>
                    <a:cubicBezTo>
                      <a:pt x="375452" y="143496"/>
                      <a:pt x="382120" y="136829"/>
                      <a:pt x="382120" y="129209"/>
                    </a:cubicBezTo>
                    <a:cubicBezTo>
                      <a:pt x="382120" y="121589"/>
                      <a:pt x="375452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84" name="组合 13"/>
            <p:cNvGrpSpPr/>
            <p:nvPr/>
          </p:nvGrpSpPr>
          <p:grpSpPr>
            <a:xfrm>
              <a:off x="5945720" y="3301687"/>
              <a:ext cx="2332308" cy="1975493"/>
              <a:chOff x="5945720" y="3301687"/>
              <a:chExt cx="2332308" cy="1975493"/>
            </a:xfrm>
          </p:grpSpPr>
          <p:sp>
            <p:nvSpPr>
              <p:cNvPr id="185" name="Number2"/>
              <p:cNvSpPr/>
              <p:nvPr/>
            </p:nvSpPr>
            <p:spPr>
              <a:xfrm>
                <a:off x="7413580" y="3301687"/>
                <a:ext cx="864448" cy="864446"/>
              </a:xfrm>
              <a:prstGeom prst="ellipse">
                <a:avLst/>
              </a:prstGeom>
              <a:solidFill>
                <a:schemeClr val="accent2"/>
              </a:solidFill>
            </p:spPr>
            <p:txBody>
              <a:bodyPr wrap="none" lIns="108000" tIns="108000" rIns="108000" bIns="10800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600" b="1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微软雅黑"/>
                    <a:cs typeface="+mn-cs"/>
                    <a:sym typeface="Arial"/>
                  </a:rPr>
                  <a:t>Env.</a:t>
                </a:r>
                <a:endParaRPr/>
              </a:p>
            </p:txBody>
          </p:sp>
          <p:sp>
            <p:nvSpPr>
              <p:cNvPr id="186" name="Icon2"/>
              <p:cNvSpPr/>
              <p:nvPr/>
            </p:nvSpPr>
            <p:spPr>
              <a:xfrm>
                <a:off x="5945720" y="4961394"/>
                <a:ext cx="292703" cy="315786"/>
              </a:xfrm>
              <a:custGeom>
                <a:avLst/>
                <a:gdLst>
                  <a:gd name="connsiteX0" fmla="*/ 8356 w 487477"/>
                  <a:gd name="connsiteY0" fmla="*/ 512114 h 522922"/>
                  <a:gd name="connsiteX1" fmla="*/ 8356 w 487477"/>
                  <a:gd name="connsiteY1" fmla="*/ 512114 h 522922"/>
                  <a:gd name="connsiteX2" fmla="*/ 8356 w 487477"/>
                  <a:gd name="connsiteY2" fmla="*/ 512114 h 522922"/>
                  <a:gd name="connsiteX3" fmla="*/ 7404 w 487477"/>
                  <a:gd name="connsiteY3" fmla="*/ 511161 h 522922"/>
                  <a:gd name="connsiteX4" fmla="*/ 5499 w 487477"/>
                  <a:gd name="connsiteY4" fmla="*/ 508303 h 522922"/>
                  <a:gd name="connsiteX5" fmla="*/ 5499 w 487477"/>
                  <a:gd name="connsiteY5" fmla="*/ 508303 h 522922"/>
                  <a:gd name="connsiteX6" fmla="*/ 5499 w 487477"/>
                  <a:gd name="connsiteY6" fmla="*/ 507351 h 522922"/>
                  <a:gd name="connsiteX7" fmla="*/ 4546 w 487477"/>
                  <a:gd name="connsiteY7" fmla="*/ 505446 h 522922"/>
                  <a:gd name="connsiteX8" fmla="*/ 3593 w 487477"/>
                  <a:gd name="connsiteY8" fmla="*/ 503541 h 522922"/>
                  <a:gd name="connsiteX9" fmla="*/ 3593 w 487477"/>
                  <a:gd name="connsiteY9" fmla="*/ 503541 h 522922"/>
                  <a:gd name="connsiteX10" fmla="*/ 3593 w 487477"/>
                  <a:gd name="connsiteY10" fmla="*/ 503541 h 522922"/>
                  <a:gd name="connsiteX11" fmla="*/ 3593 w 487477"/>
                  <a:gd name="connsiteY11" fmla="*/ 503541 h 522922"/>
                  <a:gd name="connsiteX12" fmla="*/ 2641 w 487477"/>
                  <a:gd name="connsiteY12" fmla="*/ 501636 h 522922"/>
                  <a:gd name="connsiteX13" fmla="*/ 2641 w 487477"/>
                  <a:gd name="connsiteY13" fmla="*/ 500684 h 522922"/>
                  <a:gd name="connsiteX14" fmla="*/ 1689 w 487477"/>
                  <a:gd name="connsiteY14" fmla="*/ 498778 h 522922"/>
                  <a:gd name="connsiteX15" fmla="*/ 736 w 487477"/>
                  <a:gd name="connsiteY15" fmla="*/ 494968 h 522922"/>
                  <a:gd name="connsiteX16" fmla="*/ 736 w 487477"/>
                  <a:gd name="connsiteY16" fmla="*/ 492111 h 522922"/>
                  <a:gd name="connsiteX17" fmla="*/ 736 w 487477"/>
                  <a:gd name="connsiteY17" fmla="*/ 485443 h 522922"/>
                  <a:gd name="connsiteX18" fmla="*/ 5499 w 487477"/>
                  <a:gd name="connsiteY18" fmla="*/ 467346 h 522922"/>
                  <a:gd name="connsiteX19" fmla="*/ 155041 w 487477"/>
                  <a:gd name="connsiteY19" fmla="*/ 151116 h 522922"/>
                  <a:gd name="connsiteX20" fmla="*/ 158851 w 487477"/>
                  <a:gd name="connsiteY20" fmla="*/ 134924 h 522922"/>
                  <a:gd name="connsiteX21" fmla="*/ 158851 w 487477"/>
                  <a:gd name="connsiteY21" fmla="*/ 19671 h 522922"/>
                  <a:gd name="connsiteX22" fmla="*/ 120751 w 487477"/>
                  <a:gd name="connsiteY22" fmla="*/ 19671 h 522922"/>
                  <a:gd name="connsiteX23" fmla="*/ 120751 w 487477"/>
                  <a:gd name="connsiteY23" fmla="*/ 621 h 522922"/>
                  <a:gd name="connsiteX24" fmla="*/ 368401 w 487477"/>
                  <a:gd name="connsiteY24" fmla="*/ 621 h 522922"/>
                  <a:gd name="connsiteX25" fmla="*/ 368401 w 487477"/>
                  <a:gd name="connsiteY25" fmla="*/ 19671 h 522922"/>
                  <a:gd name="connsiteX26" fmla="*/ 330301 w 487477"/>
                  <a:gd name="connsiteY26" fmla="*/ 19671 h 522922"/>
                  <a:gd name="connsiteX27" fmla="*/ 330301 w 487477"/>
                  <a:gd name="connsiteY27" fmla="*/ 134924 h 522922"/>
                  <a:gd name="connsiteX28" fmla="*/ 334111 w 487477"/>
                  <a:gd name="connsiteY28" fmla="*/ 151116 h 522922"/>
                  <a:gd name="connsiteX29" fmla="*/ 483654 w 487477"/>
                  <a:gd name="connsiteY29" fmla="*/ 467346 h 522922"/>
                  <a:gd name="connsiteX30" fmla="*/ 485558 w 487477"/>
                  <a:gd name="connsiteY30" fmla="*/ 504493 h 522922"/>
                  <a:gd name="connsiteX31" fmla="*/ 485558 w 487477"/>
                  <a:gd name="connsiteY31" fmla="*/ 504493 h 522922"/>
                  <a:gd name="connsiteX32" fmla="*/ 484606 w 487477"/>
                  <a:gd name="connsiteY32" fmla="*/ 506399 h 522922"/>
                  <a:gd name="connsiteX33" fmla="*/ 459841 w 487477"/>
                  <a:gd name="connsiteY33" fmla="*/ 523543 h 522922"/>
                  <a:gd name="connsiteX34" fmla="*/ 457936 w 487477"/>
                  <a:gd name="connsiteY34" fmla="*/ 523543 h 522922"/>
                  <a:gd name="connsiteX35" fmla="*/ 32168 w 487477"/>
                  <a:gd name="connsiteY35" fmla="*/ 523543 h 522922"/>
                  <a:gd name="connsiteX36" fmla="*/ 30264 w 487477"/>
                  <a:gd name="connsiteY36" fmla="*/ 523543 h 522922"/>
                  <a:gd name="connsiteX37" fmla="*/ 27406 w 487477"/>
                  <a:gd name="connsiteY37" fmla="*/ 523543 h 522922"/>
                  <a:gd name="connsiteX38" fmla="*/ 23596 w 487477"/>
                  <a:gd name="connsiteY38" fmla="*/ 522591 h 522922"/>
                  <a:gd name="connsiteX39" fmla="*/ 23596 w 487477"/>
                  <a:gd name="connsiteY39" fmla="*/ 522591 h 522922"/>
                  <a:gd name="connsiteX40" fmla="*/ 17881 w 487477"/>
                  <a:gd name="connsiteY40" fmla="*/ 520686 h 522922"/>
                  <a:gd name="connsiteX41" fmla="*/ 15976 w 487477"/>
                  <a:gd name="connsiteY41" fmla="*/ 519734 h 522922"/>
                  <a:gd name="connsiteX42" fmla="*/ 15024 w 487477"/>
                  <a:gd name="connsiteY42" fmla="*/ 518781 h 522922"/>
                  <a:gd name="connsiteX43" fmla="*/ 10261 w 487477"/>
                  <a:gd name="connsiteY43" fmla="*/ 514971 h 522922"/>
                  <a:gd name="connsiteX44" fmla="*/ 8356 w 487477"/>
                  <a:gd name="connsiteY44" fmla="*/ 512114 h 522922"/>
                  <a:gd name="connsiteX45" fmla="*/ 8356 w 487477"/>
                  <a:gd name="connsiteY45" fmla="*/ 512114 h 522922"/>
                  <a:gd name="connsiteX46" fmla="*/ 255054 w 487477"/>
                  <a:gd name="connsiteY46" fmla="*/ 402576 h 522922"/>
                  <a:gd name="connsiteX47" fmla="*/ 252196 w 487477"/>
                  <a:gd name="connsiteY47" fmla="*/ 404481 h 522922"/>
                  <a:gd name="connsiteX48" fmla="*/ 246481 w 487477"/>
                  <a:gd name="connsiteY48" fmla="*/ 408291 h 522922"/>
                  <a:gd name="connsiteX49" fmla="*/ 55029 w 487477"/>
                  <a:gd name="connsiteY49" fmla="*/ 414959 h 522922"/>
                  <a:gd name="connsiteX50" fmla="*/ 51218 w 487477"/>
                  <a:gd name="connsiteY50" fmla="*/ 413053 h 522922"/>
                  <a:gd name="connsiteX51" fmla="*/ 22643 w 487477"/>
                  <a:gd name="connsiteY51" fmla="*/ 474014 h 522922"/>
                  <a:gd name="connsiteX52" fmla="*/ 21691 w 487477"/>
                  <a:gd name="connsiteY52" fmla="*/ 475918 h 522922"/>
                  <a:gd name="connsiteX53" fmla="*/ 21691 w 487477"/>
                  <a:gd name="connsiteY53" fmla="*/ 495921 h 522922"/>
                  <a:gd name="connsiteX54" fmla="*/ 29311 w 487477"/>
                  <a:gd name="connsiteY54" fmla="*/ 502589 h 522922"/>
                  <a:gd name="connsiteX55" fmla="*/ 30264 w 487477"/>
                  <a:gd name="connsiteY55" fmla="*/ 502589 h 522922"/>
                  <a:gd name="connsiteX56" fmla="*/ 31216 w 487477"/>
                  <a:gd name="connsiteY56" fmla="*/ 502589 h 522922"/>
                  <a:gd name="connsiteX57" fmla="*/ 456983 w 487477"/>
                  <a:gd name="connsiteY57" fmla="*/ 502589 h 522922"/>
                  <a:gd name="connsiteX58" fmla="*/ 457936 w 487477"/>
                  <a:gd name="connsiteY58" fmla="*/ 502589 h 522922"/>
                  <a:gd name="connsiteX59" fmla="*/ 466508 w 487477"/>
                  <a:gd name="connsiteY59" fmla="*/ 495921 h 522922"/>
                  <a:gd name="connsiteX60" fmla="*/ 467461 w 487477"/>
                  <a:gd name="connsiteY60" fmla="*/ 477824 h 522922"/>
                  <a:gd name="connsiteX61" fmla="*/ 466508 w 487477"/>
                  <a:gd name="connsiteY61" fmla="*/ 475918 h 522922"/>
                  <a:gd name="connsiteX62" fmla="*/ 465556 w 487477"/>
                  <a:gd name="connsiteY62" fmla="*/ 474014 h 522922"/>
                  <a:gd name="connsiteX63" fmla="*/ 423646 w 487477"/>
                  <a:gd name="connsiteY63" fmla="*/ 385431 h 522922"/>
                  <a:gd name="connsiteX64" fmla="*/ 255054 w 487477"/>
                  <a:gd name="connsiteY64" fmla="*/ 402576 h 522922"/>
                  <a:gd name="connsiteX65" fmla="*/ 305536 w 487477"/>
                  <a:gd name="connsiteY65" fmla="*/ 255891 h 522922"/>
                  <a:gd name="connsiteX66" fmla="*/ 272199 w 487477"/>
                  <a:gd name="connsiteY66" fmla="*/ 289228 h 522922"/>
                  <a:gd name="connsiteX67" fmla="*/ 305536 w 487477"/>
                  <a:gd name="connsiteY67" fmla="*/ 322566 h 522922"/>
                  <a:gd name="connsiteX68" fmla="*/ 338874 w 487477"/>
                  <a:gd name="connsiteY68" fmla="*/ 289228 h 522922"/>
                  <a:gd name="connsiteX69" fmla="*/ 305536 w 487477"/>
                  <a:gd name="connsiteY69" fmla="*/ 255891 h 522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487477" h="522922">
                    <a:moveTo>
                      <a:pt x="8356" y="512114"/>
                    </a:moveTo>
                    <a:lnTo>
                      <a:pt x="8356" y="512114"/>
                    </a:lnTo>
                    <a:lnTo>
                      <a:pt x="8356" y="512114"/>
                    </a:lnTo>
                    <a:lnTo>
                      <a:pt x="7404" y="511161"/>
                    </a:lnTo>
                    <a:cubicBezTo>
                      <a:pt x="6451" y="510209"/>
                      <a:pt x="6451" y="509256"/>
                      <a:pt x="5499" y="508303"/>
                    </a:cubicBezTo>
                    <a:lnTo>
                      <a:pt x="5499" y="508303"/>
                    </a:lnTo>
                    <a:lnTo>
                      <a:pt x="5499" y="507351"/>
                    </a:lnTo>
                    <a:lnTo>
                      <a:pt x="4546" y="505446"/>
                    </a:lnTo>
                    <a:lnTo>
                      <a:pt x="3593" y="503541"/>
                    </a:lnTo>
                    <a:lnTo>
                      <a:pt x="3593" y="503541"/>
                    </a:lnTo>
                    <a:lnTo>
                      <a:pt x="3593" y="503541"/>
                    </a:lnTo>
                    <a:lnTo>
                      <a:pt x="3593" y="503541"/>
                    </a:lnTo>
                    <a:lnTo>
                      <a:pt x="2641" y="501636"/>
                    </a:lnTo>
                    <a:cubicBezTo>
                      <a:pt x="2641" y="501636"/>
                      <a:pt x="2641" y="500684"/>
                      <a:pt x="2641" y="500684"/>
                    </a:cubicBezTo>
                    <a:cubicBezTo>
                      <a:pt x="2641" y="499731"/>
                      <a:pt x="2641" y="499731"/>
                      <a:pt x="1689" y="498778"/>
                    </a:cubicBezTo>
                    <a:cubicBezTo>
                      <a:pt x="1689" y="497826"/>
                      <a:pt x="736" y="495921"/>
                      <a:pt x="736" y="494968"/>
                    </a:cubicBezTo>
                    <a:lnTo>
                      <a:pt x="736" y="492111"/>
                    </a:lnTo>
                    <a:cubicBezTo>
                      <a:pt x="736" y="490206"/>
                      <a:pt x="736" y="487349"/>
                      <a:pt x="736" y="485443"/>
                    </a:cubicBezTo>
                    <a:cubicBezTo>
                      <a:pt x="736" y="478776"/>
                      <a:pt x="2641" y="473061"/>
                      <a:pt x="5499" y="467346"/>
                    </a:cubicBezTo>
                    <a:lnTo>
                      <a:pt x="155041" y="151116"/>
                    </a:lnTo>
                    <a:cubicBezTo>
                      <a:pt x="157899" y="146353"/>
                      <a:pt x="158851" y="140639"/>
                      <a:pt x="158851" y="134924"/>
                    </a:cubicBezTo>
                    <a:lnTo>
                      <a:pt x="158851" y="19671"/>
                    </a:lnTo>
                    <a:lnTo>
                      <a:pt x="120751" y="19671"/>
                    </a:lnTo>
                    <a:lnTo>
                      <a:pt x="120751" y="621"/>
                    </a:lnTo>
                    <a:lnTo>
                      <a:pt x="368401" y="621"/>
                    </a:lnTo>
                    <a:lnTo>
                      <a:pt x="368401" y="19671"/>
                    </a:lnTo>
                    <a:lnTo>
                      <a:pt x="330301" y="19671"/>
                    </a:lnTo>
                    <a:lnTo>
                      <a:pt x="330301" y="134924"/>
                    </a:lnTo>
                    <a:cubicBezTo>
                      <a:pt x="330301" y="140639"/>
                      <a:pt x="331254" y="146353"/>
                      <a:pt x="334111" y="151116"/>
                    </a:cubicBezTo>
                    <a:lnTo>
                      <a:pt x="483654" y="467346"/>
                    </a:lnTo>
                    <a:cubicBezTo>
                      <a:pt x="489368" y="478776"/>
                      <a:pt x="489368" y="492111"/>
                      <a:pt x="485558" y="504493"/>
                    </a:cubicBezTo>
                    <a:lnTo>
                      <a:pt x="485558" y="504493"/>
                    </a:lnTo>
                    <a:lnTo>
                      <a:pt x="484606" y="506399"/>
                    </a:lnTo>
                    <a:cubicBezTo>
                      <a:pt x="479843" y="515924"/>
                      <a:pt x="470318" y="522591"/>
                      <a:pt x="459841" y="523543"/>
                    </a:cubicBezTo>
                    <a:lnTo>
                      <a:pt x="457936" y="523543"/>
                    </a:lnTo>
                    <a:lnTo>
                      <a:pt x="32168" y="523543"/>
                    </a:lnTo>
                    <a:lnTo>
                      <a:pt x="30264" y="523543"/>
                    </a:lnTo>
                    <a:cubicBezTo>
                      <a:pt x="29311" y="523543"/>
                      <a:pt x="28358" y="523543"/>
                      <a:pt x="27406" y="523543"/>
                    </a:cubicBezTo>
                    <a:cubicBezTo>
                      <a:pt x="26454" y="523543"/>
                      <a:pt x="24549" y="523543"/>
                      <a:pt x="23596" y="522591"/>
                    </a:cubicBezTo>
                    <a:lnTo>
                      <a:pt x="23596" y="522591"/>
                    </a:lnTo>
                    <a:cubicBezTo>
                      <a:pt x="21691" y="521639"/>
                      <a:pt x="19786" y="521639"/>
                      <a:pt x="17881" y="520686"/>
                    </a:cubicBezTo>
                    <a:lnTo>
                      <a:pt x="15976" y="519734"/>
                    </a:lnTo>
                    <a:cubicBezTo>
                      <a:pt x="15976" y="519734"/>
                      <a:pt x="15024" y="519734"/>
                      <a:pt x="15024" y="518781"/>
                    </a:cubicBezTo>
                    <a:cubicBezTo>
                      <a:pt x="13118" y="517828"/>
                      <a:pt x="11214" y="515924"/>
                      <a:pt x="10261" y="514971"/>
                    </a:cubicBezTo>
                    <a:lnTo>
                      <a:pt x="8356" y="512114"/>
                    </a:lnTo>
                    <a:lnTo>
                      <a:pt x="8356" y="512114"/>
                    </a:lnTo>
                    <a:close/>
                    <a:moveTo>
                      <a:pt x="255054" y="402576"/>
                    </a:moveTo>
                    <a:lnTo>
                      <a:pt x="252196" y="404481"/>
                    </a:lnTo>
                    <a:lnTo>
                      <a:pt x="246481" y="408291"/>
                    </a:lnTo>
                    <a:cubicBezTo>
                      <a:pt x="198856" y="439724"/>
                      <a:pt x="119799" y="440676"/>
                      <a:pt x="55029" y="414959"/>
                    </a:cubicBezTo>
                    <a:lnTo>
                      <a:pt x="51218" y="413053"/>
                    </a:lnTo>
                    <a:lnTo>
                      <a:pt x="22643" y="474014"/>
                    </a:lnTo>
                    <a:lnTo>
                      <a:pt x="21691" y="475918"/>
                    </a:lnTo>
                    <a:cubicBezTo>
                      <a:pt x="18833" y="482586"/>
                      <a:pt x="18833" y="490206"/>
                      <a:pt x="21691" y="495921"/>
                    </a:cubicBezTo>
                    <a:cubicBezTo>
                      <a:pt x="22643" y="498778"/>
                      <a:pt x="25501" y="501636"/>
                      <a:pt x="29311" y="502589"/>
                    </a:cubicBezTo>
                    <a:lnTo>
                      <a:pt x="30264" y="502589"/>
                    </a:lnTo>
                    <a:lnTo>
                      <a:pt x="31216" y="502589"/>
                    </a:lnTo>
                    <a:lnTo>
                      <a:pt x="456983" y="502589"/>
                    </a:lnTo>
                    <a:lnTo>
                      <a:pt x="457936" y="502589"/>
                    </a:lnTo>
                    <a:cubicBezTo>
                      <a:pt x="461746" y="502589"/>
                      <a:pt x="464604" y="499731"/>
                      <a:pt x="466508" y="495921"/>
                    </a:cubicBezTo>
                    <a:cubicBezTo>
                      <a:pt x="468414" y="490206"/>
                      <a:pt x="469366" y="483539"/>
                      <a:pt x="467461" y="477824"/>
                    </a:cubicBezTo>
                    <a:lnTo>
                      <a:pt x="466508" y="475918"/>
                    </a:lnTo>
                    <a:lnTo>
                      <a:pt x="465556" y="474014"/>
                    </a:lnTo>
                    <a:lnTo>
                      <a:pt x="423646" y="385431"/>
                    </a:lnTo>
                    <a:cubicBezTo>
                      <a:pt x="365543" y="372096"/>
                      <a:pt x="296011" y="376859"/>
                      <a:pt x="255054" y="402576"/>
                    </a:cubicBezTo>
                    <a:close/>
                    <a:moveTo>
                      <a:pt x="305536" y="255891"/>
                    </a:moveTo>
                    <a:cubicBezTo>
                      <a:pt x="287439" y="255891"/>
                      <a:pt x="272199" y="271131"/>
                      <a:pt x="272199" y="289228"/>
                    </a:cubicBezTo>
                    <a:cubicBezTo>
                      <a:pt x="272199" y="307326"/>
                      <a:pt x="287439" y="322566"/>
                      <a:pt x="305536" y="322566"/>
                    </a:cubicBezTo>
                    <a:cubicBezTo>
                      <a:pt x="323633" y="322566"/>
                      <a:pt x="338874" y="307326"/>
                      <a:pt x="338874" y="289228"/>
                    </a:cubicBezTo>
                    <a:cubicBezTo>
                      <a:pt x="338874" y="270178"/>
                      <a:pt x="323633" y="255891"/>
                      <a:pt x="305536" y="2558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87" name="组合 2"/>
          <p:cNvGrpSpPr/>
          <p:nvPr/>
        </p:nvGrpSpPr>
        <p:grpSpPr>
          <a:xfrm>
            <a:off x="1889605" y="1446558"/>
            <a:ext cx="3853898" cy="1666774"/>
            <a:chOff x="660398" y="1959781"/>
            <a:chExt cx="3963442" cy="1666774"/>
          </a:xfrm>
        </p:grpSpPr>
        <p:sp>
          <p:nvSpPr>
            <p:cNvPr id="188" name="Text1"/>
            <p:cNvSpPr txBox="1"/>
            <p:nvPr/>
          </p:nvSpPr>
          <p:spPr>
            <a:xfrm flipH="1">
              <a:off x="660398" y="2502740"/>
              <a:ext cx="3963437" cy="1123815"/>
            </a:xfrm>
            <a:prstGeom prst="rect">
              <a:avLst/>
            </a:prstGeom>
            <a:noFill/>
          </p:spPr>
          <p:txBody>
            <a:bodyPr wrap="square" rtlCol="0" anchor="t" anchorCtr="0">
              <a:norm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lnSpc>
                  <a:spcPct val="150000"/>
                </a:lnSpc>
                <a:defRPr sz="12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zh-CN">
                  <a:solidFill>
                    <a:schemeClr val="tx1">
                      <a:alpha val="100000"/>
                    </a:schemeClr>
                  </a:solidFill>
                  <a:latin typeface="Arial"/>
                  <a:ea typeface="微软雅黑"/>
                  <a:cs typeface="+mn-cs"/>
                  <a:sym typeface="Arial"/>
                </a:rPr>
                <a:t>IntelliJ IDEA 2023.1 or later </a:t>
              </a:r>
              <a:endParaRPr/>
            </a:p>
          </p:txBody>
        </p:sp>
        <p:sp>
          <p:nvSpPr>
            <p:cNvPr id="189" name="Bullet1"/>
            <p:cNvSpPr txBox="1"/>
            <p:nvPr/>
          </p:nvSpPr>
          <p:spPr>
            <a:xfrm flipH="1">
              <a:off x="660399" y="1959781"/>
              <a:ext cx="3963441" cy="511504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lnSpc>
                  <a:spcPct val="150000"/>
                </a:lnSpc>
                <a:defRPr sz="12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CN" altLang="en-US" sz="18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Required IDE Version</a:t>
              </a:r>
              <a:endParaRPr lang="en-US" dirty="0"/>
            </a:p>
          </p:txBody>
        </p:sp>
      </p:grpSp>
      <p:grpSp>
        <p:nvGrpSpPr>
          <p:cNvPr id="190" name="组合 6"/>
          <p:cNvGrpSpPr/>
          <p:nvPr/>
        </p:nvGrpSpPr>
        <p:grpSpPr>
          <a:xfrm>
            <a:off x="1889605" y="2538496"/>
            <a:ext cx="3070532" cy="1666774"/>
            <a:chOff x="660398" y="3396921"/>
            <a:chExt cx="3565831" cy="1666774"/>
          </a:xfrm>
        </p:grpSpPr>
        <p:sp>
          <p:nvSpPr>
            <p:cNvPr id="191" name="Text2"/>
            <p:cNvSpPr txBox="1"/>
            <p:nvPr/>
          </p:nvSpPr>
          <p:spPr>
            <a:xfrm flipH="1">
              <a:off x="660398" y="3939880"/>
              <a:ext cx="3565825" cy="1123815"/>
            </a:xfrm>
            <a:prstGeom prst="rect">
              <a:avLst/>
            </a:prstGeom>
            <a:noFill/>
          </p:spPr>
          <p:txBody>
            <a:bodyPr wrap="square" rtlCol="0" anchor="t" anchorCtr="0">
              <a:norm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lnSpc>
                  <a:spcPct val="150000"/>
                </a:lnSpc>
                <a:defRPr sz="12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zh-CN">
                  <a:solidFill>
                    <a:schemeClr val="tx1">
                      <a:alpha val="100000"/>
                    </a:schemeClr>
                  </a:solidFill>
                  <a:latin typeface="Arial"/>
                  <a:ea typeface="微软雅黑"/>
                  <a:cs typeface="+mn-cs"/>
                  <a:sym typeface="Arial"/>
                </a:rPr>
                <a:t>Requires JDK 21 to run due to library dependencies used in the implementation</a:t>
              </a:r>
              <a:endParaRPr/>
            </a:p>
          </p:txBody>
        </p:sp>
        <p:sp>
          <p:nvSpPr>
            <p:cNvPr id="192" name="Bullet2"/>
            <p:cNvSpPr txBox="1"/>
            <p:nvPr/>
          </p:nvSpPr>
          <p:spPr>
            <a:xfrm flipH="1">
              <a:off x="660399" y="3396921"/>
              <a:ext cx="3565830" cy="511504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lnSpc>
                  <a:spcPct val="150000"/>
                </a:lnSpc>
                <a:defRPr sz="12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CN" altLang="en-US" sz="18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Required JDK Version</a:t>
              </a:r>
              <a:endParaRPr lang="en-US" dirty="0"/>
            </a:p>
          </p:txBody>
        </p:sp>
      </p:grpSp>
      <p:grpSp>
        <p:nvGrpSpPr>
          <p:cNvPr id="193" name="组合 11"/>
          <p:cNvGrpSpPr/>
          <p:nvPr/>
        </p:nvGrpSpPr>
        <p:grpSpPr>
          <a:xfrm>
            <a:off x="1889605" y="3801103"/>
            <a:ext cx="3853898" cy="1666774"/>
            <a:chOff x="660398" y="4834061"/>
            <a:chExt cx="3963442" cy="1666774"/>
          </a:xfrm>
        </p:grpSpPr>
        <p:sp>
          <p:nvSpPr>
            <p:cNvPr id="194" name="Text3"/>
            <p:cNvSpPr txBox="1"/>
            <p:nvPr/>
          </p:nvSpPr>
          <p:spPr>
            <a:xfrm flipH="1">
              <a:off x="660398" y="5377020"/>
              <a:ext cx="3963437" cy="1123815"/>
            </a:xfrm>
            <a:prstGeom prst="rect">
              <a:avLst/>
            </a:prstGeom>
            <a:noFill/>
          </p:spPr>
          <p:txBody>
            <a:bodyPr wrap="square" rtlCol="0" anchor="t" anchorCtr="0">
              <a:norm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lnSpc>
                  <a:spcPct val="150000"/>
                </a:lnSpc>
                <a:defRPr sz="12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Needs internet access to reach configured LLM and embedding service endpoints (e.g., DeepSeek, DashScope, Zhipu)</a:t>
              </a:r>
              <a:endParaRPr lang="en-US" dirty="0"/>
            </a:p>
          </p:txBody>
        </p:sp>
        <p:sp>
          <p:nvSpPr>
            <p:cNvPr id="195" name="Bullet3"/>
            <p:cNvSpPr txBox="1"/>
            <p:nvPr/>
          </p:nvSpPr>
          <p:spPr>
            <a:xfrm flipH="1">
              <a:off x="660399" y="4834061"/>
              <a:ext cx="3963441" cy="511504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lstStyle>
              <a:defPPr>
                <a:defRPr lang="zh-CN"/>
              </a:defPPr>
              <a:lvl1pPr marL="0" algn="ctr" defTabSz="914400" rtl="0" eaLnBrk="1" latinLnBrk="0" hangingPunct="1">
                <a:lnSpc>
                  <a:spcPct val="150000"/>
                </a:lnSpc>
                <a:defRPr sz="1200" kern="120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CN" altLang="en-US" sz="18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Network Connectivity Requirement</a:t>
              </a:r>
              <a:endParaRPr lang="en-US" dirty="0"/>
            </a:p>
          </p:txBody>
        </p:sp>
      </p:grpSp>
      <p:sp>
        <p:nvSpPr>
          <p:cNvPr id="196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Installation &amp; Environment Requirements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itle"/>
          <p:cNvSpPr txBox="1"/>
          <p:nvPr/>
        </p:nvSpPr>
        <p:spPr>
          <a:xfrm>
            <a:off x="660400" y="1028699"/>
            <a:ext cx="10858500" cy="584773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rmAutofit/>
          </a:bodyPr>
          <a:lstStyle>
            <a:defPPr>
              <a:defRPr lang="zh-CN"/>
            </a:defPPr>
            <a:lvl1pPr>
              <a:defRPr sz="2400" b="1">
                <a:cs typeface="+mn-ea"/>
              </a:defRPr>
            </a:lvl1pPr>
          </a:lstStyle>
          <a:p>
            <a:r>
              <a:rPr lang="en-US" sz="2000" b="0">
                <a:latin typeface="Arial"/>
                <a:ea typeface="微软雅黑"/>
                <a:cs typeface="微软雅黑"/>
                <a:sym typeface="Arial"/>
              </a:rPr>
              <a:t>Several i</a:t>
            </a:r>
            <a:r>
              <a:rPr lang="zh-CN" sz="2000" b="0">
                <a:latin typeface="Arial"/>
                <a:ea typeface="微软雅黑"/>
                <a:cs typeface="微软雅黑"/>
                <a:sym typeface="Arial"/>
              </a:rPr>
              <a:t>nstructions for initial setup before using MyPilot </a:t>
            </a:r>
            <a:endParaRPr/>
          </a:p>
        </p:txBody>
      </p:sp>
      <p:grpSp>
        <p:nvGrpSpPr>
          <p:cNvPr id="199" name="组合 40"/>
          <p:cNvGrpSpPr/>
          <p:nvPr/>
        </p:nvGrpSpPr>
        <p:grpSpPr>
          <a:xfrm>
            <a:off x="1194676" y="2450656"/>
            <a:ext cx="3390566" cy="1956688"/>
            <a:chOff x="4400717" y="2356338"/>
            <a:chExt cx="3390566" cy="1796632"/>
          </a:xfrm>
        </p:grpSpPr>
        <p:sp>
          <p:nvSpPr>
            <p:cNvPr id="200" name="ComponentBackground2"/>
            <p:cNvSpPr/>
            <p:nvPr/>
          </p:nvSpPr>
          <p:spPr>
            <a:xfrm>
              <a:off x="4400717" y="2356338"/>
              <a:ext cx="3390566" cy="1796632"/>
            </a:xfrm>
            <a:prstGeom prst="roundRect">
              <a:avLst>
                <a:gd name="adj" fmla="val 8000"/>
              </a:avLst>
            </a:prstGeom>
            <a:solidFill>
              <a:schemeClr val="tx1">
                <a:alpha val="5000"/>
              </a:schemeClr>
            </a:solidFill>
            <a:ln w="63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91440" tIns="45720" rIns="91440" bIns="45720" anchor="ctr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400" b="1">
                <a:solidFill>
                  <a:schemeClr val="tx1"/>
                </a:solidFill>
                <a:sym typeface="+mn-lt"/>
              </a:endParaRPr>
            </a:p>
          </p:txBody>
        </p:sp>
        <p:cxnSp>
          <p:nvCxnSpPr>
            <p:cNvPr id="201" name="line2"/>
            <p:cNvCxnSpPr/>
            <p:nvPr/>
          </p:nvCxnSpPr>
          <p:spPr>
            <a:xfrm>
              <a:off x="4419767" y="2815039"/>
              <a:ext cx="0" cy="87923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Text2"/>
            <p:cNvSpPr/>
            <p:nvPr/>
          </p:nvSpPr>
          <p:spPr>
            <a:xfrm>
              <a:off x="4624009" y="3012412"/>
              <a:ext cx="3034073" cy="1064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sz="1200" i="0">
                  <a:solidFill>
                    <a:schemeClr val="tx1">
                      <a:alpha val="100000"/>
                    </a:schemeClr>
                  </a:solidFill>
                  <a:effectLst/>
                  <a:latin typeface="Arial"/>
                  <a:ea typeface="微软雅黑"/>
                  <a:cs typeface="微软雅黑"/>
                  <a:sym typeface="Arial"/>
                </a:rPr>
                <a:t>Requires entry of </a:t>
              </a:r>
              <a:r>
                <a:rPr lang="zh-CN" sz="1200" i="0">
                  <a:solidFill>
                    <a:srgbClr val="FF0200">
                      <a:alpha val="100000"/>
                    </a:srgbClr>
                  </a:solidFill>
                  <a:effectLst/>
                  <a:latin typeface="Arial"/>
                  <a:ea typeface="微软雅黑"/>
                  <a:cs typeface="微软雅黑"/>
                  <a:sym typeface="Arial"/>
                </a:rPr>
                <a:t>API Base URL</a:t>
              </a:r>
              <a:r>
                <a:rPr lang="zh-CN" sz="1200" i="0">
                  <a:solidFill>
                    <a:schemeClr val="tx1">
                      <a:alpha val="100000"/>
                    </a:schemeClr>
                  </a:solidFill>
                  <a:effectLst/>
                  <a:latin typeface="Arial"/>
                  <a:ea typeface="微软雅黑"/>
                  <a:cs typeface="微软雅黑"/>
                  <a:sym typeface="Arial"/>
                </a:rPr>
                <a:t>, </a:t>
              </a:r>
              <a:r>
                <a:rPr lang="zh-CN" sz="1200" i="0">
                  <a:solidFill>
                    <a:srgbClr val="FF0200">
                      <a:alpha val="100000"/>
                    </a:srgbClr>
                  </a:solidFill>
                  <a:effectLst/>
                  <a:latin typeface="Arial"/>
                  <a:ea typeface="微软雅黑"/>
                  <a:cs typeface="微软雅黑"/>
                  <a:sym typeface="Arial"/>
                </a:rPr>
                <a:t>API Key</a:t>
              </a:r>
              <a:r>
                <a:rPr lang="zh-CN" sz="1200" i="0">
                  <a:solidFill>
                    <a:schemeClr val="tx1">
                      <a:alpha val="100000"/>
                    </a:schemeClr>
                  </a:solidFill>
                  <a:effectLst/>
                  <a:latin typeface="Arial"/>
                  <a:ea typeface="微软雅黑"/>
                  <a:cs typeface="微软雅黑"/>
                  <a:sym typeface="Arial"/>
                </a:rPr>
                <a:t>, and </a:t>
              </a:r>
              <a:r>
                <a:rPr lang="zh-CN" sz="1200" i="0">
                  <a:solidFill>
                    <a:srgbClr val="FF0200">
                      <a:alpha val="100000"/>
                    </a:srgbClr>
                  </a:solidFill>
                  <a:effectLst/>
                  <a:latin typeface="Arial"/>
                  <a:ea typeface="微软雅黑"/>
                  <a:cs typeface="微软雅黑"/>
                  <a:sym typeface="Arial"/>
                </a:rPr>
                <a:t>Model Name</a:t>
              </a:r>
              <a:r>
                <a:rPr lang="zh-CN" sz="1200" i="0">
                  <a:solidFill>
                    <a:schemeClr val="tx1">
                      <a:alpha val="100000"/>
                    </a:schemeClr>
                  </a:solidFill>
                  <a:effectLst/>
                  <a:latin typeface="Arial"/>
                  <a:ea typeface="微软雅黑"/>
                  <a:cs typeface="微软雅黑"/>
                  <a:sym typeface="Arial"/>
                </a:rPr>
                <a:t>; </a:t>
              </a:r>
              <a:endParaRPr/>
            </a:p>
          </p:txBody>
        </p:sp>
        <p:sp>
          <p:nvSpPr>
            <p:cNvPr id="203" name="Bullet2"/>
            <p:cNvSpPr/>
            <p:nvPr/>
          </p:nvSpPr>
          <p:spPr>
            <a:xfrm>
              <a:off x="4624014" y="2410087"/>
              <a:ext cx="3034073" cy="602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b="1">
                  <a:solidFill>
                    <a:schemeClr val="tx1">
                      <a:alpha val="100000"/>
                    </a:schemeClr>
                  </a:solidFill>
                  <a:latin typeface="Arial"/>
                  <a:ea typeface="微软雅黑"/>
                  <a:cs typeface="微软雅黑"/>
                  <a:sym typeface="Arial"/>
                </a:rPr>
                <a:t>LLM Configuration</a:t>
              </a:r>
              <a:endParaRPr/>
            </a:p>
          </p:txBody>
        </p:sp>
      </p:grpSp>
      <p:sp>
        <p:nvSpPr>
          <p:cNvPr id="204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First-Time Configuration</a:t>
            </a:r>
            <a:endParaRPr lang="en-US" dirty="0"/>
          </a:p>
        </p:txBody>
      </p:sp>
      <p:pic>
        <p:nvPicPr>
          <p:cNvPr id="205" name="图片 2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050" y="1613472"/>
            <a:ext cx="5383786" cy="410676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itle"/>
          <p:cNvSpPr txBox="1"/>
          <p:nvPr/>
        </p:nvSpPr>
        <p:spPr>
          <a:xfrm>
            <a:off x="660400" y="1028699"/>
            <a:ext cx="10858500" cy="584773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rmAutofit/>
          </a:bodyPr>
          <a:lstStyle>
            <a:defPPr>
              <a:defRPr lang="zh-CN"/>
            </a:defPPr>
            <a:lvl1pPr>
              <a:defRPr sz="2400" b="1">
                <a:cs typeface="+mn-ea"/>
              </a:defRPr>
            </a:lvl1pPr>
          </a:lstStyle>
          <a:p>
            <a:r>
              <a:rPr lang="en-US" sz="2000" b="0">
                <a:latin typeface="Arial"/>
                <a:ea typeface="微软雅黑"/>
                <a:cs typeface="微软雅黑"/>
                <a:sym typeface="Arial"/>
              </a:rPr>
              <a:t>Several i</a:t>
            </a:r>
            <a:r>
              <a:rPr lang="zh-CN" sz="2000" b="0">
                <a:latin typeface="Arial"/>
                <a:ea typeface="微软雅黑"/>
                <a:cs typeface="微软雅黑"/>
                <a:sym typeface="Arial"/>
              </a:rPr>
              <a:t>nstructions for initial setup before using MyPilot </a:t>
            </a:r>
            <a:endParaRPr/>
          </a:p>
        </p:txBody>
      </p:sp>
      <p:sp>
        <p:nvSpPr>
          <p:cNvPr id="208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First-Time Configuration</a:t>
            </a:r>
            <a:endParaRPr lang="en-US" dirty="0"/>
          </a:p>
        </p:txBody>
      </p:sp>
      <p:grpSp>
        <p:nvGrpSpPr>
          <p:cNvPr id="209" name="组合 48"/>
          <p:cNvGrpSpPr/>
          <p:nvPr/>
        </p:nvGrpSpPr>
        <p:grpSpPr>
          <a:xfrm>
            <a:off x="955023" y="2377560"/>
            <a:ext cx="3390566" cy="2102880"/>
            <a:chOff x="8128334" y="2356338"/>
            <a:chExt cx="3390566" cy="1930865"/>
          </a:xfrm>
        </p:grpSpPr>
        <p:sp>
          <p:nvSpPr>
            <p:cNvPr id="210" name="ComponentBackground3"/>
            <p:cNvSpPr/>
            <p:nvPr/>
          </p:nvSpPr>
          <p:spPr>
            <a:xfrm>
              <a:off x="8128334" y="2356338"/>
              <a:ext cx="3390566" cy="1796632"/>
            </a:xfrm>
            <a:prstGeom prst="roundRect">
              <a:avLst>
                <a:gd name="adj" fmla="val 8000"/>
              </a:avLst>
            </a:prstGeom>
            <a:solidFill>
              <a:schemeClr val="tx1">
                <a:alpha val="5000"/>
              </a:schemeClr>
            </a:solidFill>
            <a:ln w="63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91440" tIns="45720" rIns="91440" bIns="45720" anchor="ctr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400" b="1">
                <a:solidFill>
                  <a:schemeClr val="tx1"/>
                </a:solidFill>
                <a:sym typeface="+mn-lt"/>
              </a:endParaRPr>
            </a:p>
          </p:txBody>
        </p:sp>
        <p:cxnSp>
          <p:nvCxnSpPr>
            <p:cNvPr id="211" name="line3"/>
            <p:cNvCxnSpPr/>
            <p:nvPr/>
          </p:nvCxnSpPr>
          <p:spPr>
            <a:xfrm>
              <a:off x="8147384" y="2815039"/>
              <a:ext cx="0" cy="87923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Text3"/>
            <p:cNvSpPr/>
            <p:nvPr/>
          </p:nvSpPr>
          <p:spPr>
            <a:xfrm>
              <a:off x="8351631" y="3222445"/>
              <a:ext cx="3034073" cy="1064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sz="1200" i="0">
                  <a:solidFill>
                    <a:schemeClr val="tx1">
                      <a:alpha val="100000"/>
                    </a:schemeClr>
                  </a:solidFill>
                  <a:effectLst/>
                  <a:latin typeface="Arial"/>
                  <a:ea typeface="微软雅黑"/>
                  <a:cs typeface="微软雅黑"/>
                  <a:sym typeface="Arial"/>
                </a:rPr>
                <a:t>Must configure Embedding </a:t>
              </a:r>
              <a:r>
                <a:rPr lang="zh-CN" sz="1200" i="0">
                  <a:solidFill>
                    <a:srgbClr val="FF0200">
                      <a:alpha val="100000"/>
                    </a:srgbClr>
                  </a:solidFill>
                  <a:effectLst/>
                  <a:latin typeface="Arial"/>
                  <a:ea typeface="微软雅黑"/>
                  <a:cs typeface="微软雅黑"/>
                  <a:sym typeface="Arial"/>
                </a:rPr>
                <a:t>Type</a:t>
              </a:r>
              <a:r>
                <a:rPr lang="zh-CN" sz="1200" i="0">
                  <a:solidFill>
                    <a:schemeClr val="tx1">
                      <a:alpha val="100000"/>
                    </a:schemeClr>
                  </a:solidFill>
                  <a:effectLst/>
                  <a:latin typeface="Arial"/>
                  <a:ea typeface="微软雅黑"/>
                  <a:cs typeface="微软雅黑"/>
                  <a:sym typeface="Arial"/>
                </a:rPr>
                <a:t> and </a:t>
              </a:r>
              <a:r>
                <a:rPr lang="zh-CN" sz="1200" i="0">
                  <a:solidFill>
                    <a:srgbClr val="FF0200">
                      <a:alpha val="100000"/>
                    </a:srgbClr>
                  </a:solidFill>
                  <a:effectLst/>
                  <a:latin typeface="Arial"/>
                  <a:ea typeface="微软雅黑"/>
                  <a:cs typeface="微软雅黑"/>
                  <a:sym typeface="Arial"/>
                </a:rPr>
                <a:t>API URL</a:t>
              </a:r>
              <a:r>
                <a:rPr lang="zh-CN" sz="1200" i="0">
                  <a:solidFill>
                    <a:schemeClr val="tx1">
                      <a:alpha val="100000"/>
                    </a:schemeClr>
                  </a:solidFill>
                  <a:effectLst/>
                  <a:latin typeface="Arial"/>
                  <a:ea typeface="微软雅黑"/>
                  <a:cs typeface="微软雅黑"/>
                  <a:sym typeface="Arial"/>
                </a:rPr>
                <a:t> (DashScope/Zhipu/Local); </a:t>
              </a:r>
              <a:endParaRPr/>
            </a:p>
          </p:txBody>
        </p:sp>
        <p:sp>
          <p:nvSpPr>
            <p:cNvPr id="213" name="Bullet3"/>
            <p:cNvSpPr/>
            <p:nvPr/>
          </p:nvSpPr>
          <p:spPr>
            <a:xfrm>
              <a:off x="8351631" y="2513877"/>
              <a:ext cx="3034073" cy="602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 fontScale="85000"/>
            </a:bodyPr>
            <a:lstStyle/>
            <a:p>
              <a:pPr>
                <a:lnSpc>
                  <a:spcPct val="120000"/>
                </a:lnSpc>
              </a:pPr>
              <a:r>
                <a:rPr lang="zh-CN" b="1">
                  <a:solidFill>
                    <a:schemeClr val="tx1">
                      <a:alpha val="100000"/>
                    </a:schemeClr>
                  </a:solidFill>
                  <a:latin typeface="Arial"/>
                  <a:ea typeface="微软雅黑"/>
                  <a:cs typeface="微软雅黑"/>
                  <a:sym typeface="Arial"/>
                </a:rPr>
                <a:t>Embedding Configuration </a:t>
              </a:r>
              <a:endParaRPr/>
            </a:p>
            <a:p>
              <a:pPr>
                <a:lnSpc>
                  <a:spcPct val="120000"/>
                </a:lnSpc>
              </a:pPr>
              <a:r>
                <a:rPr lang="zh-CN" b="1">
                  <a:solidFill>
                    <a:schemeClr val="tx1">
                      <a:alpha val="100000"/>
                    </a:schemeClr>
                  </a:solidFill>
                  <a:latin typeface="Arial"/>
                  <a:ea typeface="微软雅黑"/>
                  <a:cs typeface="微软雅黑"/>
                  <a:sym typeface="Arial"/>
                </a:rPr>
                <a:t>for </a:t>
              </a:r>
              <a:r>
                <a:rPr lang="zh-CN" b="1">
                  <a:solidFill>
                    <a:srgbClr val="FF0200">
                      <a:alpha val="100000"/>
                    </a:srgbClr>
                  </a:solidFill>
                  <a:latin typeface="Arial"/>
                  <a:ea typeface="微软雅黑"/>
                  <a:cs typeface="微软雅黑"/>
                  <a:sym typeface="Arial"/>
                </a:rPr>
                <a:t>ASK</a:t>
              </a:r>
              <a:r>
                <a:rPr lang="zh-CN" b="1">
                  <a:solidFill>
                    <a:schemeClr val="tx1">
                      <a:alpha val="100000"/>
                    </a:schemeClr>
                  </a:solidFill>
                  <a:latin typeface="Arial"/>
                  <a:ea typeface="微软雅黑"/>
                  <a:cs typeface="微软雅黑"/>
                  <a:sym typeface="Arial"/>
                </a:rPr>
                <a:t> Mode</a:t>
              </a:r>
              <a:endParaRPr/>
            </a:p>
          </p:txBody>
        </p:sp>
      </p:grpSp>
      <p:pic>
        <p:nvPicPr>
          <p:cNvPr id="214" name="图片 2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034" y="2064480"/>
            <a:ext cx="6661014" cy="2729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itle"/>
          <p:cNvSpPr txBox="1"/>
          <p:nvPr/>
        </p:nvSpPr>
        <p:spPr>
          <a:xfrm>
            <a:off x="660400" y="1028699"/>
            <a:ext cx="10858500" cy="584773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rmAutofit/>
          </a:bodyPr>
          <a:lstStyle>
            <a:defPPr>
              <a:defRPr lang="zh-CN"/>
            </a:defPPr>
            <a:lvl1pPr>
              <a:defRPr sz="2400" b="1">
                <a:cs typeface="+mn-ea"/>
              </a:defRPr>
            </a:lvl1pPr>
          </a:lstStyle>
          <a:p>
            <a:r>
              <a:rPr lang="en-US" sz="2000" b="0">
                <a:latin typeface="Arial"/>
                <a:ea typeface="微软雅黑"/>
                <a:cs typeface="微软雅黑"/>
                <a:sym typeface="Arial"/>
              </a:rPr>
              <a:t>Several i</a:t>
            </a:r>
            <a:r>
              <a:rPr lang="zh-CN" sz="2000" b="0">
                <a:latin typeface="Arial"/>
                <a:ea typeface="微软雅黑"/>
                <a:cs typeface="微软雅黑"/>
                <a:sym typeface="Arial"/>
              </a:rPr>
              <a:t>nstructions for initial setup before using MyPilot </a:t>
            </a:r>
            <a:endParaRPr/>
          </a:p>
        </p:txBody>
      </p:sp>
      <p:sp>
        <p:nvSpPr>
          <p:cNvPr id="233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First-Time Configuration</a:t>
            </a:r>
            <a:endParaRPr lang="en-US" dirty="0"/>
          </a:p>
        </p:txBody>
      </p:sp>
      <p:grpSp>
        <p:nvGrpSpPr>
          <p:cNvPr id="234" name="组合 34"/>
          <p:cNvGrpSpPr/>
          <p:nvPr/>
        </p:nvGrpSpPr>
        <p:grpSpPr>
          <a:xfrm>
            <a:off x="1054538" y="2022177"/>
            <a:ext cx="3390566" cy="2928894"/>
            <a:chOff x="660400" y="4337468"/>
            <a:chExt cx="3390566" cy="1796632"/>
          </a:xfrm>
        </p:grpSpPr>
        <p:sp>
          <p:nvSpPr>
            <p:cNvPr id="235" name="ComponentBackground4"/>
            <p:cNvSpPr/>
            <p:nvPr/>
          </p:nvSpPr>
          <p:spPr>
            <a:xfrm>
              <a:off x="660400" y="4337468"/>
              <a:ext cx="3390566" cy="1796632"/>
            </a:xfrm>
            <a:prstGeom prst="roundRect">
              <a:avLst>
                <a:gd name="adj" fmla="val 8000"/>
              </a:avLst>
            </a:prstGeom>
            <a:solidFill>
              <a:schemeClr val="tx1">
                <a:alpha val="5000"/>
              </a:schemeClr>
            </a:solidFill>
            <a:ln w="63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91440" tIns="45720" rIns="91440" bIns="45720" anchor="ctr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400" b="1">
                <a:solidFill>
                  <a:schemeClr val="tx1"/>
                </a:solidFill>
                <a:sym typeface="+mn-lt"/>
              </a:endParaRPr>
            </a:p>
          </p:txBody>
        </p:sp>
        <p:cxnSp>
          <p:nvCxnSpPr>
            <p:cNvPr id="236" name="line4"/>
            <p:cNvCxnSpPr/>
            <p:nvPr/>
          </p:nvCxnSpPr>
          <p:spPr>
            <a:xfrm>
              <a:off x="679450" y="4796169"/>
              <a:ext cx="0" cy="87923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Text4"/>
            <p:cNvSpPr/>
            <p:nvPr/>
          </p:nvSpPr>
          <p:spPr>
            <a:xfrm>
              <a:off x="883692" y="4741026"/>
              <a:ext cx="3034073" cy="13172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0" indent="0" algn="l" defTabSz="914400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F0000">
                      <a:alpha val="100000"/>
                    </a:srgbClr>
                  </a:solidFill>
                  <a:latin typeface="微软雅黑"/>
                  <a:ea typeface="微软雅黑"/>
                  <a:cs typeface="+mn-cs"/>
                </a:rPr>
                <a:t>retrievalTopk</a:t>
              </a: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+mn-cs"/>
                </a:rPr>
                <a:t>:Retrieves the most relevant document from the knowledge base
</a:t>
              </a:r>
              <a:r>
                <a:rPr sz="1100">
                  <a:solidFill>
                    <a:srgbClr val="FF0000">
                      <a:alpha val="100000"/>
                    </a:srgbClr>
                  </a:solidFill>
                  <a:latin typeface="微软雅黑"/>
                  <a:ea typeface="微软雅黑"/>
                  <a:cs typeface="+mn-cs"/>
                </a:rPr>
                <a:t>relevanceThreshold</a:t>
              </a: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+mn-cs"/>
                </a:rPr>
                <a:t>:documents with similarity below this value will not be used. </a:t>
              </a:r>
              <a:r>
                <a:rPr sz="1100">
                  <a:solidFill>
                    <a:srgbClr val="FF0000">
                      <a:alpha val="100000"/>
                    </a:srgbClr>
                  </a:solidFill>
                  <a:latin typeface="微软雅黑"/>
                  <a:ea typeface="微软雅黑"/>
                  <a:cs typeface="+mn-cs"/>
                </a:rPr>
                <a:t>Recommended range</a:t>
              </a: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+mn-cs"/>
                </a:rPr>
                <a:t>: Too high a threshold may result in missing relevant material. </a:t>
              </a:r>
              <a:endParaRPr/>
            </a:p>
          </p:txBody>
        </p:sp>
        <p:sp>
          <p:nvSpPr>
            <p:cNvPr id="238" name="Bullet4"/>
            <p:cNvSpPr/>
            <p:nvPr/>
          </p:nvSpPr>
          <p:spPr>
            <a:xfrm>
              <a:off x="883697" y="4391217"/>
              <a:ext cx="3034073" cy="4049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sz="1400" b="1">
                  <a:solidFill>
                    <a:schemeClr val="tx1">
                      <a:alpha val="100000"/>
                    </a:schemeClr>
                  </a:solidFill>
                  <a:latin typeface="Arial"/>
                  <a:ea typeface="微软雅黑"/>
                  <a:cs typeface="微软雅黑"/>
                  <a:sym typeface="Arial"/>
                </a:rPr>
                <a:t>Customize Embedding Settings</a:t>
              </a:r>
              <a:endParaRPr/>
            </a:p>
          </p:txBody>
        </p:sp>
      </p:grpSp>
      <p:pic>
        <p:nvPicPr>
          <p:cNvPr id="239" name="图片 2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155" y="1964553"/>
            <a:ext cx="6527993" cy="304414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itle"/>
          <p:cNvSpPr txBox="1"/>
          <p:nvPr/>
        </p:nvSpPr>
        <p:spPr>
          <a:xfrm>
            <a:off x="660400" y="1028699"/>
            <a:ext cx="10858500" cy="584773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rmAutofit/>
          </a:bodyPr>
          <a:lstStyle>
            <a:defPPr>
              <a:defRPr lang="zh-CN"/>
            </a:defPPr>
            <a:lvl1pPr>
              <a:defRPr sz="2400" b="1">
                <a:cs typeface="+mn-ea"/>
              </a:defRPr>
            </a:lvl1pPr>
          </a:lstStyle>
          <a:p>
            <a:r>
              <a:rPr lang="en-US" sz="2000" b="0">
                <a:latin typeface="Arial"/>
                <a:ea typeface="微软雅黑"/>
                <a:cs typeface="微软雅黑"/>
                <a:sym typeface="Arial"/>
              </a:rPr>
              <a:t>Several i</a:t>
            </a:r>
            <a:r>
              <a:rPr lang="zh-CN" sz="2000" b="0">
                <a:latin typeface="Arial"/>
                <a:ea typeface="微软雅黑"/>
                <a:cs typeface="微软雅黑"/>
                <a:sym typeface="Arial"/>
              </a:rPr>
              <a:t>nstructions for initial setup before using MyPilot </a:t>
            </a:r>
            <a:endParaRPr/>
          </a:p>
        </p:txBody>
      </p:sp>
      <p:sp>
        <p:nvSpPr>
          <p:cNvPr id="24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First-Time Configuration</a:t>
            </a:r>
            <a:endParaRPr lang="en-US" dirty="0"/>
          </a:p>
        </p:txBody>
      </p:sp>
      <p:grpSp>
        <p:nvGrpSpPr>
          <p:cNvPr id="243" name="组合 42"/>
          <p:cNvGrpSpPr/>
          <p:nvPr/>
        </p:nvGrpSpPr>
        <p:grpSpPr>
          <a:xfrm>
            <a:off x="975710" y="2450656"/>
            <a:ext cx="3390566" cy="1956688"/>
            <a:chOff x="4400717" y="4337468"/>
            <a:chExt cx="3390566" cy="1796632"/>
          </a:xfrm>
        </p:grpSpPr>
        <p:sp>
          <p:nvSpPr>
            <p:cNvPr id="244" name="ComponentBackground5"/>
            <p:cNvSpPr/>
            <p:nvPr/>
          </p:nvSpPr>
          <p:spPr>
            <a:xfrm>
              <a:off x="4400717" y="4337468"/>
              <a:ext cx="3390566" cy="1796632"/>
            </a:xfrm>
            <a:prstGeom prst="roundRect">
              <a:avLst>
                <a:gd name="adj" fmla="val 8000"/>
              </a:avLst>
            </a:prstGeom>
            <a:solidFill>
              <a:schemeClr val="tx1">
                <a:alpha val="5000"/>
              </a:schemeClr>
            </a:solidFill>
            <a:ln w="63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91440" tIns="45720" rIns="91440" bIns="45720" anchor="ctr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400" b="1">
                <a:solidFill>
                  <a:schemeClr val="tx1"/>
                </a:solidFill>
                <a:sym typeface="+mn-lt"/>
              </a:endParaRPr>
            </a:p>
          </p:txBody>
        </p:sp>
        <p:cxnSp>
          <p:nvCxnSpPr>
            <p:cNvPr id="245" name="line5"/>
            <p:cNvCxnSpPr/>
            <p:nvPr/>
          </p:nvCxnSpPr>
          <p:spPr>
            <a:xfrm>
              <a:off x="4419767" y="4796169"/>
              <a:ext cx="0" cy="87923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Text5"/>
            <p:cNvSpPr/>
            <p:nvPr/>
          </p:nvSpPr>
          <p:spPr>
            <a:xfrm>
              <a:off x="4624009" y="4993542"/>
              <a:ext cx="3034073" cy="1064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200" i="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Users can select directories or file types (PDF, PPT, DOC, code files, etc.) to include in the searchable knowledge base</a:t>
              </a:r>
              <a:endParaRPr lang="en-US" dirty="0"/>
            </a:p>
          </p:txBody>
        </p:sp>
        <p:sp>
          <p:nvSpPr>
            <p:cNvPr id="247" name="Bullet5"/>
            <p:cNvSpPr/>
            <p:nvPr/>
          </p:nvSpPr>
          <p:spPr>
            <a:xfrm>
              <a:off x="4624014" y="4391217"/>
              <a:ext cx="3034073" cy="602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 fontScale="85000"/>
            </a:bodyPr>
            <a:lstStyle/>
            <a:p>
              <a:pPr>
                <a:lnSpc>
                  <a:spcPct val="120000"/>
                </a:lnSpc>
              </a:pPr>
              <a:r>
                <a:rPr lang="zh-CN" b="1">
                  <a:solidFill>
                    <a:schemeClr val="tx1">
                      <a:alpha val="100000"/>
                    </a:schemeClr>
                  </a:solidFill>
                  <a:latin typeface="Arial"/>
                  <a:ea typeface="微软雅黑"/>
                  <a:cs typeface="微软雅黑"/>
                  <a:sym typeface="Arial"/>
                </a:rPr>
                <a:t>Knowledge Base Configuration </a:t>
              </a:r>
              <a:endParaRPr/>
            </a:p>
          </p:txBody>
        </p:sp>
      </p:grpSp>
      <p:pic>
        <p:nvPicPr>
          <p:cNvPr id="248" name="图片 2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738" y="1927422"/>
            <a:ext cx="6278196" cy="330491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itle"/>
          <p:cNvSpPr txBox="1"/>
          <p:nvPr/>
        </p:nvSpPr>
        <p:spPr>
          <a:xfrm>
            <a:off x="660400" y="1028699"/>
            <a:ext cx="10858500" cy="584773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rmAutofit/>
          </a:bodyPr>
          <a:lstStyle>
            <a:defPPr>
              <a:defRPr lang="zh-CN"/>
            </a:defPPr>
            <a:lvl1pPr>
              <a:defRPr sz="2400" b="1">
                <a:cs typeface="+mn-ea"/>
              </a:defRPr>
            </a:lvl1pPr>
          </a:lstStyle>
          <a:p>
            <a:r>
              <a:rPr lang="en-US" sz="2000" b="0">
                <a:latin typeface="Arial"/>
                <a:ea typeface="微软雅黑"/>
                <a:cs typeface="微软雅黑"/>
                <a:sym typeface="Arial"/>
              </a:rPr>
              <a:t>Several i</a:t>
            </a:r>
            <a:r>
              <a:rPr lang="zh-CN" sz="2000" b="0">
                <a:latin typeface="Arial"/>
                <a:ea typeface="微软雅黑"/>
                <a:cs typeface="微软雅黑"/>
                <a:sym typeface="Arial"/>
              </a:rPr>
              <a:t>nstructions for initial setup before using MyPilot </a:t>
            </a:r>
            <a:endParaRPr/>
          </a:p>
        </p:txBody>
      </p:sp>
      <p:sp>
        <p:nvSpPr>
          <p:cNvPr id="251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First-Time Configuration</a:t>
            </a:r>
            <a:endParaRPr lang="en-US" dirty="0"/>
          </a:p>
        </p:txBody>
      </p:sp>
      <p:grpSp>
        <p:nvGrpSpPr>
          <p:cNvPr id="252" name="组合 42"/>
          <p:cNvGrpSpPr/>
          <p:nvPr/>
        </p:nvGrpSpPr>
        <p:grpSpPr>
          <a:xfrm>
            <a:off x="1536263" y="1756984"/>
            <a:ext cx="3390566" cy="1672017"/>
            <a:chOff x="4400717" y="4337468"/>
            <a:chExt cx="3390566" cy="1667744"/>
          </a:xfrm>
        </p:grpSpPr>
        <p:sp>
          <p:nvSpPr>
            <p:cNvPr id="253" name="ComponentBackground5"/>
            <p:cNvSpPr/>
            <p:nvPr/>
          </p:nvSpPr>
          <p:spPr>
            <a:xfrm>
              <a:off x="4400717" y="4337468"/>
              <a:ext cx="3390566" cy="1535246"/>
            </a:xfrm>
            <a:prstGeom prst="roundRect">
              <a:avLst>
                <a:gd name="adj" fmla="val 8000"/>
              </a:avLst>
            </a:prstGeom>
            <a:solidFill>
              <a:schemeClr val="tx1">
                <a:alpha val="5000"/>
              </a:schemeClr>
            </a:solidFill>
            <a:ln w="63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91440" tIns="45720" rIns="91440" bIns="45720" anchor="ctr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400" b="1">
                <a:solidFill>
                  <a:schemeClr val="tx1"/>
                </a:solidFill>
                <a:sym typeface="+mn-lt"/>
              </a:endParaRPr>
            </a:p>
          </p:txBody>
        </p:sp>
        <p:cxnSp>
          <p:nvCxnSpPr>
            <p:cNvPr id="254" name="line5"/>
            <p:cNvCxnSpPr/>
            <p:nvPr/>
          </p:nvCxnSpPr>
          <p:spPr>
            <a:xfrm>
              <a:off x="4419767" y="4796169"/>
              <a:ext cx="0" cy="87923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5" name="Text5"/>
            <p:cNvSpPr/>
            <p:nvPr/>
          </p:nvSpPr>
          <p:spPr>
            <a:xfrm>
              <a:off x="4624014" y="4940454"/>
              <a:ext cx="3034073" cy="1064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200" i="0" dirty="0">
                  <a:solidFill>
                    <a:schemeClr val="tx1"/>
                  </a:solidFill>
                  <a:effectLst/>
                  <a:cs typeface="+mn-ea"/>
                  <a:sym typeface="+mn-lt"/>
                </a:rPr>
                <a:t>Users can select directories or file types (PDF, PPT, DOC, code files, etc.) to include in the searchable knowledge base</a:t>
              </a:r>
              <a:endParaRPr lang="en-US" dirty="0"/>
            </a:p>
          </p:txBody>
        </p:sp>
        <p:sp>
          <p:nvSpPr>
            <p:cNvPr id="256" name="Bullet5"/>
            <p:cNvSpPr/>
            <p:nvPr/>
          </p:nvSpPr>
          <p:spPr>
            <a:xfrm>
              <a:off x="4624014" y="4391217"/>
              <a:ext cx="3034073" cy="602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 fontScale="85000"/>
            </a:bodyPr>
            <a:lstStyle/>
            <a:p>
              <a:pPr>
                <a:lnSpc>
                  <a:spcPct val="120000"/>
                </a:lnSpc>
              </a:pPr>
              <a:r>
                <a:rPr lang="zh-CN" b="1">
                  <a:solidFill>
                    <a:schemeClr val="tx1">
                      <a:alpha val="100000"/>
                    </a:schemeClr>
                  </a:solidFill>
                  <a:latin typeface="Arial"/>
                  <a:ea typeface="微软雅黑"/>
                  <a:cs typeface="微软雅黑"/>
                  <a:sym typeface="Arial"/>
                </a:rPr>
                <a:t>Knowledge Base Configuration </a:t>
              </a:r>
              <a:endParaRPr/>
            </a:p>
          </p:txBody>
        </p:sp>
      </p:grpSp>
      <p:pic>
        <p:nvPicPr>
          <p:cNvPr id="257" name="图片 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28" y="1836046"/>
            <a:ext cx="5324538" cy="3451586"/>
          </a:xfrm>
          <a:prstGeom prst="rect">
            <a:avLst/>
          </a:prstGeom>
        </p:spPr>
      </p:pic>
      <p:pic>
        <p:nvPicPr>
          <p:cNvPr id="258" name="图片 2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313" y="3561839"/>
            <a:ext cx="3371516" cy="18724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itle"/>
          <p:cNvSpPr txBox="1"/>
          <p:nvPr/>
        </p:nvSpPr>
        <p:spPr>
          <a:xfrm>
            <a:off x="660400" y="1028699"/>
            <a:ext cx="10858500" cy="584773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rmAutofit/>
          </a:bodyPr>
          <a:lstStyle>
            <a:defPPr>
              <a:defRPr lang="zh-CN"/>
            </a:defPPr>
            <a:lvl1pPr>
              <a:defRPr sz="2400" b="1">
                <a:cs typeface="+mn-ea"/>
              </a:defRPr>
            </a:lvl1pPr>
          </a:lstStyle>
          <a:p>
            <a:r>
              <a:rPr lang="en-US" sz="2000" b="0">
                <a:latin typeface="Arial"/>
                <a:ea typeface="微软雅黑"/>
                <a:cs typeface="微软雅黑"/>
                <a:sym typeface="Arial"/>
              </a:rPr>
              <a:t>Several i</a:t>
            </a:r>
            <a:r>
              <a:rPr lang="zh-CN" sz="2000" b="0">
                <a:latin typeface="Arial"/>
                <a:ea typeface="微软雅黑"/>
                <a:cs typeface="微软雅黑"/>
                <a:sym typeface="Arial"/>
              </a:rPr>
              <a:t>nstructions for initial setup before using MyPilot </a:t>
            </a:r>
            <a:endParaRPr/>
          </a:p>
        </p:txBody>
      </p:sp>
      <p:sp>
        <p:nvSpPr>
          <p:cNvPr id="261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First-Time Configuration</a:t>
            </a:r>
            <a:endParaRPr lang="en-US" dirty="0"/>
          </a:p>
        </p:txBody>
      </p:sp>
      <p:grpSp>
        <p:nvGrpSpPr>
          <p:cNvPr id="262" name="组合 42"/>
          <p:cNvGrpSpPr/>
          <p:nvPr/>
        </p:nvGrpSpPr>
        <p:grpSpPr>
          <a:xfrm>
            <a:off x="1308924" y="2584018"/>
            <a:ext cx="3390566" cy="1956688"/>
            <a:chOff x="4400717" y="4337468"/>
            <a:chExt cx="3390566" cy="1796632"/>
          </a:xfrm>
        </p:grpSpPr>
        <p:sp>
          <p:nvSpPr>
            <p:cNvPr id="263" name="ComponentBackground5"/>
            <p:cNvSpPr/>
            <p:nvPr/>
          </p:nvSpPr>
          <p:spPr>
            <a:xfrm>
              <a:off x="4400717" y="4337468"/>
              <a:ext cx="3390566" cy="1796632"/>
            </a:xfrm>
            <a:prstGeom prst="roundRect">
              <a:avLst>
                <a:gd name="adj" fmla="val 8000"/>
              </a:avLst>
            </a:prstGeom>
            <a:solidFill>
              <a:schemeClr val="tx1">
                <a:alpha val="5000"/>
              </a:schemeClr>
            </a:solidFill>
            <a:ln w="63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91440" tIns="45720" rIns="91440" bIns="45720" anchor="ctr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2400" b="1">
                <a:solidFill>
                  <a:schemeClr val="tx1"/>
                </a:solidFill>
                <a:sym typeface="+mn-lt"/>
              </a:endParaRPr>
            </a:p>
          </p:txBody>
        </p:sp>
        <p:cxnSp>
          <p:nvCxnSpPr>
            <p:cNvPr id="264" name="line5"/>
            <p:cNvCxnSpPr/>
            <p:nvPr/>
          </p:nvCxnSpPr>
          <p:spPr>
            <a:xfrm>
              <a:off x="4419767" y="4796169"/>
              <a:ext cx="0" cy="87923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5" name="Text5"/>
            <p:cNvSpPr/>
            <p:nvPr/>
          </p:nvSpPr>
          <p:spPr>
            <a:xfrm>
              <a:off x="4624014" y="4895461"/>
              <a:ext cx="3034073" cy="10647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sz="1200" i="0">
                  <a:solidFill>
                    <a:schemeClr val="tx1">
                      <a:alpha val="100000"/>
                    </a:schemeClr>
                  </a:solidFill>
                  <a:effectLst/>
                  <a:latin typeface="Arial"/>
                  <a:ea typeface="微软雅黑"/>
                  <a:cs typeface="微软雅黑"/>
                  <a:sym typeface="Arial"/>
                </a:rPr>
                <a:t>1. Add files  
2. Delete files  
3. Refresh knowledge database
4. Count files and file blocks</a:t>
              </a:r>
              <a:endParaRPr/>
            </a:p>
          </p:txBody>
        </p:sp>
        <p:sp>
          <p:nvSpPr>
            <p:cNvPr id="266" name="Bullet5"/>
            <p:cNvSpPr/>
            <p:nvPr/>
          </p:nvSpPr>
          <p:spPr>
            <a:xfrm>
              <a:off x="4624014" y="4391217"/>
              <a:ext cx="3034073" cy="602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 fontScale="90000"/>
            </a:bodyPr>
            <a:lstStyle/>
            <a:p>
              <a:pPr>
                <a:lnSpc>
                  <a:spcPct val="120000"/>
                </a:lnSpc>
              </a:pPr>
              <a:r>
                <a:rPr lang="zh-CN" b="1">
                  <a:solidFill>
                    <a:schemeClr val="tx1">
                      <a:alpha val="100000"/>
                    </a:schemeClr>
                  </a:solidFill>
                  <a:latin typeface="Arial"/>
                  <a:ea typeface="微软雅黑"/>
                  <a:cs typeface="微软雅黑"/>
                  <a:sym typeface="Arial"/>
                </a:rPr>
                <a:t>Knowledge Base File Manage </a:t>
              </a:r>
              <a:endParaRPr/>
            </a:p>
          </p:txBody>
        </p:sp>
      </p:grpSp>
      <p:pic>
        <p:nvPicPr>
          <p:cNvPr id="267" name="图片 2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183" y="1613472"/>
            <a:ext cx="5246849" cy="431611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itle"/>
          <p:cNvSpPr txBox="1"/>
          <p:nvPr/>
        </p:nvSpPr>
        <p:spPr>
          <a:xfrm>
            <a:off x="1420524" y="1466630"/>
            <a:ext cx="6724431" cy="584773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>
            <a:defPPr>
              <a:defRPr lang="zh-CN"/>
            </a:defPPr>
            <a:lvl1pPr>
              <a:defRPr sz="2400" b="1">
                <a:cs typeface="+mn-ea"/>
              </a:defRPr>
            </a:lvl1pPr>
          </a:lstStyle>
          <a:p>
            <a:r>
              <a:rPr sz="2400" b="0">
                <a:solidFill>
                  <a:schemeClr val="tx1">
                    <a:alpha val="100000"/>
                  </a:schemeClr>
                </a:solidFill>
                <a:latin typeface="Calibri"/>
                <a:ea typeface="Calibri"/>
                <a:cs typeface="+mn-cs"/>
              </a:rPr>
              <a:t>Missing configuration will trigger a </a:t>
            </a:r>
            <a:r>
              <a:rPr sz="2400" b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+mn-cs"/>
              </a:rPr>
              <a:t>warning</a:t>
            </a:r>
            <a:endParaRPr/>
          </a:p>
        </p:txBody>
      </p:sp>
      <p:sp>
        <p:nvSpPr>
          <p:cNvPr id="270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First-Time Configuration</a:t>
            </a:r>
            <a:endParaRPr lang="en-US" dirty="0"/>
          </a:p>
        </p:txBody>
      </p:sp>
      <p:pic>
        <p:nvPicPr>
          <p:cNvPr id="271" name="图片 2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287" y="2408634"/>
            <a:ext cx="6752726" cy="755976"/>
          </a:xfrm>
          <a:prstGeom prst="rect">
            <a:avLst/>
          </a:prstGeom>
        </p:spPr>
      </p:pic>
      <p:pic>
        <p:nvPicPr>
          <p:cNvPr id="272" name="图片 27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287" y="3769590"/>
            <a:ext cx="6843539" cy="62774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/>
              <a:t>ASK Mode</a:t>
            </a:r>
            <a:r>
              <a:rPr lang="zh-CN"/>
              <a:t> Workflow</a:t>
            </a:r>
            <a:endParaRPr lang="en-US"/>
          </a:p>
        </p:txBody>
      </p:sp>
      <p:sp>
        <p:nvSpPr>
          <p:cNvPr id="275" name="文本框 274"/>
          <p:cNvSpPr txBox="1"/>
          <p:nvPr/>
        </p:nvSpPr>
        <p:spPr>
          <a:xfrm>
            <a:off x="924653" y="1343243"/>
            <a:ext cx="4641850" cy="17399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l" defTabSz="914400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1700"/>
              <a:t>1.</a:t>
            </a:r>
            <a:r>
              <a:rPr sz="800">
                <a:latin typeface="Times New Roman"/>
                <a:ea typeface="Times New Roman"/>
                <a:cs typeface="+mn-cs"/>
              </a:rPr>
              <a:t>      </a:t>
            </a:r>
            <a:r>
              <a:rPr sz="1700"/>
              <a:t>Select ASK mode at the bottom</a:t>
            </a:r>
            <a:endParaRPr/>
          </a:p>
          <a:p>
            <a:pPr marL="0" indent="0" algn="l" defTabSz="914400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1700"/>
              <a:t>2. </a:t>
            </a:r>
            <a:r>
              <a:rPr sz="1700">
                <a:solidFill>
                  <a:schemeClr val="accent5">
                    <a:alpha val="100000"/>
                  </a:schemeClr>
                </a:solidFill>
              </a:rPr>
              <a:t>(Optional)</a:t>
            </a:r>
            <a:r>
              <a:rPr sz="1700"/>
              <a:t> Add related code/documents to the Code Reference Bar</a:t>
            </a:r>
            <a:endParaRPr/>
          </a:p>
          <a:p>
            <a:pPr marL="0" indent="0" algn="l" defTabSz="914400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1700"/>
              <a:t>3. Enter your question and send it — the system will perform retrieval and generation</a:t>
            </a:r>
            <a:endParaRPr/>
          </a:p>
        </p:txBody>
      </p:sp>
      <p:sp>
        <p:nvSpPr>
          <p:cNvPr id="276" name="文本框 275"/>
          <p:cNvSpPr txBox="1"/>
          <p:nvPr/>
        </p:nvSpPr>
        <p:spPr>
          <a:xfrm>
            <a:off x="5373814" y="2800934"/>
            <a:ext cx="2241112" cy="336550"/>
          </a:xfrm>
          <a:prstGeom prst="rect">
            <a:avLst/>
          </a:prstGeom>
          <a:ln w="12700">
            <a:solidFill>
              <a:schemeClr val="tx1">
                <a:alpha val="100000"/>
              </a:schemeClr>
            </a:solidFill>
            <a:prstDash val="solid"/>
          </a:ln>
        </p:spPr>
        <p:txBody>
          <a:bodyPr>
            <a:spAutoFit/>
          </a:bodyPr>
          <a:lstStyle/>
          <a:p>
            <a:r>
              <a:rPr sz="1600">
                <a:solidFill>
                  <a:srgbClr val="FF0000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Source of knowledge</a:t>
            </a:r>
            <a:endParaRPr/>
          </a:p>
        </p:txBody>
      </p:sp>
      <p:grpSp>
        <p:nvGrpSpPr>
          <p:cNvPr id="277" name="组合 276"/>
          <p:cNvGrpSpPr/>
          <p:nvPr/>
        </p:nvGrpSpPr>
        <p:grpSpPr>
          <a:xfrm>
            <a:off x="6573116" y="578643"/>
            <a:ext cx="4945784" cy="5848650"/>
            <a:chOff x="6573116" y="578643"/>
            <a:chExt cx="4945784" cy="5848650"/>
          </a:xfrm>
        </p:grpSpPr>
        <p:pic>
          <p:nvPicPr>
            <p:cNvPr id="278" name="图片 27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70622" y="578643"/>
              <a:ext cx="3648278" cy="5848650"/>
            </a:xfrm>
            <a:prstGeom prst="rect">
              <a:avLst/>
            </a:prstGeom>
          </p:spPr>
        </p:pic>
        <p:sp>
          <p:nvSpPr>
            <p:cNvPr id="279" name="文本框 278"/>
            <p:cNvSpPr txBox="1"/>
            <p:nvPr/>
          </p:nvSpPr>
          <p:spPr>
            <a:xfrm rot="4020000">
              <a:off x="6041005" y="4175476"/>
              <a:ext cx="2429416" cy="304800"/>
            </a:xfrm>
            <a:prstGeom prst="rect">
              <a:avLst/>
            </a:prstGeom>
            <a:ln w="12700">
              <a:prstDash val="solid"/>
            </a:ln>
          </p:spPr>
          <p:txBody>
            <a:bodyPr>
              <a:spAutoFit/>
            </a:bodyPr>
            <a:lstStyle/>
            <a:p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+mn-cs"/>
                </a:rPr>
                <a:t>Knowledge base materials</a:t>
              </a:r>
              <a:endParaRPr/>
            </a:p>
          </p:txBody>
        </p:sp>
        <p:cxnSp>
          <p:nvCxnSpPr>
            <p:cNvPr id="280" name="直线箭头连接符 279"/>
            <p:cNvCxnSpPr/>
            <p:nvPr/>
          </p:nvCxnSpPr>
          <p:spPr>
            <a:xfrm>
              <a:off x="6573116" y="3127485"/>
              <a:ext cx="1287516" cy="2969171"/>
            </a:xfrm>
            <a:prstGeom prst="straightConnector1">
              <a:avLst/>
            </a:prstGeom>
            <a:ln w="25400">
              <a:solidFill>
                <a:srgbClr val="FF0000">
                  <a:alpha val="100000"/>
                </a:srgbClr>
              </a:solidFill>
              <a:prstDash val="solid"/>
              <a:headEnd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accent4"/>
            </a:fontRef>
          </p:style>
        </p:cxnSp>
      </p:grpSp>
      <p:grpSp>
        <p:nvGrpSpPr>
          <p:cNvPr id="281" name="组合 280"/>
          <p:cNvGrpSpPr/>
          <p:nvPr/>
        </p:nvGrpSpPr>
        <p:grpSpPr>
          <a:xfrm>
            <a:off x="924653" y="2523426"/>
            <a:ext cx="5480816" cy="3254178"/>
            <a:chOff x="924653" y="2523426"/>
            <a:chExt cx="5480816" cy="3254178"/>
          </a:xfrm>
        </p:grpSpPr>
        <p:pic>
          <p:nvPicPr>
            <p:cNvPr id="282" name="图片 28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653" y="3502968"/>
              <a:ext cx="4208079" cy="2274636"/>
            </a:xfrm>
            <a:prstGeom prst="rect">
              <a:avLst/>
            </a:prstGeom>
          </p:spPr>
        </p:pic>
        <p:cxnSp>
          <p:nvCxnSpPr>
            <p:cNvPr id="283" name="直线箭头连接符 282"/>
            <p:cNvCxnSpPr/>
            <p:nvPr/>
          </p:nvCxnSpPr>
          <p:spPr>
            <a:xfrm flipH="1">
              <a:off x="5039127" y="3127485"/>
              <a:ext cx="1366342" cy="2443653"/>
            </a:xfrm>
            <a:prstGeom prst="straightConnector1">
              <a:avLst/>
            </a:prstGeom>
            <a:ln w="25400">
              <a:solidFill>
                <a:srgbClr val="FF0000">
                  <a:alpha val="100000"/>
                </a:srgbClr>
              </a:solidFill>
              <a:prstDash val="solid"/>
              <a:headEnd/>
              <a:tailEnd type="triangle"/>
            </a:ln>
          </p:spPr>
        </p:cxnSp>
        <p:sp>
          <p:nvSpPr>
            <p:cNvPr id="284" name="文本框 283"/>
            <p:cNvSpPr txBox="1"/>
            <p:nvPr/>
          </p:nvSpPr>
          <p:spPr>
            <a:xfrm rot="17940000">
              <a:off x="4639540" y="3587051"/>
              <a:ext cx="2432050" cy="304800"/>
            </a:xfrm>
            <a:prstGeom prst="rect">
              <a:avLst/>
            </a:prstGeom>
            <a:ln w="12700">
              <a:prstDash val="solid"/>
            </a:ln>
          </p:spPr>
          <p:txBody>
            <a:bodyPr>
              <a:spAutoFit/>
            </a:bodyPr>
            <a:lstStyle/>
            <a:p>
              <a:r>
                <a:rPr lang="en-US" sz="140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+mn-cs"/>
                </a:rPr>
                <a:t>LLM Knowledge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/>
              <a:t>EDIT Mode</a:t>
            </a:r>
            <a:r>
              <a:rPr lang="zh-CN"/>
              <a:t> Workflow</a:t>
            </a:r>
            <a:endParaRPr lang="en-US"/>
          </a:p>
        </p:txBody>
      </p:sp>
      <p:sp>
        <p:nvSpPr>
          <p:cNvPr id="287" name="文本框 286"/>
          <p:cNvSpPr txBox="1"/>
          <p:nvPr/>
        </p:nvSpPr>
        <p:spPr>
          <a:xfrm>
            <a:off x="5488371" y="1232339"/>
            <a:ext cx="5468664" cy="20447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sz="1600">
                <a:latin typeface="Arial"/>
                <a:ea typeface="Arial"/>
                <a:cs typeface="+mn-cs"/>
              </a:rPr>
              <a:t>1. Select AGENT mode at the bottom</a:t>
            </a:r>
            <a:endParaRPr/>
          </a:p>
          <a:p>
            <a:r>
              <a:rPr sz="1600">
                <a:latin typeface="Arial"/>
                <a:ea typeface="Arial"/>
                <a:cs typeface="+mn-cs"/>
              </a:rPr>
              <a:t>2. Add related code/documents to the Code Reference Bar</a:t>
            </a:r>
            <a:endParaRPr/>
          </a:p>
          <a:p>
            <a:r>
              <a:rPr sz="1600">
                <a:latin typeface="Arial"/>
                <a:ea typeface="Arial"/>
                <a:cs typeface="+mn-cs"/>
              </a:rPr>
              <a:t>3. Describe your goal in natural language</a:t>
            </a:r>
            <a:endParaRPr/>
          </a:p>
          <a:p>
            <a:r>
              <a:rPr sz="1600">
                <a:latin typeface="Arial"/>
                <a:ea typeface="Arial"/>
                <a:cs typeface="+mn-cs"/>
              </a:rPr>
              <a:t>4. While waiting, you’ll see a “thinking…” indicator;</a:t>
            </a:r>
            <a:endParaRPr/>
          </a:p>
          <a:p>
            <a:r>
              <a:rPr sz="1600">
                <a:latin typeface="Arial"/>
                <a:ea typeface="Arial"/>
                <a:cs typeface="+mn-cs"/>
              </a:rPr>
              <a:t>once ready, the Diff window opens automatically showing suggested modifications</a:t>
            </a:r>
            <a:endParaRPr/>
          </a:p>
          <a:p>
            <a:r>
              <a:rPr sz="1600">
                <a:latin typeface="Arial"/>
                <a:ea typeface="Arial"/>
                <a:cs typeface="+mn-cs"/>
              </a:rPr>
              <a:t>5. You can review the Diff and choose to apply or reject some or all of the changes</a:t>
            </a:r>
            <a:endParaRPr/>
          </a:p>
        </p:txBody>
      </p:sp>
      <p:grpSp>
        <p:nvGrpSpPr>
          <p:cNvPr id="288" name="组合 287"/>
          <p:cNvGrpSpPr/>
          <p:nvPr/>
        </p:nvGrpSpPr>
        <p:grpSpPr>
          <a:xfrm>
            <a:off x="1220919" y="1232339"/>
            <a:ext cx="3815288" cy="2739965"/>
            <a:chOff x="1220919" y="1232339"/>
            <a:chExt cx="3815288" cy="2739965"/>
          </a:xfrm>
        </p:grpSpPr>
        <p:pic>
          <p:nvPicPr>
            <p:cNvPr id="289" name="图片 288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993901" y="1232339"/>
              <a:ext cx="3042306" cy="2739965"/>
            </a:xfrm>
            <a:prstGeom prst="rect">
              <a:avLst/>
            </a:prstGeom>
          </p:spPr>
        </p:pic>
        <p:sp>
          <p:nvSpPr>
            <p:cNvPr id="290" name="Number2"/>
            <p:cNvSpPr txBox="1"/>
            <p:nvPr/>
          </p:nvSpPr>
          <p:spPr>
            <a:xfrm>
              <a:off x="1220919" y="1232339"/>
              <a:ext cx="540000" cy="540000"/>
            </a:xfrm>
            <a:prstGeom prst="roundRect">
              <a:avLst/>
            </a:prstGeom>
            <a:solidFill>
              <a:schemeClr val="accent1"/>
            </a:solidFill>
            <a:ln w="12700">
              <a:noFill/>
            </a:ln>
          </p:spPr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lang="en-US" b="1">
                  <a:solidFill>
                    <a:srgbClr val="FFFFFF">
                      <a:alpha val="100000"/>
                    </a:srgbClr>
                  </a:solidFill>
                  <a:latin typeface="Arial"/>
                  <a:ea typeface="微软雅黑"/>
                  <a:cs typeface="微软雅黑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91" name="组合 290"/>
          <p:cNvGrpSpPr/>
          <p:nvPr/>
        </p:nvGrpSpPr>
        <p:grpSpPr>
          <a:xfrm>
            <a:off x="1220919" y="4353476"/>
            <a:ext cx="3815288" cy="1108583"/>
            <a:chOff x="1220919" y="4353476"/>
            <a:chExt cx="3815288" cy="1108583"/>
          </a:xfrm>
        </p:grpSpPr>
        <p:pic>
          <p:nvPicPr>
            <p:cNvPr id="292" name="图片 291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993901" y="4353476"/>
              <a:ext cx="3042306" cy="1108583"/>
            </a:xfrm>
            <a:prstGeom prst="rect">
              <a:avLst/>
            </a:prstGeom>
          </p:spPr>
        </p:pic>
        <p:sp>
          <p:nvSpPr>
            <p:cNvPr id="293" name="Number2"/>
            <p:cNvSpPr txBox="1"/>
            <p:nvPr/>
          </p:nvSpPr>
          <p:spPr>
            <a:xfrm>
              <a:off x="1220919" y="4353476"/>
              <a:ext cx="540000" cy="540000"/>
            </a:xfrm>
            <a:prstGeom prst="roundRect">
              <a:avLst/>
            </a:prstGeom>
            <a:solidFill>
              <a:schemeClr val="accent1"/>
            </a:solidFill>
            <a:ln w="12700">
              <a:noFill/>
            </a:ln>
          </p:spPr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lang="en-US" b="1">
                  <a:solidFill>
                    <a:srgbClr val="FFFFFF">
                      <a:alpha val="100000"/>
                    </a:srgbClr>
                  </a:solidFill>
                  <a:latin typeface="Arial"/>
                  <a:ea typeface="微软雅黑"/>
                  <a:cs typeface="微软雅黑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294" name="组合 293"/>
          <p:cNvGrpSpPr/>
          <p:nvPr/>
        </p:nvGrpSpPr>
        <p:grpSpPr>
          <a:xfrm>
            <a:off x="5716095" y="3813476"/>
            <a:ext cx="4421603" cy="1322113"/>
            <a:chOff x="5716095" y="3813476"/>
            <a:chExt cx="4421603" cy="1322113"/>
          </a:xfrm>
        </p:grpSpPr>
        <p:sp>
          <p:nvSpPr>
            <p:cNvPr id="295" name="Number2"/>
            <p:cNvSpPr txBox="1"/>
            <p:nvPr/>
          </p:nvSpPr>
          <p:spPr>
            <a:xfrm>
              <a:off x="5716095" y="3813476"/>
              <a:ext cx="540000" cy="540000"/>
            </a:xfrm>
            <a:prstGeom prst="roundRect">
              <a:avLst/>
            </a:prstGeom>
            <a:solidFill>
              <a:schemeClr val="accent1"/>
            </a:solidFill>
            <a:ln w="12700">
              <a:noFill/>
            </a:ln>
          </p:spPr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lang="en-US" b="1">
                  <a:solidFill>
                    <a:srgbClr val="FFFFFF">
                      <a:alpha val="100000"/>
                    </a:srgbClr>
                  </a:solidFill>
                  <a:latin typeface="Arial"/>
                  <a:ea typeface="微软雅黑"/>
                  <a:cs typeface="微软雅黑"/>
                  <a:sym typeface="Arial"/>
                </a:rPr>
                <a:t>3</a:t>
              </a:r>
              <a:endParaRPr/>
            </a:p>
          </p:txBody>
        </p:sp>
        <p:pic>
          <p:nvPicPr>
            <p:cNvPr id="296" name="图片 29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34807" y="3813476"/>
              <a:ext cx="3602891" cy="1322113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/>
              <a:t>EDIT Mode</a:t>
            </a:r>
            <a:r>
              <a:rPr lang="zh-CN"/>
              <a:t> Workflow</a:t>
            </a:r>
            <a:endParaRPr lang="en-US"/>
          </a:p>
        </p:txBody>
      </p:sp>
      <p:sp>
        <p:nvSpPr>
          <p:cNvPr id="299" name="文本框 298"/>
          <p:cNvSpPr txBox="1"/>
          <p:nvPr/>
        </p:nvSpPr>
        <p:spPr>
          <a:xfrm>
            <a:off x="627336" y="1060450"/>
            <a:ext cx="5759450" cy="20447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sz="1600">
                <a:latin typeface="Arial"/>
                <a:ea typeface="Arial"/>
                <a:cs typeface="+mn-cs"/>
              </a:rPr>
              <a:t>1. Select AGENT mode at the bottom</a:t>
            </a:r>
            <a:endParaRPr/>
          </a:p>
          <a:p>
            <a:r>
              <a:rPr sz="1600">
                <a:latin typeface="Arial"/>
                <a:ea typeface="Arial"/>
                <a:cs typeface="+mn-cs"/>
              </a:rPr>
              <a:t>2. Add related code/documents to the Code Reference Bar</a:t>
            </a:r>
            <a:endParaRPr/>
          </a:p>
          <a:p>
            <a:r>
              <a:rPr sz="1600">
                <a:latin typeface="Arial"/>
                <a:ea typeface="Arial"/>
                <a:cs typeface="+mn-cs"/>
              </a:rPr>
              <a:t>3. Describe your goal in natural language</a:t>
            </a:r>
            <a:endParaRPr/>
          </a:p>
          <a:p>
            <a:r>
              <a:rPr sz="1600">
                <a:latin typeface="Arial"/>
                <a:ea typeface="Arial"/>
                <a:cs typeface="+mn-cs"/>
              </a:rPr>
              <a:t>4. While waiting, you’ll see a “thinking…” indicator;</a:t>
            </a:r>
            <a:endParaRPr/>
          </a:p>
          <a:p>
            <a:r>
              <a:rPr sz="1600">
                <a:latin typeface="Arial"/>
                <a:ea typeface="Arial"/>
                <a:cs typeface="+mn-cs"/>
              </a:rPr>
              <a:t>once ready, the Diff window opens automatically showing suggested modifications</a:t>
            </a:r>
            <a:endParaRPr/>
          </a:p>
          <a:p>
            <a:r>
              <a:rPr sz="1600">
                <a:latin typeface="Arial"/>
                <a:ea typeface="Arial"/>
                <a:cs typeface="+mn-cs"/>
              </a:rPr>
              <a:t>5. You can review the Diff and choose to apply or reject some or all of the changes</a:t>
            </a:r>
            <a:endParaRPr/>
          </a:p>
        </p:txBody>
      </p:sp>
      <p:grpSp>
        <p:nvGrpSpPr>
          <p:cNvPr id="300" name="组合 299"/>
          <p:cNvGrpSpPr/>
          <p:nvPr/>
        </p:nvGrpSpPr>
        <p:grpSpPr>
          <a:xfrm>
            <a:off x="6640218" y="1028699"/>
            <a:ext cx="4878682" cy="4532995"/>
            <a:chOff x="6640218" y="1028699"/>
            <a:chExt cx="4878682" cy="4532995"/>
          </a:xfrm>
        </p:grpSpPr>
        <p:pic>
          <p:nvPicPr>
            <p:cNvPr id="301" name="图片 300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640218" y="1799576"/>
              <a:ext cx="4878682" cy="3762118"/>
            </a:xfrm>
            <a:prstGeom prst="rect">
              <a:avLst/>
            </a:prstGeom>
          </p:spPr>
        </p:pic>
        <p:sp>
          <p:nvSpPr>
            <p:cNvPr id="302" name="Number2"/>
            <p:cNvSpPr txBox="1"/>
            <p:nvPr/>
          </p:nvSpPr>
          <p:spPr>
            <a:xfrm>
              <a:off x="6640218" y="1028699"/>
              <a:ext cx="540000" cy="540000"/>
            </a:xfrm>
            <a:prstGeom prst="roundRect">
              <a:avLst/>
            </a:prstGeom>
            <a:solidFill>
              <a:schemeClr val="accent1"/>
            </a:solidFill>
            <a:ln w="12700">
              <a:noFill/>
            </a:ln>
          </p:spPr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lang="en-US" b="1">
                  <a:solidFill>
                    <a:srgbClr val="FFFFFF">
                      <a:alpha val="100000"/>
                    </a:srgbClr>
                  </a:solidFill>
                  <a:latin typeface="Arial"/>
                  <a:ea typeface="微软雅黑"/>
                  <a:cs typeface="微软雅黑"/>
                  <a:sym typeface="Arial"/>
                </a:rPr>
                <a:t>5</a:t>
              </a:r>
              <a:endParaRPr/>
            </a:p>
          </p:txBody>
        </p:sp>
      </p:grpSp>
      <p:grpSp>
        <p:nvGrpSpPr>
          <p:cNvPr id="303" name="组合 302"/>
          <p:cNvGrpSpPr/>
          <p:nvPr/>
        </p:nvGrpSpPr>
        <p:grpSpPr>
          <a:xfrm>
            <a:off x="1150883" y="3279776"/>
            <a:ext cx="4297051" cy="964057"/>
            <a:chOff x="1150883" y="3279776"/>
            <a:chExt cx="4297051" cy="964057"/>
          </a:xfrm>
        </p:grpSpPr>
        <p:sp>
          <p:nvSpPr>
            <p:cNvPr id="304" name="Number2"/>
            <p:cNvSpPr txBox="1"/>
            <p:nvPr/>
          </p:nvSpPr>
          <p:spPr>
            <a:xfrm>
              <a:off x="1150883" y="3279776"/>
              <a:ext cx="540000" cy="540000"/>
            </a:xfrm>
            <a:prstGeom prst="roundRect">
              <a:avLst/>
            </a:prstGeom>
            <a:solidFill>
              <a:schemeClr val="accent1"/>
            </a:solidFill>
            <a:ln w="12700">
              <a:noFill/>
            </a:ln>
          </p:spPr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lang="en-US" b="1">
                  <a:solidFill>
                    <a:srgbClr val="FFFFFF">
                      <a:alpha val="100000"/>
                    </a:srgbClr>
                  </a:solidFill>
                  <a:latin typeface="Arial"/>
                  <a:ea typeface="微软雅黑"/>
                  <a:cs typeface="微软雅黑"/>
                  <a:sym typeface="Arial"/>
                </a:rPr>
                <a:t>4</a:t>
              </a:r>
              <a:endParaRPr/>
            </a:p>
          </p:txBody>
        </p:sp>
        <p:pic>
          <p:nvPicPr>
            <p:cNvPr id="305" name="图片 304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2065722" y="3279776"/>
              <a:ext cx="3215726" cy="964057"/>
            </a:xfrm>
            <a:prstGeom prst="rect">
              <a:avLst/>
            </a:prstGeom>
          </p:spPr>
        </p:pic>
        <p:sp>
          <p:nvSpPr>
            <p:cNvPr id="306" name="文本框 305"/>
            <p:cNvSpPr txBox="1"/>
            <p:nvPr/>
          </p:nvSpPr>
          <p:spPr>
            <a:xfrm>
              <a:off x="3269884" y="3809430"/>
              <a:ext cx="2178050" cy="336550"/>
            </a:xfrm>
            <a:prstGeom prst="rect">
              <a:avLst/>
            </a:prstGeom>
            <a:ln w="12700">
              <a:prstDash val="solid"/>
            </a:ln>
          </p:spPr>
          <p:txBody>
            <a:bodyPr>
              <a:spAutoFit/>
            </a:bodyPr>
            <a:lstStyle/>
            <a:p>
              <a:r>
                <a:rPr lang="en-US" sz="1600">
                  <a:solidFill>
                    <a:srgbClr val="FF0000">
                      <a:alpha val="100000"/>
                    </a:srgbClr>
                  </a:solidFill>
                </a:rPr>
                <a:t>MyPilot is thinking...</a:t>
              </a:r>
              <a:endParaRPr/>
            </a:p>
          </p:txBody>
        </p:sp>
      </p:grpSp>
      <p:grpSp>
        <p:nvGrpSpPr>
          <p:cNvPr id="307" name="组合 306"/>
          <p:cNvGrpSpPr/>
          <p:nvPr/>
        </p:nvGrpSpPr>
        <p:grpSpPr>
          <a:xfrm>
            <a:off x="2065722" y="4046364"/>
            <a:ext cx="4515040" cy="1800845"/>
            <a:chOff x="2065722" y="4046364"/>
            <a:chExt cx="4515040" cy="1800845"/>
          </a:xfrm>
        </p:grpSpPr>
        <p:pic>
          <p:nvPicPr>
            <p:cNvPr id="308" name="图片 307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2065722" y="4418459"/>
              <a:ext cx="3209703" cy="1428750"/>
            </a:xfrm>
            <a:prstGeom prst="rect">
              <a:avLst/>
            </a:prstGeom>
          </p:spPr>
        </p:pic>
        <p:sp>
          <p:nvSpPr>
            <p:cNvPr id="309" name="文本框 308"/>
            <p:cNvSpPr txBox="1"/>
            <p:nvPr/>
          </p:nvSpPr>
          <p:spPr>
            <a:xfrm>
              <a:off x="3911600" y="4717456"/>
              <a:ext cx="2178050" cy="336550"/>
            </a:xfrm>
            <a:prstGeom prst="rect">
              <a:avLst/>
            </a:prstGeom>
            <a:ln w="12700">
              <a:prstDash val="solid"/>
            </a:ln>
          </p:spPr>
          <p:txBody>
            <a:bodyPr>
              <a:spAutoFit/>
            </a:bodyPr>
            <a:lstStyle/>
            <a:p>
              <a:r>
                <a:rPr lang="en-US" sz="1600">
                  <a:solidFill>
                    <a:srgbClr val="FF0000">
                      <a:alpha val="100000"/>
                    </a:srgbClr>
                  </a:solidFill>
                </a:rPr>
                <a:t>Completed!</a:t>
              </a:r>
              <a:endParaRPr/>
            </a:p>
          </p:txBody>
        </p:sp>
        <p:cxnSp>
          <p:nvCxnSpPr>
            <p:cNvPr id="310" name="直线箭头连接符 309"/>
            <p:cNvCxnSpPr/>
            <p:nvPr/>
          </p:nvCxnSpPr>
          <p:spPr>
            <a:xfrm flipV="1">
              <a:off x="5293126" y="4046364"/>
              <a:ext cx="1287636" cy="1287636"/>
            </a:xfrm>
            <a:prstGeom prst="straightConnector1">
              <a:avLst/>
            </a:prstGeom>
            <a:ln w="25400">
              <a:solidFill>
                <a:srgbClr val="FF0000">
                  <a:alpha val="100000"/>
                </a:srgbClr>
              </a:solidFill>
              <a:prstDash val="solid"/>
              <a:headEnd/>
              <a:tailEnd type="triangle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itle"/>
          <p:cNvSpPr txBox="1"/>
          <p:nvPr/>
        </p:nvSpPr>
        <p:spPr>
          <a:xfrm>
            <a:off x="765503" y="1025622"/>
            <a:ext cx="10858500" cy="546100"/>
          </a:xfrm>
          <a:prstGeom prst="rect">
            <a:avLst/>
          </a:prstGeom>
          <a:noFill/>
        </p:spPr>
        <p:txBody>
          <a:bodyPr vert="horz" wrap="square" rtlCol="0" anchor="ctr" anchorCtr="0">
            <a:normAutofit/>
          </a:bodyPr>
          <a:lstStyle/>
          <a:p>
            <a:r>
              <a:rPr sz="1600">
                <a:latin typeface="Arial"/>
                <a:ea typeface="Arial"/>
                <a:cs typeface="+mn-cs"/>
              </a:rPr>
              <a:t>Add related </a:t>
            </a:r>
            <a:r>
              <a:t>code/</a:t>
            </a:r>
            <a:r>
              <a:rPr sz="14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file/folder</a:t>
            </a:r>
            <a:r>
              <a:rPr sz="1600">
                <a:latin typeface="Arial"/>
                <a:ea typeface="Arial"/>
                <a:cs typeface="+mn-cs"/>
              </a:rPr>
              <a:t> to the Code Reference Bar</a:t>
            </a:r>
            <a:endParaRPr/>
          </a:p>
        </p:txBody>
      </p:sp>
      <p:sp>
        <p:nvSpPr>
          <p:cNvPr id="313" name="标题 4294967294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/>
              <a:t>Code</a:t>
            </a:r>
            <a:r>
              <a:rPr lang="zh-CN"/>
              <a:t> Reference</a:t>
            </a:r>
            <a:endParaRPr lang="en-US"/>
          </a:p>
        </p:txBody>
      </p:sp>
      <p:grpSp>
        <p:nvGrpSpPr>
          <p:cNvPr id="314" name="组合 313"/>
          <p:cNvGrpSpPr/>
          <p:nvPr/>
        </p:nvGrpSpPr>
        <p:grpSpPr>
          <a:xfrm>
            <a:off x="943607" y="1757807"/>
            <a:ext cx="3149957" cy="3686323"/>
            <a:chOff x="1018570" y="1672763"/>
            <a:chExt cx="3149957" cy="3686324"/>
          </a:xfrm>
        </p:grpSpPr>
        <p:sp>
          <p:nvSpPr>
            <p:cNvPr id="315" name="Bullet2"/>
            <p:cNvSpPr/>
            <p:nvPr/>
          </p:nvSpPr>
          <p:spPr>
            <a:xfrm>
              <a:off x="1681513" y="1672763"/>
              <a:ext cx="2364071" cy="4510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b="1">
                  <a:solidFill>
                    <a:schemeClr val="tx1">
                      <a:alpha val="100000"/>
                    </a:schemeClr>
                  </a:solidFill>
                  <a:latin typeface="Arial"/>
                  <a:ea typeface="微软雅黑"/>
                  <a:cs typeface="微软雅黑"/>
                  <a:sym typeface="Arial"/>
                </a:rPr>
                <a:t>Action: Select Code</a:t>
              </a:r>
              <a:endParaRPr/>
            </a:p>
          </p:txBody>
        </p:sp>
        <p:sp>
          <p:nvSpPr>
            <p:cNvPr id="316" name="Number2"/>
            <p:cNvSpPr txBox="1"/>
            <p:nvPr/>
          </p:nvSpPr>
          <p:spPr>
            <a:xfrm>
              <a:off x="1018570" y="1672763"/>
              <a:ext cx="540000" cy="540000"/>
            </a:xfrm>
            <a:prstGeom prst="roundRect">
              <a:avLst/>
            </a:prstGeom>
            <a:solidFill>
              <a:schemeClr val="accent1"/>
            </a:solidFill>
            <a:ln w="12700">
              <a:noFill/>
            </a:ln>
          </p:spPr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r>
                <a:rPr lang="en-US" b="1">
                  <a:solidFill>
                    <a:srgbClr val="FFFFFF">
                      <a:alpha val="100000"/>
                    </a:srgbClr>
                  </a:solidFill>
                  <a:latin typeface="Arial"/>
                  <a:ea typeface="微软雅黑"/>
                  <a:cs typeface="微软雅黑"/>
                  <a:sym typeface="Arial"/>
                </a:rPr>
                <a:t>1</a:t>
              </a:r>
              <a:endParaRPr/>
            </a:p>
          </p:txBody>
        </p:sp>
        <p:pic>
          <p:nvPicPr>
            <p:cNvPr id="317" name="图片 316"/>
            <p:cNvPicPr>
              <a:picLocks noChangeAspect="1"/>
            </p:cNvPicPr>
            <p:nvPr/>
          </p:nvPicPr>
          <p:blipFill>
            <a:blip r:embed="rId2">
              <a:extLst>
                <a:ext uri="">
                  <a14:imgProps xmlns:mc="http://schemas.openxmlformats.org/markup-compatibility/2006" xmlns:a14="http://schemas.microsoft.com/office/drawing/2010/main" xmlns="">
                    <a14:imgLayer>
                      <a14:imgEffect>
                        <a14:brightnessContrast bright="0" contrast="0"/>
                        <a14:colorTemperature colorTemp="6500"/>
                        <a14:saturation sat="100000"/>
                        <a14:sharpenSoften amoun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681513" y="2212763"/>
              <a:ext cx="2487014" cy="3146324"/>
            </a:xfrm>
            <a:prstGeom prst="rect">
              <a:avLst/>
            </a:prstGeom>
            <a:noFill/>
            <a:ln w="0"/>
          </p:spPr>
        </p:pic>
      </p:grpSp>
      <p:grpSp>
        <p:nvGrpSpPr>
          <p:cNvPr id="318" name="组合 317"/>
          <p:cNvGrpSpPr/>
          <p:nvPr/>
        </p:nvGrpSpPr>
        <p:grpSpPr>
          <a:xfrm>
            <a:off x="4458300" y="1750833"/>
            <a:ext cx="3149957" cy="3693297"/>
            <a:chOff x="3886800" y="1667660"/>
            <a:chExt cx="3149957" cy="3693297"/>
          </a:xfrm>
        </p:grpSpPr>
        <p:grpSp>
          <p:nvGrpSpPr>
            <p:cNvPr id="319" name="组合 318"/>
            <p:cNvGrpSpPr/>
            <p:nvPr/>
          </p:nvGrpSpPr>
          <p:grpSpPr>
            <a:xfrm>
              <a:off x="3886800" y="1667660"/>
              <a:ext cx="3027014" cy="539999"/>
              <a:chOff x="1018570" y="1672763"/>
              <a:chExt cx="3027014" cy="540000"/>
            </a:xfrm>
          </p:grpSpPr>
          <p:sp>
            <p:nvSpPr>
              <p:cNvPr id="320" name="Bullet2"/>
              <p:cNvSpPr/>
              <p:nvPr/>
            </p:nvSpPr>
            <p:spPr>
              <a:xfrm>
                <a:off x="1681513" y="1672763"/>
                <a:ext cx="2364071" cy="4510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b="1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微软雅黑"/>
                    <a:sym typeface="Arial"/>
                  </a:rPr>
                  <a:t>Action: Select File</a:t>
                </a:r>
                <a:endParaRPr/>
              </a:p>
            </p:txBody>
          </p:sp>
          <p:sp>
            <p:nvSpPr>
              <p:cNvPr id="321" name="Number2"/>
              <p:cNvSpPr txBox="1"/>
              <p:nvPr/>
            </p:nvSpPr>
            <p:spPr>
              <a:xfrm>
                <a:off x="1018570" y="1672763"/>
                <a:ext cx="540000" cy="540000"/>
              </a:xfrm>
              <a:prstGeom prst="roundRect">
                <a:avLst/>
              </a:prstGeom>
              <a:solidFill>
                <a:schemeClr val="accent1"/>
              </a:solidFill>
              <a:ln w="12700">
                <a:noFill/>
              </a:ln>
            </p:spPr>
            <p:txBody>
              <a:bodyPr wrap="non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b="1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微软雅黑"/>
                    <a:cs typeface="微软雅黑"/>
                    <a:sym typeface="Arial"/>
                  </a:rPr>
                  <a:t>2</a:t>
                </a:r>
                <a:endParaRPr/>
              </a:p>
            </p:txBody>
          </p:sp>
        </p:grpSp>
        <p:pic>
          <p:nvPicPr>
            <p:cNvPr id="322" name="图片 3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49743" y="2214633"/>
              <a:ext cx="2487014" cy="3146324"/>
            </a:xfrm>
            <a:prstGeom prst="rect">
              <a:avLst/>
            </a:prstGeom>
          </p:spPr>
        </p:pic>
      </p:grpSp>
      <p:grpSp>
        <p:nvGrpSpPr>
          <p:cNvPr id="323" name="组合 322"/>
          <p:cNvGrpSpPr/>
          <p:nvPr/>
        </p:nvGrpSpPr>
        <p:grpSpPr>
          <a:xfrm>
            <a:off x="7972993" y="1750833"/>
            <a:ext cx="3149956" cy="3686323"/>
            <a:chOff x="7150400" y="1667660"/>
            <a:chExt cx="3149956" cy="3686324"/>
          </a:xfrm>
        </p:grpSpPr>
        <p:grpSp>
          <p:nvGrpSpPr>
            <p:cNvPr id="324" name="组合 323"/>
            <p:cNvGrpSpPr/>
            <p:nvPr/>
          </p:nvGrpSpPr>
          <p:grpSpPr>
            <a:xfrm>
              <a:off x="7150400" y="1667660"/>
              <a:ext cx="3027014" cy="539999"/>
              <a:chOff x="1018570" y="1672763"/>
              <a:chExt cx="3027014" cy="540000"/>
            </a:xfrm>
          </p:grpSpPr>
          <p:sp>
            <p:nvSpPr>
              <p:cNvPr id="325" name="Bullet2"/>
              <p:cNvSpPr/>
              <p:nvPr/>
            </p:nvSpPr>
            <p:spPr>
              <a:xfrm>
                <a:off x="1681513" y="1672763"/>
                <a:ext cx="2364071" cy="4510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b="1">
                    <a:solidFill>
                      <a:schemeClr val="tx1">
                        <a:alpha val="100000"/>
                      </a:schemeClr>
                    </a:solidFill>
                    <a:latin typeface="Arial"/>
                    <a:ea typeface="微软雅黑"/>
                    <a:cs typeface="微软雅黑"/>
                    <a:sym typeface="Arial"/>
                  </a:rPr>
                  <a:t>Action: Select Folder</a:t>
                </a:r>
                <a:endParaRPr/>
              </a:p>
            </p:txBody>
          </p:sp>
          <p:sp>
            <p:nvSpPr>
              <p:cNvPr id="326" name="Number2"/>
              <p:cNvSpPr txBox="1"/>
              <p:nvPr/>
            </p:nvSpPr>
            <p:spPr>
              <a:xfrm>
                <a:off x="1018570" y="1672763"/>
                <a:ext cx="540000" cy="540000"/>
              </a:xfrm>
              <a:prstGeom prst="roundRect">
                <a:avLst/>
              </a:prstGeom>
              <a:solidFill>
                <a:schemeClr val="accent1"/>
              </a:solidFill>
              <a:ln w="12700">
                <a:noFill/>
              </a:ln>
            </p:spPr>
            <p:txBody>
              <a:bodyPr wrap="non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b="1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微软雅黑"/>
                    <a:cs typeface="微软雅黑"/>
                    <a:sym typeface="Arial"/>
                  </a:rPr>
                  <a:t>3</a:t>
                </a:r>
                <a:endParaRPr/>
              </a:p>
            </p:txBody>
          </p:sp>
        </p:grpSp>
        <p:pic>
          <p:nvPicPr>
            <p:cNvPr id="327" name="图片 3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13343" y="2207660"/>
              <a:ext cx="2487013" cy="314632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itle"/>
          <p:cNvSpPr txBox="1"/>
          <p:nvPr/>
        </p:nvSpPr>
        <p:spPr>
          <a:xfrm>
            <a:off x="765503" y="1025622"/>
            <a:ext cx="10858500" cy="546100"/>
          </a:xfrm>
          <a:prstGeom prst="rect">
            <a:avLst/>
          </a:prstGeom>
          <a:noFill/>
        </p:spPr>
        <p:txBody>
          <a:bodyPr vert="horz" wrap="square" rtlCol="0" anchor="ctr" anchorCtr="0">
            <a:normAutofit/>
          </a:bodyPr>
          <a:lstStyle/>
          <a:p>
            <a:r>
              <a:rPr lang="zh-CN" sz="1800" b="0">
                <a:latin typeface="Arial"/>
                <a:ea typeface="微软雅黑"/>
                <a:cs typeface="微软雅黑"/>
                <a:sym typeface="Arial"/>
              </a:rPr>
              <a:t>Functions related to managing conversation history and state persistence</a:t>
            </a:r>
            <a:endParaRPr lang="en-US"/>
          </a:p>
        </p:txBody>
      </p:sp>
      <p:sp>
        <p:nvSpPr>
          <p:cNvPr id="330" name="标题 429496729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Session Management</a:t>
            </a:r>
            <a:endParaRPr lang="en-US" dirty="0"/>
          </a:p>
        </p:txBody>
      </p:sp>
      <p:grpSp>
        <p:nvGrpSpPr>
          <p:cNvPr id="331" name="组合 330"/>
          <p:cNvGrpSpPr/>
          <p:nvPr/>
        </p:nvGrpSpPr>
        <p:grpSpPr>
          <a:xfrm>
            <a:off x="4728434" y="4753738"/>
            <a:ext cx="6136950" cy="1504882"/>
            <a:chOff x="4728434" y="4385438"/>
            <a:chExt cx="6136950" cy="1504882"/>
          </a:xfrm>
        </p:grpSpPr>
        <p:grpSp>
          <p:nvGrpSpPr>
            <p:cNvPr id="332" name="组合 7"/>
            <p:cNvGrpSpPr/>
            <p:nvPr/>
          </p:nvGrpSpPr>
          <p:grpSpPr>
            <a:xfrm>
              <a:off x="4728434" y="4385438"/>
              <a:ext cx="4225722" cy="1504882"/>
              <a:chOff x="2317994" y="3067218"/>
              <a:chExt cx="4225722" cy="1504882"/>
            </a:xfrm>
          </p:grpSpPr>
          <p:sp>
            <p:nvSpPr>
              <p:cNvPr id="333" name="Bullet3"/>
              <p:cNvSpPr/>
              <p:nvPr/>
            </p:nvSpPr>
            <p:spPr>
              <a:xfrm>
                <a:off x="2900886" y="3067218"/>
                <a:ext cx="3642830" cy="5594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b="1" dirty="0">
                    <a:solidFill>
                      <a:schemeClr val="tx1"/>
                    </a:solidFill>
                    <a:cs typeface="+mn-ea"/>
                    <a:sym typeface="+mn-lt"/>
                  </a:rPr>
                  <a:t>Clearing All Sessions</a:t>
                </a:r>
                <a:endParaRPr lang="en-US" dirty="0"/>
              </a:p>
            </p:txBody>
          </p:sp>
          <p:sp>
            <p:nvSpPr>
              <p:cNvPr id="334" name="Text3"/>
              <p:cNvSpPr/>
              <p:nvPr/>
            </p:nvSpPr>
            <p:spPr>
              <a:xfrm>
                <a:off x="2900886" y="3631685"/>
                <a:ext cx="3642830" cy="9404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Option to permanently delete all saved chat histories, useful for privacy or starting over</a:t>
                </a:r>
                <a:endParaRPr lang="en-US" dirty="0"/>
              </a:p>
            </p:txBody>
          </p:sp>
          <p:sp>
            <p:nvSpPr>
              <p:cNvPr id="335" name="Number3"/>
              <p:cNvSpPr txBox="1"/>
              <p:nvPr/>
            </p:nvSpPr>
            <p:spPr>
              <a:xfrm>
                <a:off x="2317994" y="3670815"/>
                <a:ext cx="540000" cy="540000"/>
              </a:xfrm>
              <a:prstGeom prst="roundRect">
                <a:avLst/>
              </a:prstGeom>
              <a:solidFill>
                <a:schemeClr val="accent1"/>
              </a:solidFill>
              <a:ln w="12700">
                <a:noFill/>
              </a:ln>
            </p:spPr>
            <p:txBody>
              <a:bodyPr wrap="non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algn="ctr">
                  <a:defRPr kumimoji="1" b="1">
                    <a:solidFill>
                      <a:srgbClr val="FFFFFF"/>
                    </a:solidFill>
                    <a:cs typeface="+mn-ea"/>
                  </a:defRPr>
                </a:lvl1pPr>
              </a:lstStyle>
              <a:p>
                <a:r>
                  <a:rPr lang="en-US" altLang="zh-CN" dirty="0">
                    <a:sym typeface="+mn-lt"/>
                  </a:rPr>
                  <a:t>3</a:t>
                </a:r>
                <a:endParaRPr lang="zh-CN" altLang="en-US" dirty="0">
                  <a:sym typeface="+mn-lt"/>
                </a:endParaRPr>
              </a:p>
            </p:txBody>
          </p:sp>
        </p:grpSp>
        <p:pic>
          <p:nvPicPr>
            <p:cNvPr id="336" name="图片 3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54156" y="4533786"/>
              <a:ext cx="1911228" cy="1104122"/>
            </a:xfrm>
            <a:prstGeom prst="rect">
              <a:avLst/>
            </a:prstGeom>
          </p:spPr>
        </p:pic>
      </p:grpSp>
      <p:grpSp>
        <p:nvGrpSpPr>
          <p:cNvPr id="337" name="组合 336"/>
          <p:cNvGrpSpPr/>
          <p:nvPr/>
        </p:nvGrpSpPr>
        <p:grpSpPr>
          <a:xfrm>
            <a:off x="905609" y="1651887"/>
            <a:ext cx="7287772" cy="1396464"/>
            <a:chOff x="905609" y="1651887"/>
            <a:chExt cx="7287772" cy="1396464"/>
          </a:xfrm>
        </p:grpSpPr>
        <p:grpSp>
          <p:nvGrpSpPr>
            <p:cNvPr id="338" name="组合 9"/>
            <p:cNvGrpSpPr/>
            <p:nvPr/>
          </p:nvGrpSpPr>
          <p:grpSpPr>
            <a:xfrm>
              <a:off x="905609" y="1651887"/>
              <a:ext cx="4225722" cy="1396464"/>
              <a:chOff x="7721161" y="1613636"/>
              <a:chExt cx="4225722" cy="1396464"/>
            </a:xfrm>
          </p:grpSpPr>
          <p:sp>
            <p:nvSpPr>
              <p:cNvPr id="339" name="Bullet2"/>
              <p:cNvSpPr/>
              <p:nvPr/>
            </p:nvSpPr>
            <p:spPr>
              <a:xfrm>
                <a:off x="8304053" y="1613636"/>
                <a:ext cx="3642830" cy="4510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b="1" dirty="0">
                    <a:solidFill>
                      <a:schemeClr val="tx1"/>
                    </a:solidFill>
                    <a:cs typeface="+mn-ea"/>
                    <a:sym typeface="+mn-lt"/>
                  </a:rPr>
                  <a:t>Creating a New Session</a:t>
                </a:r>
                <a:endParaRPr lang="en-US" dirty="0"/>
              </a:p>
            </p:txBody>
          </p:sp>
          <p:sp>
            <p:nvSpPr>
              <p:cNvPr id="340" name="Text2"/>
              <p:cNvSpPr/>
              <p:nvPr/>
            </p:nvSpPr>
            <p:spPr>
              <a:xfrm>
                <a:off x="8304053" y="2069685"/>
                <a:ext cx="3642830" cy="9404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Clicking “New Session” initializes a fresh conversation thread, clearing prior context for a clean slate</a:t>
                </a:r>
                <a:endParaRPr lang="en-US" dirty="0"/>
              </a:p>
            </p:txBody>
          </p:sp>
          <p:sp>
            <p:nvSpPr>
              <p:cNvPr id="341" name="Number2"/>
              <p:cNvSpPr txBox="1"/>
              <p:nvPr/>
            </p:nvSpPr>
            <p:spPr>
              <a:xfrm>
                <a:off x="7721161" y="2108815"/>
                <a:ext cx="540000" cy="540000"/>
              </a:xfrm>
              <a:prstGeom prst="roundRect">
                <a:avLst/>
              </a:prstGeom>
              <a:solidFill>
                <a:schemeClr val="accent1"/>
              </a:solidFill>
              <a:ln w="12700">
                <a:noFill/>
              </a:ln>
            </p:spPr>
            <p:txBody>
              <a:bodyPr wrap="non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b="1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微软雅黑"/>
                    <a:cs typeface="微软雅黑"/>
                    <a:sym typeface="Arial"/>
                  </a:rPr>
                  <a:t>1</a:t>
                </a:r>
                <a:endParaRPr/>
              </a:p>
            </p:txBody>
          </p:sp>
        </p:grpSp>
        <p:pic>
          <p:nvPicPr>
            <p:cNvPr id="342" name="图片 34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8434" y="1877405"/>
              <a:ext cx="3194947" cy="531396"/>
            </a:xfrm>
            <a:prstGeom prst="rect">
              <a:avLst/>
            </a:prstGeom>
          </p:spPr>
        </p:pic>
      </p:grpSp>
      <p:grpSp>
        <p:nvGrpSpPr>
          <p:cNvPr id="343" name="组合 342"/>
          <p:cNvGrpSpPr/>
          <p:nvPr/>
        </p:nvGrpSpPr>
        <p:grpSpPr>
          <a:xfrm>
            <a:off x="3035987" y="2798772"/>
            <a:ext cx="7326628" cy="1713344"/>
            <a:chOff x="3018470" y="2598038"/>
            <a:chExt cx="7326628" cy="1713344"/>
          </a:xfrm>
        </p:grpSpPr>
        <p:grpSp>
          <p:nvGrpSpPr>
            <p:cNvPr id="344" name="组合 6"/>
            <p:cNvGrpSpPr/>
            <p:nvPr/>
          </p:nvGrpSpPr>
          <p:grpSpPr>
            <a:xfrm>
              <a:off x="3018470" y="2914918"/>
              <a:ext cx="4225722" cy="1396464"/>
              <a:chOff x="2317994" y="1613636"/>
              <a:chExt cx="4225722" cy="1396464"/>
            </a:xfrm>
          </p:grpSpPr>
          <p:sp>
            <p:nvSpPr>
              <p:cNvPr id="345" name="Bullet1"/>
              <p:cNvSpPr/>
              <p:nvPr/>
            </p:nvSpPr>
            <p:spPr>
              <a:xfrm>
                <a:off x="2900886" y="1613636"/>
                <a:ext cx="3642830" cy="45103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b="1" dirty="0">
                    <a:solidFill>
                      <a:schemeClr val="tx1"/>
                    </a:solidFill>
                    <a:cs typeface="+mn-ea"/>
                    <a:sym typeface="+mn-lt"/>
                  </a:rPr>
                  <a:t>Viewing Historical Sessions</a:t>
                </a:r>
                <a:endParaRPr lang="en-US" dirty="0"/>
              </a:p>
            </p:txBody>
          </p:sp>
          <p:sp>
            <p:nvSpPr>
              <p:cNvPr id="346" name="Text1"/>
              <p:cNvSpPr/>
              <p:nvPr/>
            </p:nvSpPr>
            <p:spPr>
              <a:xfrm>
                <a:off x="2900886" y="2069685"/>
                <a:ext cx="3642830" cy="9404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  <a:cs typeface="+mn-ea"/>
                    <a:sym typeface="+mn-lt"/>
                  </a:rPr>
                  <a:t>Past dialogues are stored and displayed chronologically, preserving all messages and associated code contexts</a:t>
                </a:r>
                <a:endParaRPr lang="en-US" dirty="0"/>
              </a:p>
            </p:txBody>
          </p:sp>
          <p:sp>
            <p:nvSpPr>
              <p:cNvPr id="347" name="Number1"/>
              <p:cNvSpPr txBox="1"/>
              <p:nvPr/>
            </p:nvSpPr>
            <p:spPr>
              <a:xfrm>
                <a:off x="2317994" y="2108815"/>
                <a:ext cx="540000" cy="540000"/>
              </a:xfrm>
              <a:prstGeom prst="roundRect">
                <a:avLst/>
              </a:prstGeom>
              <a:solidFill>
                <a:schemeClr val="accent1"/>
              </a:solidFill>
              <a:ln w="12700">
                <a:noFill/>
              </a:ln>
            </p:spPr>
            <p:txBody>
              <a:bodyPr wrap="non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b="1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微软雅黑"/>
                    <a:cs typeface="微软雅黑"/>
                    <a:sym typeface="Arial"/>
                  </a:rPr>
                  <a:t>2</a:t>
                </a:r>
                <a:endParaRPr/>
              </a:p>
            </p:txBody>
          </p:sp>
        </p:grpSp>
        <p:pic>
          <p:nvPicPr>
            <p:cNvPr id="348" name="图片 34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44192" y="2598038"/>
              <a:ext cx="3100906" cy="166192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标题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Thank You</a:t>
            </a:r>
            <a:endParaRPr lang="en-US" dirty="0"/>
          </a:p>
        </p:txBody>
      </p:sp>
      <p:sp>
        <p:nvSpPr>
          <p:cNvPr id="353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363181" y="4473170"/>
            <a:ext cx="5465638" cy="27699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sz="1800" b="1"/>
              <a:t>Guided by Dr. FAN</a:t>
            </a:r>
            <a:endParaRPr lang="en-US"/>
          </a:p>
        </p:txBody>
      </p:sp>
      <p:sp>
        <p:nvSpPr>
          <p:cNvPr id="354" name="副标题 8"/>
          <p:cNvSpPr txBox="1">
            <a:spLocks noGrp="1"/>
          </p:cNvSpPr>
          <p:nvPr/>
        </p:nvSpPr>
        <p:spPr>
          <a:xfrm>
            <a:off x="2647950" y="5172975"/>
            <a:ext cx="6896100" cy="779663"/>
          </a:xfrm>
          <a:prstGeom prst="rect">
            <a:avLst/>
          </a:prstGeom>
          <a:ln/>
        </p:spPr>
        <p:txBody>
          <a:bodyPr vert="horz" lIns="91440" tIns="45720" rIns="91440" bIns="45720">
            <a:normAutofit/>
          </a:bodyPr>
          <a:lstStyle/>
          <a:p>
            <a:pPr marL="228600" indent="-228600" algn="ctr" defTabSz="9144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rgbClr val="2F2F2F">
                    <a:alpha val="100000"/>
                  </a:srgbClr>
                </a:solidFill>
                <a:latin typeface="Arial"/>
                <a:ea typeface="微软雅黑"/>
                <a:cs typeface="+mn-cs"/>
              </a:defRPr>
            </a:pPr>
            <a:r>
              <a:rPr lang="zh-CN" sz="1600" b="1">
                <a:solidFill>
                  <a:srgbClr val="2F2F2F">
                    <a:alpha val="100000"/>
                  </a:srgbClr>
                </a:solidFill>
                <a:latin typeface="Arial"/>
                <a:ea typeface="微软雅黑"/>
                <a:cs typeface="微软雅黑"/>
                <a:sym typeface="Arial"/>
              </a:rPr>
              <a:t>陈艺龙</a:t>
            </a:r>
            <a:r>
              <a:rPr lang="en-US" sz="1600" b="1">
                <a:solidFill>
                  <a:srgbClr val="2F2F2F">
                    <a:alpha val="100000"/>
                  </a:srgbClr>
                </a:solidFill>
                <a:latin typeface="Arial"/>
                <a:ea typeface="微软雅黑"/>
                <a:cs typeface="微软雅黑"/>
                <a:sym typeface="Arial"/>
              </a:rPr>
              <a:t>-</a:t>
            </a:r>
            <a:r>
              <a:rPr lang="zh-CN" sz="1600" b="1">
                <a:solidFill>
                  <a:srgbClr val="2F2F2F">
                    <a:alpha val="100000"/>
                  </a:srgbClr>
                </a:solidFill>
                <a:latin typeface="Arial"/>
                <a:ea typeface="微软雅黑"/>
                <a:cs typeface="微软雅黑"/>
                <a:sym typeface="Arial"/>
              </a:rPr>
              <a:t>2352359   徐云鹏</a:t>
            </a:r>
            <a:r>
              <a:rPr lang="en-US" sz="1600" b="1">
                <a:solidFill>
                  <a:srgbClr val="2F2F2F">
                    <a:alpha val="100000"/>
                  </a:srgbClr>
                </a:solidFill>
                <a:latin typeface="Arial"/>
                <a:ea typeface="微软雅黑"/>
                <a:cs typeface="微软雅黑"/>
                <a:sym typeface="Arial"/>
              </a:rPr>
              <a:t>-</a:t>
            </a:r>
            <a:r>
              <a:rPr lang="zh-CN" sz="1600" b="1">
                <a:solidFill>
                  <a:srgbClr val="2F2F2F">
                    <a:alpha val="100000"/>
                  </a:srgbClr>
                </a:solidFill>
                <a:latin typeface="Arial"/>
                <a:ea typeface="微软雅黑"/>
                <a:cs typeface="微软雅黑"/>
                <a:sym typeface="Arial"/>
              </a:rPr>
              <a:t>2353583  李雪菲</a:t>
            </a:r>
            <a:r>
              <a:rPr lang="en-US" sz="1600" b="1">
                <a:solidFill>
                  <a:srgbClr val="2F2F2F">
                    <a:alpha val="100000"/>
                  </a:srgbClr>
                </a:solidFill>
                <a:latin typeface="Arial"/>
                <a:ea typeface="微软雅黑"/>
                <a:cs typeface="微软雅黑"/>
                <a:sym typeface="Arial"/>
              </a:rPr>
              <a:t>-</a:t>
            </a:r>
            <a:r>
              <a:rPr lang="zh-CN" sz="1600" b="1">
                <a:solidFill>
                  <a:srgbClr val="2F2F2F">
                    <a:alpha val="100000"/>
                  </a:srgbClr>
                </a:solidFill>
                <a:latin typeface="Arial"/>
                <a:ea typeface="微软雅黑"/>
                <a:cs typeface="微软雅黑"/>
                <a:sym typeface="Arial"/>
              </a:rPr>
              <a:t>2354093</a:t>
            </a:r>
            <a:endParaRPr lang="en-US" sz="1800">
              <a:solidFill>
                <a:srgbClr val="2F2F2F">
                  <a:alpha val="100000"/>
                </a:srgbClr>
              </a:solidFill>
              <a:latin typeface="Arial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9773C9"/>
      </a:accent1>
      <a:accent2>
        <a:srgbClr val="FFB64B"/>
      </a:accent2>
      <a:accent3>
        <a:srgbClr val="58DFBF"/>
      </a:accent3>
      <a:accent4>
        <a:srgbClr val="FF5454"/>
      </a:accent4>
      <a:accent5>
        <a:srgbClr val="57AEEC"/>
      </a:accent5>
      <a:accent6>
        <a:srgbClr val="79EA75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2326</Words>
  <Application>Microsoft Macintosh PowerPoint</Application>
  <PresentationFormat>宽屏</PresentationFormat>
  <Paragraphs>264</Paragraphs>
  <Slides>30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宋体</vt:lpstr>
      <vt:lpstr>微软雅黑</vt:lpstr>
      <vt:lpstr>Arial</vt:lpstr>
      <vt:lpstr>Calibri</vt:lpstr>
      <vt:lpstr>Cambria</vt:lpstr>
      <vt:lpstr>Times New Roman</vt:lpstr>
      <vt:lpstr>Designed by iSlide</vt:lpstr>
      <vt:lpstr>An AI  Assistant Plugin for IntelliJ IDEA — MyPilot</vt:lpstr>
      <vt:lpstr>PowerPoint 演示文稿</vt:lpstr>
      <vt:lpstr>Team Member Particulars</vt:lpstr>
      <vt:lpstr>Team Composition and Roles</vt:lpstr>
      <vt:lpstr>System Functionalities and Features</vt:lpstr>
      <vt:lpstr>Core Functionality: Teaching Assistant Q&amp;A (F0)</vt:lpstr>
      <vt:lpstr>Extended Feature: Professional Code Modification (F2)</vt:lpstr>
      <vt:lpstr>RAG Data Storage and Structures</vt:lpstr>
      <vt:lpstr>Key Algorithms and Supporting Techniques</vt:lpstr>
      <vt:lpstr>System Technical Details and Design</vt:lpstr>
      <vt:lpstr>System Architecture and Components</vt:lpstr>
      <vt:lpstr>General Workflow for Rag</vt:lpstr>
      <vt:lpstr>General Workflow for Edit</vt:lpstr>
      <vt:lpstr>LLM Integration and Prompt Engineering</vt:lpstr>
      <vt:lpstr>Simple User Manual</vt:lpstr>
      <vt:lpstr>Plugin Overview</vt:lpstr>
      <vt:lpstr>Installation &amp; Environment Requirements</vt:lpstr>
      <vt:lpstr>First-Time Configuration</vt:lpstr>
      <vt:lpstr>First-Time Configuration</vt:lpstr>
      <vt:lpstr>First-Time Configuration</vt:lpstr>
      <vt:lpstr>First-Time Configuration</vt:lpstr>
      <vt:lpstr>First-Time Configuration</vt:lpstr>
      <vt:lpstr>First-Time Configuration</vt:lpstr>
      <vt:lpstr>First-Time Configuration</vt:lpstr>
      <vt:lpstr>ASK Mode Workflow</vt:lpstr>
      <vt:lpstr>EDIT Mode Workflow</vt:lpstr>
      <vt:lpstr>EDIT Mode Workflow</vt:lpstr>
      <vt:lpstr>Code Reference</vt:lpstr>
      <vt:lpstr>Session Management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艺龙 陈</cp:lastModifiedBy>
  <cp:revision>2</cp:revision>
  <dcterms:created xsi:type="dcterms:W3CDTF">2025-11-11T20:08:35Z</dcterms:created>
  <dcterms:modified xsi:type="dcterms:W3CDTF">2025-11-11T12:09:59Z</dcterms:modified>
</cp:coreProperties>
</file>